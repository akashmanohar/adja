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9" roundtripDataSignature="AMtx7mi4nlBdxqVSRldLm8I/WdMRRJ2LN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D9EFA53-4FC6-4C89-AF29-D989BF8BD841}">
  <a:tblStyle styleId="{CD9EFA53-4FC6-4C89-AF29-D989BF8BD841}" styleName="Table_0">
    <a:wholeTbl>
      <a:tcTxStyle b="off" i="off">
        <a:font>
          <a:latin typeface="Calibri"/>
          <a:ea typeface="Calibri"/>
          <a:cs typeface="Calibri"/>
        </a:font>
        <a:schemeClr val="dk1"/>
      </a:tcTxStyle>
      <a:tcStyle>
        <a:tcBdr>
          <a:left>
            <a:ln cap="flat" cmpd="sng" w="12700">
              <a:solidFill>
                <a:schemeClr val="accent1"/>
              </a:solidFill>
              <a:prstDash val="solid"/>
              <a:round/>
              <a:headEnd len="sm" w="sm" type="none"/>
              <a:tailEnd len="sm" w="sm" type="none"/>
            </a:ln>
          </a:left>
          <a:right>
            <a:ln cap="flat" cmpd="sng" w="12700">
              <a:solidFill>
                <a:schemeClr val="accent1"/>
              </a:solidFill>
              <a:prstDash val="solid"/>
              <a:round/>
              <a:headEnd len="sm" w="sm" type="none"/>
              <a:tailEnd len="sm" w="sm" type="none"/>
            </a:ln>
          </a:right>
          <a:top>
            <a:ln cap="flat" cmpd="sng" w="12700">
              <a:solidFill>
                <a:schemeClr val="accent1"/>
              </a:solidFill>
              <a:prstDash val="solid"/>
              <a:round/>
              <a:headEnd len="sm" w="sm" type="none"/>
              <a:tailEnd len="sm" w="sm" type="none"/>
            </a:ln>
          </a:top>
          <a:bottom>
            <a:ln cap="flat" cmpd="sng" w="12700">
              <a:solidFill>
                <a:schemeClr val="accent1"/>
              </a:solidFill>
              <a:prstDash val="solid"/>
              <a:round/>
              <a:headEnd len="sm" w="sm" type="none"/>
              <a:tailEnd len="sm" w="sm" type="none"/>
            </a:ln>
          </a:bottom>
          <a:insideH>
            <a:ln cap="flat" cmpd="sng" w="12700">
              <a:solidFill>
                <a:schemeClr val="accent1"/>
              </a:solidFill>
              <a:prstDash val="solid"/>
              <a:round/>
              <a:headEnd len="sm" w="sm" type="none"/>
              <a:tailEnd len="sm" w="sm" type="none"/>
            </a:ln>
          </a:insideH>
          <a:insideV>
            <a:ln cap="flat" cmpd="sng" w="12700">
              <a:solidFill>
                <a:schemeClr val="accent1"/>
              </a:solidFill>
              <a:prstDash val="solid"/>
              <a:round/>
              <a:headEnd len="sm" w="sm" type="none"/>
              <a:tailEnd len="sm" w="sm" type="none"/>
            </a:ln>
          </a:insideV>
        </a:tcBdr>
        <a:fill>
          <a:solidFill>
            <a:srgbClr val="FFFFFF">
              <a:alpha val="0"/>
            </a:srgbClr>
          </a:solidFill>
        </a:fill>
      </a:tcStyle>
    </a:wholeTbl>
    <a:band1H>
      <a:tcTxStyle/>
      <a:tcStyle>
        <a:fill>
          <a:solidFill>
            <a:schemeClr val="accent1">
              <a:alpha val="20000"/>
            </a:schemeClr>
          </a:solidFill>
        </a:fill>
      </a:tcStyle>
    </a:band1H>
    <a:band2H>
      <a:tcTxStyle/>
    </a:band2H>
    <a:band1V>
      <a:tcTxStyle/>
      <a:tcStyle>
        <a:fill>
          <a:solidFill>
            <a:schemeClr val="accent1">
              <a:alpha val="20000"/>
            </a:schemeClr>
          </a:solidFill>
        </a:fill>
      </a:tcStyle>
    </a:band1V>
    <a:band2V>
      <a:tcTxStyle/>
    </a:band2V>
    <a:lastCol>
      <a:tcTxStyle b="on" i="off"/>
    </a:lastCol>
    <a:firstCol>
      <a:tcTxStyle b="on" i="off"/>
    </a:firstCol>
    <a:lastRow>
      <a:tcTxStyle b="on" i="off"/>
      <a:tcStyle>
        <a:tcBdr>
          <a:top>
            <a:ln cap="flat" cmpd="sng" w="50800">
              <a:solidFill>
                <a:schemeClr val="accent1"/>
              </a:solidFill>
              <a:prstDash val="solid"/>
              <a:round/>
              <a:headEnd len="sm" w="sm" type="none"/>
              <a:tailEnd len="sm" w="sm" type="none"/>
            </a:ln>
          </a:top>
        </a:tcBdr>
        <a:fill>
          <a:solidFill>
            <a:srgbClr val="FFFFFF">
              <a:alpha val="0"/>
            </a:srgbClr>
          </a:solidFill>
        </a:fill>
      </a:tcStyle>
    </a:lastRow>
    <a:seCell>
      <a:tcTxStyle/>
    </a:seCell>
    <a:swCell>
      <a:tcTxStyle/>
    </a:swCell>
    <a:firstRow>
      <a:tcTxStyle b="on" i="off"/>
      <a:tcStyle>
        <a:tcBdr>
          <a:bottom>
            <a:ln cap="flat" cmpd="sng" w="25400">
              <a:solidFill>
                <a:schemeClr val="accent1"/>
              </a:solidFill>
              <a:prstDash val="solid"/>
              <a:round/>
              <a:headEnd len="sm" w="sm" type="none"/>
              <a:tailEnd len="sm" w="sm" type="none"/>
            </a:ln>
          </a:bottom>
        </a:tcBdr>
        <a:fill>
          <a:solidFill>
            <a:srgbClr val="FFFFFF">
              <a:alpha val="0"/>
            </a:srgbClr>
          </a:solidFill>
        </a:fill>
      </a:tcStyle>
    </a:firstRow>
    <a:neCell>
      <a:tcTxStyle/>
    </a:neCell>
    <a:nwCell>
      <a:tcTxStyle/>
    </a:nwCell>
  </a:tblStyle>
  <a:tblStyle styleId="{FBC27470-1674-45F5-9505-B99F6786ED92}" styleName="Table_1">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a:tcStyle>
        <a:fill>
          <a:solidFill>
            <a:srgbClr val="CDD4EA"/>
          </a:solidFill>
        </a:fill>
      </a:tcStyle>
    </a:band1H>
    <a:band2H>
      <a:tcTxStyle/>
    </a:band2H>
    <a:band1V>
      <a:tcTxStyle/>
      <a:tcStyle>
        <a:fill>
          <a:solidFill>
            <a:srgbClr val="CDD4EA"/>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customschemas.google.com/relationships/presentationmetadata" Target="metadata"/><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 name="Google Shape;11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171450" lvl="0" marL="171450" rtl="0" algn="just">
              <a:spcBef>
                <a:spcPts val="0"/>
              </a:spcBef>
              <a:spcAft>
                <a:spcPts val="0"/>
              </a:spcAft>
              <a:buClr>
                <a:schemeClr val="dk1"/>
              </a:buClr>
              <a:buSzPts val="1200"/>
              <a:buFont typeface="Arial"/>
              <a:buChar char="•"/>
            </a:pPr>
            <a:r>
              <a:rPr lang="en-US"/>
              <a:t>The Android Developers of today and tomorrow will be responsible for integrating exciting technologies like Artificial Intelligence, Augmented Reality/Virtual Reality, and IoT onto existing applications on the Android OS, creating the new apps for tomorrow that people will use to access information and transact.</a:t>
            </a:r>
            <a:endParaRPr/>
          </a:p>
          <a:p>
            <a:pPr indent="-171450" lvl="0" marL="171450" rtl="0" algn="just">
              <a:spcBef>
                <a:spcPts val="0"/>
              </a:spcBef>
              <a:spcAft>
                <a:spcPts val="0"/>
              </a:spcAft>
              <a:buClr>
                <a:schemeClr val="dk1"/>
              </a:buClr>
              <a:buSzPts val="1200"/>
              <a:buFont typeface="Arial"/>
              <a:buChar char="•"/>
            </a:pPr>
            <a:r>
              <a:rPr lang="en-US"/>
              <a:t>Further, as smartphones evolve from entertainment devices to the primary gateway of commercial exchange, creating financial services on mobile platforms is an epoch-changing work in progress with great potential for the years to come.</a:t>
            </a:r>
            <a:endParaRPr/>
          </a:p>
          <a:p>
            <a:pPr indent="-171450" lvl="0" marL="171450" marR="0" rtl="0" algn="just">
              <a:lnSpc>
                <a:spcPct val="100000"/>
              </a:lnSpc>
              <a:spcBef>
                <a:spcPts val="0"/>
              </a:spcBef>
              <a:spcAft>
                <a:spcPts val="0"/>
              </a:spcAft>
              <a:buClr>
                <a:schemeClr val="dk1"/>
              </a:buClr>
              <a:buSzPts val="1200"/>
              <a:buFont typeface="Arial"/>
              <a:buChar char="•"/>
            </a:pPr>
            <a:r>
              <a:rPr lang="en-US"/>
              <a:t>Finally, as smartphones become the holders of massive reams of personal data, Android developers of the immediate future will have to design security systems to prevent the loss of personal data for millions. The possibilities and potential are truly endless.</a:t>
            </a:r>
            <a:endParaRPr/>
          </a:p>
          <a:p>
            <a:pPr indent="0" lvl="0" marL="0" rtl="0" algn="just">
              <a:spcBef>
                <a:spcPts val="0"/>
              </a:spcBef>
              <a:spcAft>
                <a:spcPts val="0"/>
              </a:spcAft>
              <a:buClr>
                <a:schemeClr val="dk1"/>
              </a:buClr>
              <a:buSzPts val="1200"/>
              <a:buFont typeface="Arial"/>
              <a:buNone/>
            </a:pPr>
            <a:r>
              <a:t/>
            </a:r>
            <a:endParaRPr/>
          </a:p>
          <a:p>
            <a:pPr indent="0" lvl="0" marL="0" rtl="0" algn="just">
              <a:spcBef>
                <a:spcPts val="0"/>
              </a:spcBef>
              <a:spcAft>
                <a:spcPts val="0"/>
              </a:spcAft>
              <a:buNone/>
            </a:pPr>
            <a:r>
              <a:t/>
            </a:r>
            <a:endParaRPr/>
          </a:p>
          <a:p>
            <a:pPr indent="0" lvl="0" marL="0" rtl="0" algn="l">
              <a:spcBef>
                <a:spcPts val="0"/>
              </a:spcBef>
              <a:spcAft>
                <a:spcPts val="0"/>
              </a:spcAft>
              <a:buNone/>
            </a:pPr>
            <a:r>
              <a:t/>
            </a:r>
            <a:endParaRPr/>
          </a:p>
        </p:txBody>
      </p:sp>
      <p:sp>
        <p:nvSpPr>
          <p:cNvPr id="118" name="Google Shape;11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0" name="Google Shape;250;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6" name="Google Shape;296;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3" name="Google Shape;303;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0" name="Google Shape;310;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7" name="Google Shape;317;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Video Ref: https://www.youtube.com/watch?v=UJN3AL4tiqw</a:t>
            </a:r>
            <a:endParaRPr/>
          </a:p>
        </p:txBody>
      </p:sp>
      <p:sp>
        <p:nvSpPr>
          <p:cNvPr id="318" name="Google Shape;318;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6" name="Google Shape;326;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5" name="Google Shape;335;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4" name="Google Shape;344;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1" name="Google Shape;351;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8" name="Google Shape;358;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6" name="Google Shape;366;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4" name="Google Shape;374;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3" name="Google Shape;383;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4" name="Google Shape;394;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2" name="Google Shape;402;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0" name="Google Shape;410;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8" name="Google Shape;418;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8" name="Google Shape;428;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6" name="Google Shape;436;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4" name="Google Shape;444;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1" name="Google Shape;451;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9" name="Google Shape;459;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4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6" name="Google Shape;466;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4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4" name="Google Shape;474;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4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2" name="Google Shape;482;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4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2" name="Google Shape;492;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3" name="Google Shape;503;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4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9" name="Google Shape;519;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p4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0" name="Google Shape;530;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5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1" name="Google Shape;541;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p5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3" name="Google Shape;553;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5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1" name="Google Shape;561;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53:notes"/>
          <p:cNvSpPr txBox="1"/>
          <p:nvPr/>
        </p:nvSpPr>
        <p:spPr>
          <a:xfrm>
            <a:off x="3883025" y="9613900"/>
            <a:ext cx="2971800" cy="506413"/>
          </a:xfrm>
          <a:prstGeom prst="rect">
            <a:avLst/>
          </a:prstGeom>
          <a:noFill/>
          <a:ln>
            <a:noFill/>
          </a:ln>
        </p:spPr>
        <p:txBody>
          <a:bodyPr anchorCtr="0" anchor="b" bIns="46450" lIns="92925" spcFirstLastPara="1" rIns="92925" wrap="square" tIns="46450">
            <a:noAutofit/>
          </a:bodyPr>
          <a:lstStyle/>
          <a:p>
            <a:pPr indent="0" lvl="0" marL="0" marR="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567" name="Google Shape;567;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68" name="Google Shape;568;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 name="Shape 16"/>
        <p:cNvGrpSpPr/>
        <p:nvPr/>
      </p:nvGrpSpPr>
      <p:grpSpPr>
        <a:xfrm>
          <a:off x="0" y="0"/>
          <a:ext cx="0" cy="0"/>
          <a:chOff x="0" y="0"/>
          <a:chExt cx="0" cy="0"/>
        </a:xfrm>
      </p:grpSpPr>
      <p:sp>
        <p:nvSpPr>
          <p:cNvPr id="17" name="Google Shape;17;p55"/>
          <p:cNvSpPr txBox="1"/>
          <p:nvPr>
            <p:ph type="ctrTitle"/>
          </p:nvPr>
        </p:nvSpPr>
        <p:spPr>
          <a:xfrm>
            <a:off x="914400" y="1096237"/>
            <a:ext cx="10363200" cy="23876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8" name="Google Shape;18;p5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9" name="Google Shape;19;p55"/>
          <p:cNvSpPr txBox="1"/>
          <p:nvPr>
            <p:ph idx="10" type="dt"/>
          </p:nvPr>
        </p:nvSpPr>
        <p:spPr>
          <a:xfrm>
            <a:off x="838200" y="6356351"/>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55"/>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55"/>
          <p:cNvSpPr txBox="1"/>
          <p:nvPr>
            <p:ph idx="12" type="sldNum"/>
          </p:nvPr>
        </p:nvSpPr>
        <p:spPr>
          <a:xfrm>
            <a:off x="9446684" y="6381751"/>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1" i="0" sz="1600" u="none" cap="none" strike="noStrike">
                <a:solidFill>
                  <a:srgbClr val="FFFFFF"/>
                </a:solidFill>
                <a:latin typeface="Cambria"/>
                <a:ea typeface="Cambria"/>
                <a:cs typeface="Cambria"/>
                <a:sym typeface="Cambria"/>
              </a:defRPr>
            </a:lvl1pPr>
            <a:lvl2pPr indent="0" lvl="1" marL="0" marR="0" algn="r">
              <a:spcBef>
                <a:spcPts val="0"/>
              </a:spcBef>
              <a:buNone/>
              <a:defRPr b="1" i="0" sz="1600" u="none" cap="none" strike="noStrike">
                <a:solidFill>
                  <a:srgbClr val="FFFFFF"/>
                </a:solidFill>
                <a:latin typeface="Cambria"/>
                <a:ea typeface="Cambria"/>
                <a:cs typeface="Cambria"/>
                <a:sym typeface="Cambria"/>
              </a:defRPr>
            </a:lvl2pPr>
            <a:lvl3pPr indent="0" lvl="2" marL="0" marR="0" algn="r">
              <a:spcBef>
                <a:spcPts val="0"/>
              </a:spcBef>
              <a:buNone/>
              <a:defRPr b="1" i="0" sz="1600" u="none" cap="none" strike="noStrike">
                <a:solidFill>
                  <a:srgbClr val="FFFFFF"/>
                </a:solidFill>
                <a:latin typeface="Cambria"/>
                <a:ea typeface="Cambria"/>
                <a:cs typeface="Cambria"/>
                <a:sym typeface="Cambria"/>
              </a:defRPr>
            </a:lvl3pPr>
            <a:lvl4pPr indent="0" lvl="3" marL="0" marR="0" algn="r">
              <a:spcBef>
                <a:spcPts val="0"/>
              </a:spcBef>
              <a:buNone/>
              <a:defRPr b="1" i="0" sz="1600" u="none" cap="none" strike="noStrike">
                <a:solidFill>
                  <a:srgbClr val="FFFFFF"/>
                </a:solidFill>
                <a:latin typeface="Cambria"/>
                <a:ea typeface="Cambria"/>
                <a:cs typeface="Cambria"/>
                <a:sym typeface="Cambria"/>
              </a:defRPr>
            </a:lvl4pPr>
            <a:lvl5pPr indent="0" lvl="4" marL="0" marR="0" algn="r">
              <a:spcBef>
                <a:spcPts val="0"/>
              </a:spcBef>
              <a:buNone/>
              <a:defRPr b="1" i="0" sz="1600" u="none" cap="none" strike="noStrike">
                <a:solidFill>
                  <a:srgbClr val="FFFFFF"/>
                </a:solidFill>
                <a:latin typeface="Cambria"/>
                <a:ea typeface="Cambria"/>
                <a:cs typeface="Cambria"/>
                <a:sym typeface="Cambria"/>
              </a:defRPr>
            </a:lvl5pPr>
            <a:lvl6pPr indent="0" lvl="5" marL="0" marR="0" algn="r">
              <a:spcBef>
                <a:spcPts val="0"/>
              </a:spcBef>
              <a:buNone/>
              <a:defRPr b="1" i="0" sz="1600" u="none" cap="none" strike="noStrike">
                <a:solidFill>
                  <a:srgbClr val="FFFFFF"/>
                </a:solidFill>
                <a:latin typeface="Cambria"/>
                <a:ea typeface="Cambria"/>
                <a:cs typeface="Cambria"/>
                <a:sym typeface="Cambria"/>
              </a:defRPr>
            </a:lvl6pPr>
            <a:lvl7pPr indent="0" lvl="6" marL="0" marR="0" algn="r">
              <a:spcBef>
                <a:spcPts val="0"/>
              </a:spcBef>
              <a:buNone/>
              <a:defRPr b="1" i="0" sz="1600" u="none" cap="none" strike="noStrike">
                <a:solidFill>
                  <a:srgbClr val="FFFFFF"/>
                </a:solidFill>
                <a:latin typeface="Cambria"/>
                <a:ea typeface="Cambria"/>
                <a:cs typeface="Cambria"/>
                <a:sym typeface="Cambria"/>
              </a:defRPr>
            </a:lvl7pPr>
            <a:lvl8pPr indent="0" lvl="7" marL="0" marR="0" algn="r">
              <a:spcBef>
                <a:spcPts val="0"/>
              </a:spcBef>
              <a:buNone/>
              <a:defRPr b="1" i="0" sz="1600" u="none" cap="none" strike="noStrike">
                <a:solidFill>
                  <a:srgbClr val="FFFFFF"/>
                </a:solidFill>
                <a:latin typeface="Cambria"/>
                <a:ea typeface="Cambria"/>
                <a:cs typeface="Cambria"/>
                <a:sym typeface="Cambria"/>
              </a:defRPr>
            </a:lvl8pPr>
            <a:lvl9pPr indent="0" lvl="8" marL="0" marR="0" algn="r">
              <a:spcBef>
                <a:spcPts val="0"/>
              </a:spcBef>
              <a:buNone/>
              <a:defRPr b="1" i="0" sz="1600" u="none" cap="none" strike="noStrike">
                <a:solidFill>
                  <a:srgbClr val="FFFFFF"/>
                </a:solidFill>
                <a:latin typeface="Cambria"/>
                <a:ea typeface="Cambria"/>
                <a:cs typeface="Cambria"/>
                <a:sym typeface="Cambr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2" name="Shape 22"/>
        <p:cNvGrpSpPr/>
        <p:nvPr/>
      </p:nvGrpSpPr>
      <p:grpSpPr>
        <a:xfrm>
          <a:off x="0" y="0"/>
          <a:ext cx="0" cy="0"/>
          <a:chOff x="0" y="0"/>
          <a:chExt cx="0" cy="0"/>
        </a:xfrm>
      </p:grpSpPr>
      <p:sp>
        <p:nvSpPr>
          <p:cNvPr id="23" name="Google Shape;23;p56"/>
          <p:cNvSpPr txBox="1"/>
          <p:nvPr>
            <p:ph idx="10" type="dt"/>
          </p:nvPr>
        </p:nvSpPr>
        <p:spPr>
          <a:xfrm>
            <a:off x="838200" y="6356351"/>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56"/>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56"/>
          <p:cNvSpPr txBox="1"/>
          <p:nvPr>
            <p:ph idx="12" type="sldNum"/>
          </p:nvPr>
        </p:nvSpPr>
        <p:spPr>
          <a:xfrm>
            <a:off x="8610600" y="6356351"/>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1200" u="none" cap="none" strike="noStrike">
                <a:solidFill>
                  <a:srgbClr val="898989"/>
                </a:solidFill>
                <a:latin typeface="Calibri"/>
                <a:ea typeface="Calibri"/>
                <a:cs typeface="Calibri"/>
                <a:sym typeface="Calibri"/>
              </a:defRPr>
            </a:lvl1pPr>
            <a:lvl2pPr indent="0" lvl="1" marL="0" marR="0" algn="r">
              <a:spcBef>
                <a:spcPts val="0"/>
              </a:spcBef>
              <a:buNone/>
              <a:defRPr b="0" i="0" sz="1200" u="none" cap="none" strike="noStrike">
                <a:solidFill>
                  <a:srgbClr val="898989"/>
                </a:solidFill>
                <a:latin typeface="Calibri"/>
                <a:ea typeface="Calibri"/>
                <a:cs typeface="Calibri"/>
                <a:sym typeface="Calibri"/>
              </a:defRPr>
            </a:lvl2pPr>
            <a:lvl3pPr indent="0" lvl="2" marL="0" marR="0" algn="r">
              <a:spcBef>
                <a:spcPts val="0"/>
              </a:spcBef>
              <a:buNone/>
              <a:defRPr b="0" i="0" sz="1200" u="none" cap="none" strike="noStrike">
                <a:solidFill>
                  <a:srgbClr val="898989"/>
                </a:solidFill>
                <a:latin typeface="Calibri"/>
                <a:ea typeface="Calibri"/>
                <a:cs typeface="Calibri"/>
                <a:sym typeface="Calibri"/>
              </a:defRPr>
            </a:lvl3pPr>
            <a:lvl4pPr indent="0" lvl="3" marL="0" marR="0" algn="r">
              <a:spcBef>
                <a:spcPts val="0"/>
              </a:spcBef>
              <a:buNone/>
              <a:defRPr b="0" i="0" sz="1200" u="none" cap="none" strike="noStrike">
                <a:solidFill>
                  <a:srgbClr val="898989"/>
                </a:solidFill>
                <a:latin typeface="Calibri"/>
                <a:ea typeface="Calibri"/>
                <a:cs typeface="Calibri"/>
                <a:sym typeface="Calibri"/>
              </a:defRPr>
            </a:lvl4pPr>
            <a:lvl5pPr indent="0" lvl="4" marL="0" marR="0" algn="r">
              <a:spcBef>
                <a:spcPts val="0"/>
              </a:spcBef>
              <a:buNone/>
              <a:defRPr b="0" i="0" sz="1200" u="none" cap="none" strike="noStrike">
                <a:solidFill>
                  <a:srgbClr val="898989"/>
                </a:solidFill>
                <a:latin typeface="Calibri"/>
                <a:ea typeface="Calibri"/>
                <a:cs typeface="Calibri"/>
                <a:sym typeface="Calibri"/>
              </a:defRPr>
            </a:lvl5pPr>
            <a:lvl6pPr indent="0" lvl="5" marL="0" marR="0" algn="r">
              <a:spcBef>
                <a:spcPts val="0"/>
              </a:spcBef>
              <a:buNone/>
              <a:defRPr b="0" i="0" sz="1200" u="none" cap="none" strike="noStrike">
                <a:solidFill>
                  <a:srgbClr val="898989"/>
                </a:solidFill>
                <a:latin typeface="Calibri"/>
                <a:ea typeface="Calibri"/>
                <a:cs typeface="Calibri"/>
                <a:sym typeface="Calibri"/>
              </a:defRPr>
            </a:lvl6pPr>
            <a:lvl7pPr indent="0" lvl="6" marL="0" marR="0" algn="r">
              <a:spcBef>
                <a:spcPts val="0"/>
              </a:spcBef>
              <a:buNone/>
              <a:defRPr b="0" i="0" sz="1200" u="none" cap="none" strike="noStrike">
                <a:solidFill>
                  <a:srgbClr val="898989"/>
                </a:solidFill>
                <a:latin typeface="Calibri"/>
                <a:ea typeface="Calibri"/>
                <a:cs typeface="Calibri"/>
                <a:sym typeface="Calibri"/>
              </a:defRPr>
            </a:lvl7pPr>
            <a:lvl8pPr indent="0" lvl="7" marL="0" marR="0" algn="r">
              <a:spcBef>
                <a:spcPts val="0"/>
              </a:spcBef>
              <a:buNone/>
              <a:defRPr b="0" i="0" sz="1200" u="none" cap="none" strike="noStrike">
                <a:solidFill>
                  <a:srgbClr val="898989"/>
                </a:solidFill>
                <a:latin typeface="Calibri"/>
                <a:ea typeface="Calibri"/>
                <a:cs typeface="Calibri"/>
                <a:sym typeface="Calibri"/>
              </a:defRPr>
            </a:lvl8pPr>
            <a:lvl9pPr indent="0" lvl="8" marL="0" marR="0" algn="r">
              <a:spcBef>
                <a:spcPts val="0"/>
              </a:spcBef>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sp>
        <p:nvSpPr>
          <p:cNvPr id="27" name="Google Shape;27;p57"/>
          <p:cNvSpPr txBox="1"/>
          <p:nvPr>
            <p:ph type="title"/>
          </p:nvPr>
        </p:nvSpPr>
        <p:spPr>
          <a:xfrm>
            <a:off x="838200" y="312875"/>
            <a:ext cx="10515600" cy="83237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8" name="Google Shape;28;p57"/>
          <p:cNvSpPr txBox="1"/>
          <p:nvPr>
            <p:ph idx="1" type="body"/>
          </p:nvPr>
        </p:nvSpPr>
        <p:spPr>
          <a:xfrm>
            <a:off x="838200" y="1306286"/>
            <a:ext cx="10515600" cy="3879669"/>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57"/>
          <p:cNvSpPr txBox="1"/>
          <p:nvPr>
            <p:ph idx="10" type="dt"/>
          </p:nvPr>
        </p:nvSpPr>
        <p:spPr>
          <a:xfrm>
            <a:off x="838200" y="6356351"/>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57"/>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7"/>
          <p:cNvSpPr txBox="1"/>
          <p:nvPr>
            <p:ph idx="12" type="sldNum"/>
          </p:nvPr>
        </p:nvSpPr>
        <p:spPr>
          <a:xfrm>
            <a:off x="9414933" y="6429376"/>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1" i="0" sz="1400" u="none" cap="none" strike="noStrike">
                <a:solidFill>
                  <a:srgbClr val="FFFFFF"/>
                </a:solidFill>
                <a:latin typeface="Calibri"/>
                <a:ea typeface="Calibri"/>
                <a:cs typeface="Calibri"/>
                <a:sym typeface="Calibri"/>
              </a:defRPr>
            </a:lvl1pPr>
            <a:lvl2pPr indent="0" lvl="1" marL="0" marR="0" algn="r">
              <a:spcBef>
                <a:spcPts val="0"/>
              </a:spcBef>
              <a:buNone/>
              <a:defRPr b="1" i="0" sz="1400" u="none" cap="none" strike="noStrike">
                <a:solidFill>
                  <a:srgbClr val="FFFFFF"/>
                </a:solidFill>
                <a:latin typeface="Calibri"/>
                <a:ea typeface="Calibri"/>
                <a:cs typeface="Calibri"/>
                <a:sym typeface="Calibri"/>
              </a:defRPr>
            </a:lvl2pPr>
            <a:lvl3pPr indent="0" lvl="2" marL="0" marR="0" algn="r">
              <a:spcBef>
                <a:spcPts val="0"/>
              </a:spcBef>
              <a:buNone/>
              <a:defRPr b="1" i="0" sz="1400" u="none" cap="none" strike="noStrike">
                <a:solidFill>
                  <a:srgbClr val="FFFFFF"/>
                </a:solidFill>
                <a:latin typeface="Calibri"/>
                <a:ea typeface="Calibri"/>
                <a:cs typeface="Calibri"/>
                <a:sym typeface="Calibri"/>
              </a:defRPr>
            </a:lvl3pPr>
            <a:lvl4pPr indent="0" lvl="3" marL="0" marR="0" algn="r">
              <a:spcBef>
                <a:spcPts val="0"/>
              </a:spcBef>
              <a:buNone/>
              <a:defRPr b="1" i="0" sz="1400" u="none" cap="none" strike="noStrike">
                <a:solidFill>
                  <a:srgbClr val="FFFFFF"/>
                </a:solidFill>
                <a:latin typeface="Calibri"/>
                <a:ea typeface="Calibri"/>
                <a:cs typeface="Calibri"/>
                <a:sym typeface="Calibri"/>
              </a:defRPr>
            </a:lvl4pPr>
            <a:lvl5pPr indent="0" lvl="4" marL="0" marR="0" algn="r">
              <a:spcBef>
                <a:spcPts val="0"/>
              </a:spcBef>
              <a:buNone/>
              <a:defRPr b="1" i="0" sz="1400" u="none" cap="none" strike="noStrike">
                <a:solidFill>
                  <a:srgbClr val="FFFFFF"/>
                </a:solidFill>
                <a:latin typeface="Calibri"/>
                <a:ea typeface="Calibri"/>
                <a:cs typeface="Calibri"/>
                <a:sym typeface="Calibri"/>
              </a:defRPr>
            </a:lvl5pPr>
            <a:lvl6pPr indent="0" lvl="5" marL="0" marR="0" algn="r">
              <a:spcBef>
                <a:spcPts val="0"/>
              </a:spcBef>
              <a:buNone/>
              <a:defRPr b="1" i="0" sz="1400" u="none" cap="none" strike="noStrike">
                <a:solidFill>
                  <a:srgbClr val="FFFFFF"/>
                </a:solidFill>
                <a:latin typeface="Calibri"/>
                <a:ea typeface="Calibri"/>
                <a:cs typeface="Calibri"/>
                <a:sym typeface="Calibri"/>
              </a:defRPr>
            </a:lvl6pPr>
            <a:lvl7pPr indent="0" lvl="6" marL="0" marR="0" algn="r">
              <a:spcBef>
                <a:spcPts val="0"/>
              </a:spcBef>
              <a:buNone/>
              <a:defRPr b="1" i="0" sz="1400" u="none" cap="none" strike="noStrike">
                <a:solidFill>
                  <a:srgbClr val="FFFFFF"/>
                </a:solidFill>
                <a:latin typeface="Calibri"/>
                <a:ea typeface="Calibri"/>
                <a:cs typeface="Calibri"/>
                <a:sym typeface="Calibri"/>
              </a:defRPr>
            </a:lvl7pPr>
            <a:lvl8pPr indent="0" lvl="7" marL="0" marR="0" algn="r">
              <a:spcBef>
                <a:spcPts val="0"/>
              </a:spcBef>
              <a:buNone/>
              <a:defRPr b="1" i="0" sz="1400" u="none" cap="none" strike="noStrike">
                <a:solidFill>
                  <a:srgbClr val="FFFFFF"/>
                </a:solidFill>
                <a:latin typeface="Calibri"/>
                <a:ea typeface="Calibri"/>
                <a:cs typeface="Calibri"/>
                <a:sym typeface="Calibri"/>
              </a:defRPr>
            </a:lvl8pPr>
            <a:lvl9pPr indent="0" lvl="8" marL="0" marR="0" algn="r">
              <a:spcBef>
                <a:spcPts val="0"/>
              </a:spcBef>
              <a:buNone/>
              <a:defRPr b="1" i="0" sz="140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2" name="Shape 32"/>
        <p:cNvGrpSpPr/>
        <p:nvPr/>
      </p:nvGrpSpPr>
      <p:grpSpPr>
        <a:xfrm>
          <a:off x="0" y="0"/>
          <a:ext cx="0" cy="0"/>
          <a:chOff x="0" y="0"/>
          <a:chExt cx="0" cy="0"/>
        </a:xfrm>
      </p:grpSpPr>
      <p:sp>
        <p:nvSpPr>
          <p:cNvPr id="33" name="Google Shape;33;p58"/>
          <p:cNvSpPr txBox="1"/>
          <p:nvPr>
            <p:ph type="title"/>
          </p:nvPr>
        </p:nvSpPr>
        <p:spPr>
          <a:xfrm>
            <a:off x="839788" y="365127"/>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4" name="Google Shape;34;p58"/>
          <p:cNvSpPr txBox="1"/>
          <p:nvPr>
            <p:ph idx="1" type="body"/>
          </p:nvPr>
        </p:nvSpPr>
        <p:spPr>
          <a:xfrm>
            <a:off x="839789" y="1681163"/>
            <a:ext cx="5157787"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5" name="Google Shape;35;p58"/>
          <p:cNvSpPr txBox="1"/>
          <p:nvPr>
            <p:ph idx="2" type="body"/>
          </p:nvPr>
        </p:nvSpPr>
        <p:spPr>
          <a:xfrm>
            <a:off x="839789" y="2505075"/>
            <a:ext cx="5157787" cy="368458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58"/>
          <p:cNvSpPr txBox="1"/>
          <p:nvPr>
            <p:ph idx="3" type="body"/>
          </p:nvPr>
        </p:nvSpPr>
        <p:spPr>
          <a:xfrm>
            <a:off x="6172201" y="1681163"/>
            <a:ext cx="5183188"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7" name="Google Shape;37;p58"/>
          <p:cNvSpPr txBox="1"/>
          <p:nvPr>
            <p:ph idx="4" type="body"/>
          </p:nvPr>
        </p:nvSpPr>
        <p:spPr>
          <a:xfrm>
            <a:off x="6172201" y="2505075"/>
            <a:ext cx="5183188" cy="368458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58"/>
          <p:cNvSpPr txBox="1"/>
          <p:nvPr>
            <p:ph idx="10" type="dt"/>
          </p:nvPr>
        </p:nvSpPr>
        <p:spPr>
          <a:xfrm>
            <a:off x="838200" y="6356351"/>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8"/>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58"/>
          <p:cNvSpPr txBox="1"/>
          <p:nvPr>
            <p:ph idx="12" type="sldNum"/>
          </p:nvPr>
        </p:nvSpPr>
        <p:spPr>
          <a:xfrm>
            <a:off x="8610600" y="6356351"/>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1200">
                <a:solidFill>
                  <a:srgbClr val="898989"/>
                </a:solidFill>
                <a:latin typeface="Calibri"/>
                <a:ea typeface="Calibri"/>
                <a:cs typeface="Calibri"/>
                <a:sym typeface="Calibri"/>
              </a:defRPr>
            </a:lvl1pPr>
            <a:lvl2pPr indent="0" lvl="1" marL="0" marR="0" algn="r">
              <a:spcBef>
                <a:spcPts val="0"/>
              </a:spcBef>
              <a:buNone/>
              <a:defRPr sz="1200">
                <a:solidFill>
                  <a:srgbClr val="898989"/>
                </a:solidFill>
                <a:latin typeface="Calibri"/>
                <a:ea typeface="Calibri"/>
                <a:cs typeface="Calibri"/>
                <a:sym typeface="Calibri"/>
              </a:defRPr>
            </a:lvl2pPr>
            <a:lvl3pPr indent="0" lvl="2" marL="0" marR="0" algn="r">
              <a:spcBef>
                <a:spcPts val="0"/>
              </a:spcBef>
              <a:buNone/>
              <a:defRPr sz="1200">
                <a:solidFill>
                  <a:srgbClr val="898989"/>
                </a:solidFill>
                <a:latin typeface="Calibri"/>
                <a:ea typeface="Calibri"/>
                <a:cs typeface="Calibri"/>
                <a:sym typeface="Calibri"/>
              </a:defRPr>
            </a:lvl3pPr>
            <a:lvl4pPr indent="0" lvl="3" marL="0" marR="0" algn="r">
              <a:spcBef>
                <a:spcPts val="0"/>
              </a:spcBef>
              <a:buNone/>
              <a:defRPr sz="1200">
                <a:solidFill>
                  <a:srgbClr val="898989"/>
                </a:solidFill>
                <a:latin typeface="Calibri"/>
                <a:ea typeface="Calibri"/>
                <a:cs typeface="Calibri"/>
                <a:sym typeface="Calibri"/>
              </a:defRPr>
            </a:lvl4pPr>
            <a:lvl5pPr indent="0" lvl="4" marL="0" marR="0" algn="r">
              <a:spcBef>
                <a:spcPts val="0"/>
              </a:spcBef>
              <a:buNone/>
              <a:defRPr sz="1200">
                <a:solidFill>
                  <a:srgbClr val="898989"/>
                </a:solidFill>
                <a:latin typeface="Calibri"/>
                <a:ea typeface="Calibri"/>
                <a:cs typeface="Calibri"/>
                <a:sym typeface="Calibri"/>
              </a:defRPr>
            </a:lvl5pPr>
            <a:lvl6pPr indent="0" lvl="5" marL="0" marR="0" algn="r">
              <a:spcBef>
                <a:spcPts val="0"/>
              </a:spcBef>
              <a:buNone/>
              <a:defRPr sz="1200">
                <a:solidFill>
                  <a:srgbClr val="898989"/>
                </a:solidFill>
                <a:latin typeface="Calibri"/>
                <a:ea typeface="Calibri"/>
                <a:cs typeface="Calibri"/>
                <a:sym typeface="Calibri"/>
              </a:defRPr>
            </a:lvl6pPr>
            <a:lvl7pPr indent="0" lvl="6" marL="0" marR="0" algn="r">
              <a:spcBef>
                <a:spcPts val="0"/>
              </a:spcBef>
              <a:buNone/>
              <a:defRPr sz="1200">
                <a:solidFill>
                  <a:srgbClr val="898989"/>
                </a:solidFill>
                <a:latin typeface="Calibri"/>
                <a:ea typeface="Calibri"/>
                <a:cs typeface="Calibri"/>
                <a:sym typeface="Calibri"/>
              </a:defRPr>
            </a:lvl7pPr>
            <a:lvl8pPr indent="0" lvl="7" marL="0" marR="0" algn="r">
              <a:spcBef>
                <a:spcPts val="0"/>
              </a:spcBef>
              <a:buNone/>
              <a:defRPr sz="1200">
                <a:solidFill>
                  <a:srgbClr val="898989"/>
                </a:solidFill>
                <a:latin typeface="Calibri"/>
                <a:ea typeface="Calibri"/>
                <a:cs typeface="Calibri"/>
                <a:sym typeface="Calibri"/>
              </a:defRPr>
            </a:lvl8pPr>
            <a:lvl9pPr indent="0" lvl="8" marL="0" marR="0" algn="r">
              <a:spcBef>
                <a:spcPts val="0"/>
              </a:spcBef>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1" name="Shape 41"/>
        <p:cNvGrpSpPr/>
        <p:nvPr/>
      </p:nvGrpSpPr>
      <p:grpSpPr>
        <a:xfrm>
          <a:off x="0" y="0"/>
          <a:ext cx="0" cy="0"/>
          <a:chOff x="0" y="0"/>
          <a:chExt cx="0" cy="0"/>
        </a:xfrm>
      </p:grpSpPr>
      <p:sp>
        <p:nvSpPr>
          <p:cNvPr id="42" name="Google Shape;42;p59"/>
          <p:cNvSpPr txBox="1"/>
          <p:nvPr>
            <p:ph type="title"/>
          </p:nvPr>
        </p:nvSpPr>
        <p:spPr>
          <a:xfrm>
            <a:off x="831851" y="730024"/>
            <a:ext cx="10515600" cy="2852737"/>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43" name="Google Shape;43;p59"/>
          <p:cNvSpPr txBox="1"/>
          <p:nvPr>
            <p:ph idx="1" type="body"/>
          </p:nvPr>
        </p:nvSpPr>
        <p:spPr>
          <a:xfrm>
            <a:off x="831851" y="3727316"/>
            <a:ext cx="10515600" cy="1500187"/>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sz="2400">
                <a:solidFill>
                  <a:schemeClr val="dk1"/>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4" name="Google Shape;44;p59"/>
          <p:cNvSpPr txBox="1"/>
          <p:nvPr>
            <p:ph idx="10" type="dt"/>
          </p:nvPr>
        </p:nvSpPr>
        <p:spPr>
          <a:xfrm>
            <a:off x="838200" y="6356351"/>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59"/>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59"/>
          <p:cNvSpPr txBox="1"/>
          <p:nvPr>
            <p:ph idx="12" type="sldNum"/>
          </p:nvPr>
        </p:nvSpPr>
        <p:spPr>
          <a:xfrm>
            <a:off x="8610600" y="6356351"/>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1200">
                <a:solidFill>
                  <a:srgbClr val="898989"/>
                </a:solidFill>
                <a:latin typeface="Calibri"/>
                <a:ea typeface="Calibri"/>
                <a:cs typeface="Calibri"/>
                <a:sym typeface="Calibri"/>
              </a:defRPr>
            </a:lvl1pPr>
            <a:lvl2pPr indent="0" lvl="1" marL="0" marR="0" algn="r">
              <a:spcBef>
                <a:spcPts val="0"/>
              </a:spcBef>
              <a:buNone/>
              <a:defRPr sz="1200">
                <a:solidFill>
                  <a:srgbClr val="898989"/>
                </a:solidFill>
                <a:latin typeface="Calibri"/>
                <a:ea typeface="Calibri"/>
                <a:cs typeface="Calibri"/>
                <a:sym typeface="Calibri"/>
              </a:defRPr>
            </a:lvl2pPr>
            <a:lvl3pPr indent="0" lvl="2" marL="0" marR="0" algn="r">
              <a:spcBef>
                <a:spcPts val="0"/>
              </a:spcBef>
              <a:buNone/>
              <a:defRPr sz="1200">
                <a:solidFill>
                  <a:srgbClr val="898989"/>
                </a:solidFill>
                <a:latin typeface="Calibri"/>
                <a:ea typeface="Calibri"/>
                <a:cs typeface="Calibri"/>
                <a:sym typeface="Calibri"/>
              </a:defRPr>
            </a:lvl3pPr>
            <a:lvl4pPr indent="0" lvl="3" marL="0" marR="0" algn="r">
              <a:spcBef>
                <a:spcPts val="0"/>
              </a:spcBef>
              <a:buNone/>
              <a:defRPr sz="1200">
                <a:solidFill>
                  <a:srgbClr val="898989"/>
                </a:solidFill>
                <a:latin typeface="Calibri"/>
                <a:ea typeface="Calibri"/>
                <a:cs typeface="Calibri"/>
                <a:sym typeface="Calibri"/>
              </a:defRPr>
            </a:lvl4pPr>
            <a:lvl5pPr indent="0" lvl="4" marL="0" marR="0" algn="r">
              <a:spcBef>
                <a:spcPts val="0"/>
              </a:spcBef>
              <a:buNone/>
              <a:defRPr sz="1200">
                <a:solidFill>
                  <a:srgbClr val="898989"/>
                </a:solidFill>
                <a:latin typeface="Calibri"/>
                <a:ea typeface="Calibri"/>
                <a:cs typeface="Calibri"/>
                <a:sym typeface="Calibri"/>
              </a:defRPr>
            </a:lvl5pPr>
            <a:lvl6pPr indent="0" lvl="5" marL="0" marR="0" algn="r">
              <a:spcBef>
                <a:spcPts val="0"/>
              </a:spcBef>
              <a:buNone/>
              <a:defRPr sz="1200">
                <a:solidFill>
                  <a:srgbClr val="898989"/>
                </a:solidFill>
                <a:latin typeface="Calibri"/>
                <a:ea typeface="Calibri"/>
                <a:cs typeface="Calibri"/>
                <a:sym typeface="Calibri"/>
              </a:defRPr>
            </a:lvl6pPr>
            <a:lvl7pPr indent="0" lvl="6" marL="0" marR="0" algn="r">
              <a:spcBef>
                <a:spcPts val="0"/>
              </a:spcBef>
              <a:buNone/>
              <a:defRPr sz="1200">
                <a:solidFill>
                  <a:srgbClr val="898989"/>
                </a:solidFill>
                <a:latin typeface="Calibri"/>
                <a:ea typeface="Calibri"/>
                <a:cs typeface="Calibri"/>
                <a:sym typeface="Calibri"/>
              </a:defRPr>
            </a:lvl7pPr>
            <a:lvl8pPr indent="0" lvl="7" marL="0" marR="0" algn="r">
              <a:spcBef>
                <a:spcPts val="0"/>
              </a:spcBef>
              <a:buNone/>
              <a:defRPr sz="1200">
                <a:solidFill>
                  <a:srgbClr val="898989"/>
                </a:solidFill>
                <a:latin typeface="Calibri"/>
                <a:ea typeface="Calibri"/>
                <a:cs typeface="Calibri"/>
                <a:sym typeface="Calibri"/>
              </a:defRPr>
            </a:lvl8pPr>
            <a:lvl9pPr indent="0" lvl="8" marL="0" marR="0" algn="r">
              <a:spcBef>
                <a:spcPts val="0"/>
              </a:spcBef>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7" name="Shape 47"/>
        <p:cNvGrpSpPr/>
        <p:nvPr/>
      </p:nvGrpSpPr>
      <p:grpSpPr>
        <a:xfrm>
          <a:off x="0" y="0"/>
          <a:ext cx="0" cy="0"/>
          <a:chOff x="0" y="0"/>
          <a:chExt cx="0" cy="0"/>
        </a:xfrm>
      </p:grpSpPr>
      <p:sp>
        <p:nvSpPr>
          <p:cNvPr id="48" name="Google Shape;48;p60"/>
          <p:cNvSpPr txBox="1"/>
          <p:nvPr>
            <p:ph type="title"/>
          </p:nvPr>
        </p:nvSpPr>
        <p:spPr>
          <a:xfrm>
            <a:off x="838200" y="365126"/>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49" name="Google Shape;49;p6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6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60"/>
          <p:cNvSpPr txBox="1"/>
          <p:nvPr>
            <p:ph idx="10" type="dt"/>
          </p:nvPr>
        </p:nvSpPr>
        <p:spPr>
          <a:xfrm>
            <a:off x="838200" y="6356351"/>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60"/>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60"/>
          <p:cNvSpPr txBox="1"/>
          <p:nvPr>
            <p:ph idx="12" type="sldNum"/>
          </p:nvPr>
        </p:nvSpPr>
        <p:spPr>
          <a:xfrm>
            <a:off x="8610600" y="6356351"/>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1200">
                <a:solidFill>
                  <a:srgbClr val="898989"/>
                </a:solidFill>
                <a:latin typeface="Calibri"/>
                <a:ea typeface="Calibri"/>
                <a:cs typeface="Calibri"/>
                <a:sym typeface="Calibri"/>
              </a:defRPr>
            </a:lvl1pPr>
            <a:lvl2pPr indent="0" lvl="1" marL="0" marR="0" algn="r">
              <a:spcBef>
                <a:spcPts val="0"/>
              </a:spcBef>
              <a:buNone/>
              <a:defRPr sz="1200">
                <a:solidFill>
                  <a:srgbClr val="898989"/>
                </a:solidFill>
                <a:latin typeface="Calibri"/>
                <a:ea typeface="Calibri"/>
                <a:cs typeface="Calibri"/>
                <a:sym typeface="Calibri"/>
              </a:defRPr>
            </a:lvl2pPr>
            <a:lvl3pPr indent="0" lvl="2" marL="0" marR="0" algn="r">
              <a:spcBef>
                <a:spcPts val="0"/>
              </a:spcBef>
              <a:buNone/>
              <a:defRPr sz="1200">
                <a:solidFill>
                  <a:srgbClr val="898989"/>
                </a:solidFill>
                <a:latin typeface="Calibri"/>
                <a:ea typeface="Calibri"/>
                <a:cs typeface="Calibri"/>
                <a:sym typeface="Calibri"/>
              </a:defRPr>
            </a:lvl3pPr>
            <a:lvl4pPr indent="0" lvl="3" marL="0" marR="0" algn="r">
              <a:spcBef>
                <a:spcPts val="0"/>
              </a:spcBef>
              <a:buNone/>
              <a:defRPr sz="1200">
                <a:solidFill>
                  <a:srgbClr val="898989"/>
                </a:solidFill>
                <a:latin typeface="Calibri"/>
                <a:ea typeface="Calibri"/>
                <a:cs typeface="Calibri"/>
                <a:sym typeface="Calibri"/>
              </a:defRPr>
            </a:lvl4pPr>
            <a:lvl5pPr indent="0" lvl="4" marL="0" marR="0" algn="r">
              <a:spcBef>
                <a:spcPts val="0"/>
              </a:spcBef>
              <a:buNone/>
              <a:defRPr sz="1200">
                <a:solidFill>
                  <a:srgbClr val="898989"/>
                </a:solidFill>
                <a:latin typeface="Calibri"/>
                <a:ea typeface="Calibri"/>
                <a:cs typeface="Calibri"/>
                <a:sym typeface="Calibri"/>
              </a:defRPr>
            </a:lvl5pPr>
            <a:lvl6pPr indent="0" lvl="5" marL="0" marR="0" algn="r">
              <a:spcBef>
                <a:spcPts val="0"/>
              </a:spcBef>
              <a:buNone/>
              <a:defRPr sz="1200">
                <a:solidFill>
                  <a:srgbClr val="898989"/>
                </a:solidFill>
                <a:latin typeface="Calibri"/>
                <a:ea typeface="Calibri"/>
                <a:cs typeface="Calibri"/>
                <a:sym typeface="Calibri"/>
              </a:defRPr>
            </a:lvl6pPr>
            <a:lvl7pPr indent="0" lvl="6" marL="0" marR="0" algn="r">
              <a:spcBef>
                <a:spcPts val="0"/>
              </a:spcBef>
              <a:buNone/>
              <a:defRPr sz="1200">
                <a:solidFill>
                  <a:srgbClr val="898989"/>
                </a:solidFill>
                <a:latin typeface="Calibri"/>
                <a:ea typeface="Calibri"/>
                <a:cs typeface="Calibri"/>
                <a:sym typeface="Calibri"/>
              </a:defRPr>
            </a:lvl7pPr>
            <a:lvl8pPr indent="0" lvl="7" marL="0" marR="0" algn="r">
              <a:spcBef>
                <a:spcPts val="0"/>
              </a:spcBef>
              <a:buNone/>
              <a:defRPr sz="1200">
                <a:solidFill>
                  <a:srgbClr val="898989"/>
                </a:solidFill>
                <a:latin typeface="Calibri"/>
                <a:ea typeface="Calibri"/>
                <a:cs typeface="Calibri"/>
                <a:sym typeface="Calibri"/>
              </a:defRPr>
            </a:lvl8pPr>
            <a:lvl9pPr indent="0" lvl="8" marL="0" marR="0" algn="r">
              <a:spcBef>
                <a:spcPts val="0"/>
              </a:spcBef>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4" name="Shape 54"/>
        <p:cNvGrpSpPr/>
        <p:nvPr/>
      </p:nvGrpSpPr>
      <p:grpSpPr>
        <a:xfrm>
          <a:off x="0" y="0"/>
          <a:ext cx="0" cy="0"/>
          <a:chOff x="0" y="0"/>
          <a:chExt cx="0" cy="0"/>
        </a:xfrm>
      </p:grpSpPr>
      <p:sp>
        <p:nvSpPr>
          <p:cNvPr id="55" name="Google Shape;55;p61"/>
          <p:cNvSpPr txBox="1"/>
          <p:nvPr>
            <p:ph type="title"/>
          </p:nvPr>
        </p:nvSpPr>
        <p:spPr>
          <a:xfrm>
            <a:off x="838200" y="365126"/>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56" name="Google Shape;56;p61"/>
          <p:cNvSpPr txBox="1"/>
          <p:nvPr>
            <p:ph idx="10" type="dt"/>
          </p:nvPr>
        </p:nvSpPr>
        <p:spPr>
          <a:xfrm>
            <a:off x="838200" y="6356351"/>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61"/>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61"/>
          <p:cNvSpPr txBox="1"/>
          <p:nvPr>
            <p:ph idx="12" type="sldNum"/>
          </p:nvPr>
        </p:nvSpPr>
        <p:spPr>
          <a:xfrm>
            <a:off x="8610600" y="6356351"/>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1200">
                <a:solidFill>
                  <a:srgbClr val="898989"/>
                </a:solidFill>
                <a:latin typeface="Calibri"/>
                <a:ea typeface="Calibri"/>
                <a:cs typeface="Calibri"/>
                <a:sym typeface="Calibri"/>
              </a:defRPr>
            </a:lvl1pPr>
            <a:lvl2pPr indent="0" lvl="1" marL="0" marR="0" algn="r">
              <a:spcBef>
                <a:spcPts val="0"/>
              </a:spcBef>
              <a:buNone/>
              <a:defRPr sz="1200">
                <a:solidFill>
                  <a:srgbClr val="898989"/>
                </a:solidFill>
                <a:latin typeface="Calibri"/>
                <a:ea typeface="Calibri"/>
                <a:cs typeface="Calibri"/>
                <a:sym typeface="Calibri"/>
              </a:defRPr>
            </a:lvl2pPr>
            <a:lvl3pPr indent="0" lvl="2" marL="0" marR="0" algn="r">
              <a:spcBef>
                <a:spcPts val="0"/>
              </a:spcBef>
              <a:buNone/>
              <a:defRPr sz="1200">
                <a:solidFill>
                  <a:srgbClr val="898989"/>
                </a:solidFill>
                <a:latin typeface="Calibri"/>
                <a:ea typeface="Calibri"/>
                <a:cs typeface="Calibri"/>
                <a:sym typeface="Calibri"/>
              </a:defRPr>
            </a:lvl3pPr>
            <a:lvl4pPr indent="0" lvl="3" marL="0" marR="0" algn="r">
              <a:spcBef>
                <a:spcPts val="0"/>
              </a:spcBef>
              <a:buNone/>
              <a:defRPr sz="1200">
                <a:solidFill>
                  <a:srgbClr val="898989"/>
                </a:solidFill>
                <a:latin typeface="Calibri"/>
                <a:ea typeface="Calibri"/>
                <a:cs typeface="Calibri"/>
                <a:sym typeface="Calibri"/>
              </a:defRPr>
            </a:lvl4pPr>
            <a:lvl5pPr indent="0" lvl="4" marL="0" marR="0" algn="r">
              <a:spcBef>
                <a:spcPts val="0"/>
              </a:spcBef>
              <a:buNone/>
              <a:defRPr sz="1200">
                <a:solidFill>
                  <a:srgbClr val="898989"/>
                </a:solidFill>
                <a:latin typeface="Calibri"/>
                <a:ea typeface="Calibri"/>
                <a:cs typeface="Calibri"/>
                <a:sym typeface="Calibri"/>
              </a:defRPr>
            </a:lvl5pPr>
            <a:lvl6pPr indent="0" lvl="5" marL="0" marR="0" algn="r">
              <a:spcBef>
                <a:spcPts val="0"/>
              </a:spcBef>
              <a:buNone/>
              <a:defRPr sz="1200">
                <a:solidFill>
                  <a:srgbClr val="898989"/>
                </a:solidFill>
                <a:latin typeface="Calibri"/>
                <a:ea typeface="Calibri"/>
                <a:cs typeface="Calibri"/>
                <a:sym typeface="Calibri"/>
              </a:defRPr>
            </a:lvl6pPr>
            <a:lvl7pPr indent="0" lvl="6" marL="0" marR="0" algn="r">
              <a:spcBef>
                <a:spcPts val="0"/>
              </a:spcBef>
              <a:buNone/>
              <a:defRPr sz="1200">
                <a:solidFill>
                  <a:srgbClr val="898989"/>
                </a:solidFill>
                <a:latin typeface="Calibri"/>
                <a:ea typeface="Calibri"/>
                <a:cs typeface="Calibri"/>
                <a:sym typeface="Calibri"/>
              </a:defRPr>
            </a:lvl7pPr>
            <a:lvl8pPr indent="0" lvl="7" marL="0" marR="0" algn="r">
              <a:spcBef>
                <a:spcPts val="0"/>
              </a:spcBef>
              <a:buNone/>
              <a:defRPr sz="1200">
                <a:solidFill>
                  <a:srgbClr val="898989"/>
                </a:solidFill>
                <a:latin typeface="Calibri"/>
                <a:ea typeface="Calibri"/>
                <a:cs typeface="Calibri"/>
                <a:sym typeface="Calibri"/>
              </a:defRPr>
            </a:lvl8pPr>
            <a:lvl9pPr indent="0" lvl="8" marL="0" marR="0" algn="r">
              <a:spcBef>
                <a:spcPts val="0"/>
              </a:spcBef>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9" name="Shape 59"/>
        <p:cNvGrpSpPr/>
        <p:nvPr/>
      </p:nvGrpSpPr>
      <p:grpSpPr>
        <a:xfrm>
          <a:off x="0" y="0"/>
          <a:ext cx="0" cy="0"/>
          <a:chOff x="0" y="0"/>
          <a:chExt cx="0" cy="0"/>
        </a:xfrm>
      </p:grpSpPr>
      <p:sp>
        <p:nvSpPr>
          <p:cNvPr id="60" name="Google Shape;60;p6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61" name="Google Shape;61;p62"/>
          <p:cNvSpPr txBox="1"/>
          <p:nvPr>
            <p:ph idx="1" type="body"/>
          </p:nvPr>
        </p:nvSpPr>
        <p:spPr>
          <a:xfrm>
            <a:off x="5183188" y="987427"/>
            <a:ext cx="6172200" cy="4873625"/>
          </a:xfrm>
          <a:prstGeom prst="rect">
            <a:avLst/>
          </a:prstGeom>
          <a:noFill/>
          <a:ln>
            <a:noFill/>
          </a:ln>
        </p:spPr>
        <p:txBody>
          <a:bodyPr anchorCtr="0" anchor="t" bIns="45700" lIns="91425" spcFirstLastPara="1" rIns="91425" wrap="square" tIns="45700">
            <a:no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2" name="Google Shape;62;p6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3" name="Google Shape;63;p62"/>
          <p:cNvSpPr txBox="1"/>
          <p:nvPr>
            <p:ph idx="10" type="dt"/>
          </p:nvPr>
        </p:nvSpPr>
        <p:spPr>
          <a:xfrm>
            <a:off x="838200" y="6356351"/>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62"/>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62"/>
          <p:cNvSpPr txBox="1"/>
          <p:nvPr>
            <p:ph idx="12" type="sldNum"/>
          </p:nvPr>
        </p:nvSpPr>
        <p:spPr>
          <a:xfrm>
            <a:off x="8610600" y="6356351"/>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1200">
                <a:solidFill>
                  <a:srgbClr val="898989"/>
                </a:solidFill>
                <a:latin typeface="Calibri"/>
                <a:ea typeface="Calibri"/>
                <a:cs typeface="Calibri"/>
                <a:sym typeface="Calibri"/>
              </a:defRPr>
            </a:lvl1pPr>
            <a:lvl2pPr indent="0" lvl="1" marL="0" marR="0" algn="r">
              <a:spcBef>
                <a:spcPts val="0"/>
              </a:spcBef>
              <a:buNone/>
              <a:defRPr sz="1200">
                <a:solidFill>
                  <a:srgbClr val="898989"/>
                </a:solidFill>
                <a:latin typeface="Calibri"/>
                <a:ea typeface="Calibri"/>
                <a:cs typeface="Calibri"/>
                <a:sym typeface="Calibri"/>
              </a:defRPr>
            </a:lvl2pPr>
            <a:lvl3pPr indent="0" lvl="2" marL="0" marR="0" algn="r">
              <a:spcBef>
                <a:spcPts val="0"/>
              </a:spcBef>
              <a:buNone/>
              <a:defRPr sz="1200">
                <a:solidFill>
                  <a:srgbClr val="898989"/>
                </a:solidFill>
                <a:latin typeface="Calibri"/>
                <a:ea typeface="Calibri"/>
                <a:cs typeface="Calibri"/>
                <a:sym typeface="Calibri"/>
              </a:defRPr>
            </a:lvl3pPr>
            <a:lvl4pPr indent="0" lvl="3" marL="0" marR="0" algn="r">
              <a:spcBef>
                <a:spcPts val="0"/>
              </a:spcBef>
              <a:buNone/>
              <a:defRPr sz="1200">
                <a:solidFill>
                  <a:srgbClr val="898989"/>
                </a:solidFill>
                <a:latin typeface="Calibri"/>
                <a:ea typeface="Calibri"/>
                <a:cs typeface="Calibri"/>
                <a:sym typeface="Calibri"/>
              </a:defRPr>
            </a:lvl4pPr>
            <a:lvl5pPr indent="0" lvl="4" marL="0" marR="0" algn="r">
              <a:spcBef>
                <a:spcPts val="0"/>
              </a:spcBef>
              <a:buNone/>
              <a:defRPr sz="1200">
                <a:solidFill>
                  <a:srgbClr val="898989"/>
                </a:solidFill>
                <a:latin typeface="Calibri"/>
                <a:ea typeface="Calibri"/>
                <a:cs typeface="Calibri"/>
                <a:sym typeface="Calibri"/>
              </a:defRPr>
            </a:lvl5pPr>
            <a:lvl6pPr indent="0" lvl="5" marL="0" marR="0" algn="r">
              <a:spcBef>
                <a:spcPts val="0"/>
              </a:spcBef>
              <a:buNone/>
              <a:defRPr sz="1200">
                <a:solidFill>
                  <a:srgbClr val="898989"/>
                </a:solidFill>
                <a:latin typeface="Calibri"/>
                <a:ea typeface="Calibri"/>
                <a:cs typeface="Calibri"/>
                <a:sym typeface="Calibri"/>
              </a:defRPr>
            </a:lvl6pPr>
            <a:lvl7pPr indent="0" lvl="6" marL="0" marR="0" algn="r">
              <a:spcBef>
                <a:spcPts val="0"/>
              </a:spcBef>
              <a:buNone/>
              <a:defRPr sz="1200">
                <a:solidFill>
                  <a:srgbClr val="898989"/>
                </a:solidFill>
                <a:latin typeface="Calibri"/>
                <a:ea typeface="Calibri"/>
                <a:cs typeface="Calibri"/>
                <a:sym typeface="Calibri"/>
              </a:defRPr>
            </a:lvl7pPr>
            <a:lvl8pPr indent="0" lvl="7" marL="0" marR="0" algn="r">
              <a:spcBef>
                <a:spcPts val="0"/>
              </a:spcBef>
              <a:buNone/>
              <a:defRPr sz="1200">
                <a:solidFill>
                  <a:srgbClr val="898989"/>
                </a:solidFill>
                <a:latin typeface="Calibri"/>
                <a:ea typeface="Calibri"/>
                <a:cs typeface="Calibri"/>
                <a:sym typeface="Calibri"/>
              </a:defRPr>
            </a:lvl8pPr>
            <a:lvl9pPr indent="0" lvl="8" marL="0" marR="0" algn="r">
              <a:spcBef>
                <a:spcPts val="0"/>
              </a:spcBef>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6" name="Shape 66"/>
        <p:cNvGrpSpPr/>
        <p:nvPr/>
      </p:nvGrpSpPr>
      <p:grpSpPr>
        <a:xfrm>
          <a:off x="0" y="0"/>
          <a:ext cx="0" cy="0"/>
          <a:chOff x="0" y="0"/>
          <a:chExt cx="0" cy="0"/>
        </a:xfrm>
      </p:grpSpPr>
      <p:sp>
        <p:nvSpPr>
          <p:cNvPr id="67" name="Google Shape;67;p6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68" name="Google Shape;68;p63"/>
          <p:cNvSpPr/>
          <p:nvPr>
            <p:ph idx="2" type="pic"/>
          </p:nvPr>
        </p:nvSpPr>
        <p:spPr>
          <a:xfrm>
            <a:off x="5183188" y="987427"/>
            <a:ext cx="6172200" cy="4873625"/>
          </a:xfrm>
          <a:prstGeom prst="rect">
            <a:avLst/>
          </a:prstGeom>
          <a:noFill/>
          <a:ln>
            <a:noFill/>
          </a:ln>
        </p:spPr>
      </p:sp>
      <p:sp>
        <p:nvSpPr>
          <p:cNvPr id="69" name="Google Shape;69;p6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0" name="Google Shape;70;p63"/>
          <p:cNvSpPr txBox="1"/>
          <p:nvPr>
            <p:ph idx="10" type="dt"/>
          </p:nvPr>
        </p:nvSpPr>
        <p:spPr>
          <a:xfrm>
            <a:off x="838200" y="6356351"/>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63"/>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63"/>
          <p:cNvSpPr txBox="1"/>
          <p:nvPr>
            <p:ph idx="12" type="sldNum"/>
          </p:nvPr>
        </p:nvSpPr>
        <p:spPr>
          <a:xfrm>
            <a:off x="8610600" y="6356351"/>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1200">
                <a:solidFill>
                  <a:srgbClr val="898989"/>
                </a:solidFill>
                <a:latin typeface="Calibri"/>
                <a:ea typeface="Calibri"/>
                <a:cs typeface="Calibri"/>
                <a:sym typeface="Calibri"/>
              </a:defRPr>
            </a:lvl1pPr>
            <a:lvl2pPr indent="0" lvl="1" marL="0" marR="0" algn="r">
              <a:spcBef>
                <a:spcPts val="0"/>
              </a:spcBef>
              <a:buNone/>
              <a:defRPr sz="1200">
                <a:solidFill>
                  <a:srgbClr val="898989"/>
                </a:solidFill>
                <a:latin typeface="Calibri"/>
                <a:ea typeface="Calibri"/>
                <a:cs typeface="Calibri"/>
                <a:sym typeface="Calibri"/>
              </a:defRPr>
            </a:lvl2pPr>
            <a:lvl3pPr indent="0" lvl="2" marL="0" marR="0" algn="r">
              <a:spcBef>
                <a:spcPts val="0"/>
              </a:spcBef>
              <a:buNone/>
              <a:defRPr sz="1200">
                <a:solidFill>
                  <a:srgbClr val="898989"/>
                </a:solidFill>
                <a:latin typeface="Calibri"/>
                <a:ea typeface="Calibri"/>
                <a:cs typeface="Calibri"/>
                <a:sym typeface="Calibri"/>
              </a:defRPr>
            </a:lvl3pPr>
            <a:lvl4pPr indent="0" lvl="3" marL="0" marR="0" algn="r">
              <a:spcBef>
                <a:spcPts val="0"/>
              </a:spcBef>
              <a:buNone/>
              <a:defRPr sz="1200">
                <a:solidFill>
                  <a:srgbClr val="898989"/>
                </a:solidFill>
                <a:latin typeface="Calibri"/>
                <a:ea typeface="Calibri"/>
                <a:cs typeface="Calibri"/>
                <a:sym typeface="Calibri"/>
              </a:defRPr>
            </a:lvl4pPr>
            <a:lvl5pPr indent="0" lvl="4" marL="0" marR="0" algn="r">
              <a:spcBef>
                <a:spcPts val="0"/>
              </a:spcBef>
              <a:buNone/>
              <a:defRPr sz="1200">
                <a:solidFill>
                  <a:srgbClr val="898989"/>
                </a:solidFill>
                <a:latin typeface="Calibri"/>
                <a:ea typeface="Calibri"/>
                <a:cs typeface="Calibri"/>
                <a:sym typeface="Calibri"/>
              </a:defRPr>
            </a:lvl5pPr>
            <a:lvl6pPr indent="0" lvl="5" marL="0" marR="0" algn="r">
              <a:spcBef>
                <a:spcPts val="0"/>
              </a:spcBef>
              <a:buNone/>
              <a:defRPr sz="1200">
                <a:solidFill>
                  <a:srgbClr val="898989"/>
                </a:solidFill>
                <a:latin typeface="Calibri"/>
                <a:ea typeface="Calibri"/>
                <a:cs typeface="Calibri"/>
                <a:sym typeface="Calibri"/>
              </a:defRPr>
            </a:lvl6pPr>
            <a:lvl7pPr indent="0" lvl="6" marL="0" marR="0" algn="r">
              <a:spcBef>
                <a:spcPts val="0"/>
              </a:spcBef>
              <a:buNone/>
              <a:defRPr sz="1200">
                <a:solidFill>
                  <a:srgbClr val="898989"/>
                </a:solidFill>
                <a:latin typeface="Calibri"/>
                <a:ea typeface="Calibri"/>
                <a:cs typeface="Calibri"/>
                <a:sym typeface="Calibri"/>
              </a:defRPr>
            </a:lvl7pPr>
            <a:lvl8pPr indent="0" lvl="7" marL="0" marR="0" algn="r">
              <a:spcBef>
                <a:spcPts val="0"/>
              </a:spcBef>
              <a:buNone/>
              <a:defRPr sz="1200">
                <a:solidFill>
                  <a:srgbClr val="898989"/>
                </a:solidFill>
                <a:latin typeface="Calibri"/>
                <a:ea typeface="Calibri"/>
                <a:cs typeface="Calibri"/>
                <a:sym typeface="Calibri"/>
              </a:defRPr>
            </a:lvl8pPr>
            <a:lvl9pPr indent="0" lvl="8" marL="0" marR="0" algn="r">
              <a:spcBef>
                <a:spcPts val="0"/>
              </a:spcBef>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3" name="Shape 73"/>
        <p:cNvGrpSpPr/>
        <p:nvPr/>
      </p:nvGrpSpPr>
      <p:grpSpPr>
        <a:xfrm>
          <a:off x="0" y="0"/>
          <a:ext cx="0" cy="0"/>
          <a:chOff x="0" y="0"/>
          <a:chExt cx="0" cy="0"/>
        </a:xfrm>
      </p:grpSpPr>
      <p:sp>
        <p:nvSpPr>
          <p:cNvPr id="74" name="Google Shape;74;p64"/>
          <p:cNvSpPr txBox="1"/>
          <p:nvPr>
            <p:ph type="title"/>
          </p:nvPr>
        </p:nvSpPr>
        <p:spPr>
          <a:xfrm>
            <a:off x="838200" y="365126"/>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75" name="Google Shape;75;p6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64"/>
          <p:cNvSpPr txBox="1"/>
          <p:nvPr>
            <p:ph idx="10" type="dt"/>
          </p:nvPr>
        </p:nvSpPr>
        <p:spPr>
          <a:xfrm>
            <a:off x="838200" y="6356351"/>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64"/>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64"/>
          <p:cNvSpPr txBox="1"/>
          <p:nvPr>
            <p:ph idx="12" type="sldNum"/>
          </p:nvPr>
        </p:nvSpPr>
        <p:spPr>
          <a:xfrm>
            <a:off x="8610600" y="6356351"/>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1200">
                <a:solidFill>
                  <a:srgbClr val="898989"/>
                </a:solidFill>
                <a:latin typeface="Calibri"/>
                <a:ea typeface="Calibri"/>
                <a:cs typeface="Calibri"/>
                <a:sym typeface="Calibri"/>
              </a:defRPr>
            </a:lvl1pPr>
            <a:lvl2pPr indent="0" lvl="1" marL="0" marR="0" algn="r">
              <a:spcBef>
                <a:spcPts val="0"/>
              </a:spcBef>
              <a:buNone/>
              <a:defRPr sz="1200">
                <a:solidFill>
                  <a:srgbClr val="898989"/>
                </a:solidFill>
                <a:latin typeface="Calibri"/>
                <a:ea typeface="Calibri"/>
                <a:cs typeface="Calibri"/>
                <a:sym typeface="Calibri"/>
              </a:defRPr>
            </a:lvl2pPr>
            <a:lvl3pPr indent="0" lvl="2" marL="0" marR="0" algn="r">
              <a:spcBef>
                <a:spcPts val="0"/>
              </a:spcBef>
              <a:buNone/>
              <a:defRPr sz="1200">
                <a:solidFill>
                  <a:srgbClr val="898989"/>
                </a:solidFill>
                <a:latin typeface="Calibri"/>
                <a:ea typeface="Calibri"/>
                <a:cs typeface="Calibri"/>
                <a:sym typeface="Calibri"/>
              </a:defRPr>
            </a:lvl3pPr>
            <a:lvl4pPr indent="0" lvl="3" marL="0" marR="0" algn="r">
              <a:spcBef>
                <a:spcPts val="0"/>
              </a:spcBef>
              <a:buNone/>
              <a:defRPr sz="1200">
                <a:solidFill>
                  <a:srgbClr val="898989"/>
                </a:solidFill>
                <a:latin typeface="Calibri"/>
                <a:ea typeface="Calibri"/>
                <a:cs typeface="Calibri"/>
                <a:sym typeface="Calibri"/>
              </a:defRPr>
            </a:lvl4pPr>
            <a:lvl5pPr indent="0" lvl="4" marL="0" marR="0" algn="r">
              <a:spcBef>
                <a:spcPts val="0"/>
              </a:spcBef>
              <a:buNone/>
              <a:defRPr sz="1200">
                <a:solidFill>
                  <a:srgbClr val="898989"/>
                </a:solidFill>
                <a:latin typeface="Calibri"/>
                <a:ea typeface="Calibri"/>
                <a:cs typeface="Calibri"/>
                <a:sym typeface="Calibri"/>
              </a:defRPr>
            </a:lvl5pPr>
            <a:lvl6pPr indent="0" lvl="5" marL="0" marR="0" algn="r">
              <a:spcBef>
                <a:spcPts val="0"/>
              </a:spcBef>
              <a:buNone/>
              <a:defRPr sz="1200">
                <a:solidFill>
                  <a:srgbClr val="898989"/>
                </a:solidFill>
                <a:latin typeface="Calibri"/>
                <a:ea typeface="Calibri"/>
                <a:cs typeface="Calibri"/>
                <a:sym typeface="Calibri"/>
              </a:defRPr>
            </a:lvl6pPr>
            <a:lvl7pPr indent="0" lvl="6" marL="0" marR="0" algn="r">
              <a:spcBef>
                <a:spcPts val="0"/>
              </a:spcBef>
              <a:buNone/>
              <a:defRPr sz="1200">
                <a:solidFill>
                  <a:srgbClr val="898989"/>
                </a:solidFill>
                <a:latin typeface="Calibri"/>
                <a:ea typeface="Calibri"/>
                <a:cs typeface="Calibri"/>
                <a:sym typeface="Calibri"/>
              </a:defRPr>
            </a:lvl7pPr>
            <a:lvl8pPr indent="0" lvl="7" marL="0" marR="0" algn="r">
              <a:spcBef>
                <a:spcPts val="0"/>
              </a:spcBef>
              <a:buNone/>
              <a:defRPr sz="1200">
                <a:solidFill>
                  <a:srgbClr val="898989"/>
                </a:solidFill>
                <a:latin typeface="Calibri"/>
                <a:ea typeface="Calibri"/>
                <a:cs typeface="Calibri"/>
                <a:sym typeface="Calibri"/>
              </a:defRPr>
            </a:lvl8pPr>
            <a:lvl9pPr indent="0" lvl="8" marL="0" marR="0" algn="r">
              <a:spcBef>
                <a:spcPts val="0"/>
              </a:spcBef>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9" name="Shape 79"/>
        <p:cNvGrpSpPr/>
        <p:nvPr/>
      </p:nvGrpSpPr>
      <p:grpSpPr>
        <a:xfrm>
          <a:off x="0" y="0"/>
          <a:ext cx="0" cy="0"/>
          <a:chOff x="0" y="0"/>
          <a:chExt cx="0" cy="0"/>
        </a:xfrm>
      </p:grpSpPr>
      <p:sp>
        <p:nvSpPr>
          <p:cNvPr id="80" name="Google Shape;80;p65"/>
          <p:cNvSpPr txBox="1"/>
          <p:nvPr>
            <p:ph type="title"/>
          </p:nvPr>
        </p:nvSpPr>
        <p:spPr>
          <a:xfrm rot="5400000">
            <a:off x="7133432" y="1956594"/>
            <a:ext cx="5811838" cy="26289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81" name="Google Shape;81;p65"/>
          <p:cNvSpPr txBox="1"/>
          <p:nvPr>
            <p:ph idx="1" type="body"/>
          </p:nvPr>
        </p:nvSpPr>
        <p:spPr>
          <a:xfrm rot="5400000">
            <a:off x="1799432" y="-596106"/>
            <a:ext cx="5811838" cy="77343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65"/>
          <p:cNvSpPr txBox="1"/>
          <p:nvPr>
            <p:ph idx="10" type="dt"/>
          </p:nvPr>
        </p:nvSpPr>
        <p:spPr>
          <a:xfrm>
            <a:off x="838200" y="6356351"/>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65"/>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65"/>
          <p:cNvSpPr txBox="1"/>
          <p:nvPr>
            <p:ph idx="12" type="sldNum"/>
          </p:nvPr>
        </p:nvSpPr>
        <p:spPr>
          <a:xfrm>
            <a:off x="8610600" y="6356351"/>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1200">
                <a:solidFill>
                  <a:srgbClr val="898989"/>
                </a:solidFill>
                <a:latin typeface="Calibri"/>
                <a:ea typeface="Calibri"/>
                <a:cs typeface="Calibri"/>
                <a:sym typeface="Calibri"/>
              </a:defRPr>
            </a:lvl1pPr>
            <a:lvl2pPr indent="0" lvl="1" marL="0" marR="0" algn="r">
              <a:spcBef>
                <a:spcPts val="0"/>
              </a:spcBef>
              <a:buNone/>
              <a:defRPr sz="1200">
                <a:solidFill>
                  <a:srgbClr val="898989"/>
                </a:solidFill>
                <a:latin typeface="Calibri"/>
                <a:ea typeface="Calibri"/>
                <a:cs typeface="Calibri"/>
                <a:sym typeface="Calibri"/>
              </a:defRPr>
            </a:lvl2pPr>
            <a:lvl3pPr indent="0" lvl="2" marL="0" marR="0" algn="r">
              <a:spcBef>
                <a:spcPts val="0"/>
              </a:spcBef>
              <a:buNone/>
              <a:defRPr sz="1200">
                <a:solidFill>
                  <a:srgbClr val="898989"/>
                </a:solidFill>
                <a:latin typeface="Calibri"/>
                <a:ea typeface="Calibri"/>
                <a:cs typeface="Calibri"/>
                <a:sym typeface="Calibri"/>
              </a:defRPr>
            </a:lvl3pPr>
            <a:lvl4pPr indent="0" lvl="3" marL="0" marR="0" algn="r">
              <a:spcBef>
                <a:spcPts val="0"/>
              </a:spcBef>
              <a:buNone/>
              <a:defRPr sz="1200">
                <a:solidFill>
                  <a:srgbClr val="898989"/>
                </a:solidFill>
                <a:latin typeface="Calibri"/>
                <a:ea typeface="Calibri"/>
                <a:cs typeface="Calibri"/>
                <a:sym typeface="Calibri"/>
              </a:defRPr>
            </a:lvl4pPr>
            <a:lvl5pPr indent="0" lvl="4" marL="0" marR="0" algn="r">
              <a:spcBef>
                <a:spcPts val="0"/>
              </a:spcBef>
              <a:buNone/>
              <a:defRPr sz="1200">
                <a:solidFill>
                  <a:srgbClr val="898989"/>
                </a:solidFill>
                <a:latin typeface="Calibri"/>
                <a:ea typeface="Calibri"/>
                <a:cs typeface="Calibri"/>
                <a:sym typeface="Calibri"/>
              </a:defRPr>
            </a:lvl5pPr>
            <a:lvl6pPr indent="0" lvl="5" marL="0" marR="0" algn="r">
              <a:spcBef>
                <a:spcPts val="0"/>
              </a:spcBef>
              <a:buNone/>
              <a:defRPr sz="1200">
                <a:solidFill>
                  <a:srgbClr val="898989"/>
                </a:solidFill>
                <a:latin typeface="Calibri"/>
                <a:ea typeface="Calibri"/>
                <a:cs typeface="Calibri"/>
                <a:sym typeface="Calibri"/>
              </a:defRPr>
            </a:lvl6pPr>
            <a:lvl7pPr indent="0" lvl="6" marL="0" marR="0" algn="r">
              <a:spcBef>
                <a:spcPts val="0"/>
              </a:spcBef>
              <a:buNone/>
              <a:defRPr sz="1200">
                <a:solidFill>
                  <a:srgbClr val="898989"/>
                </a:solidFill>
                <a:latin typeface="Calibri"/>
                <a:ea typeface="Calibri"/>
                <a:cs typeface="Calibri"/>
                <a:sym typeface="Calibri"/>
              </a:defRPr>
            </a:lvl7pPr>
            <a:lvl8pPr indent="0" lvl="7" marL="0" marR="0" algn="r">
              <a:spcBef>
                <a:spcPts val="0"/>
              </a:spcBef>
              <a:buNone/>
              <a:defRPr sz="1200">
                <a:solidFill>
                  <a:srgbClr val="898989"/>
                </a:solidFill>
                <a:latin typeface="Calibri"/>
                <a:ea typeface="Calibri"/>
                <a:cs typeface="Calibri"/>
                <a:sym typeface="Calibri"/>
              </a:defRPr>
            </a:lvl8pPr>
            <a:lvl9pPr indent="0" lvl="8" marL="0" marR="0" algn="r">
              <a:spcBef>
                <a:spcPts val="0"/>
              </a:spcBef>
              <a:buNone/>
              <a:defRPr sz="1200">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4"/>
          <p:cNvSpPr txBox="1"/>
          <p:nvPr>
            <p:ph type="title"/>
          </p:nvPr>
        </p:nvSpPr>
        <p:spPr>
          <a:xfrm>
            <a:off x="838200" y="365126"/>
            <a:ext cx="10515600" cy="1325563"/>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SzPts val="1400"/>
              <a:buNone/>
              <a:defRPr b="0" i="0" sz="4400" u="none" cap="none" strike="noStrike">
                <a:solidFill>
                  <a:srgbClr val="203864"/>
                </a:solidFill>
                <a:latin typeface="Cambria"/>
                <a:ea typeface="Cambria"/>
                <a:cs typeface="Cambria"/>
                <a:sym typeface="Cambria"/>
              </a:defRPr>
            </a:lvl1pPr>
            <a:lvl2pPr lvl="1" marR="0" rtl="0" algn="l">
              <a:lnSpc>
                <a:spcPct val="90000"/>
              </a:lnSpc>
              <a:spcBef>
                <a:spcPts val="0"/>
              </a:spcBef>
              <a:spcAft>
                <a:spcPts val="0"/>
              </a:spcAft>
              <a:buSzPts val="1400"/>
              <a:buNone/>
              <a:defRPr b="0" i="0" sz="4400" u="none" cap="none" strike="noStrike">
                <a:solidFill>
                  <a:srgbClr val="203864"/>
                </a:solidFill>
                <a:latin typeface="Cambria"/>
                <a:ea typeface="Cambria"/>
                <a:cs typeface="Cambria"/>
                <a:sym typeface="Cambria"/>
              </a:defRPr>
            </a:lvl2pPr>
            <a:lvl3pPr lvl="2" marR="0" rtl="0" algn="l">
              <a:lnSpc>
                <a:spcPct val="90000"/>
              </a:lnSpc>
              <a:spcBef>
                <a:spcPts val="0"/>
              </a:spcBef>
              <a:spcAft>
                <a:spcPts val="0"/>
              </a:spcAft>
              <a:buSzPts val="1400"/>
              <a:buNone/>
              <a:defRPr b="0" i="0" sz="4400" u="none" cap="none" strike="noStrike">
                <a:solidFill>
                  <a:srgbClr val="203864"/>
                </a:solidFill>
                <a:latin typeface="Cambria"/>
                <a:ea typeface="Cambria"/>
                <a:cs typeface="Cambria"/>
                <a:sym typeface="Cambria"/>
              </a:defRPr>
            </a:lvl3pPr>
            <a:lvl4pPr lvl="3" marR="0" rtl="0" algn="l">
              <a:lnSpc>
                <a:spcPct val="90000"/>
              </a:lnSpc>
              <a:spcBef>
                <a:spcPts val="0"/>
              </a:spcBef>
              <a:spcAft>
                <a:spcPts val="0"/>
              </a:spcAft>
              <a:buSzPts val="1400"/>
              <a:buNone/>
              <a:defRPr b="0" i="0" sz="4400" u="none" cap="none" strike="noStrike">
                <a:solidFill>
                  <a:srgbClr val="203864"/>
                </a:solidFill>
                <a:latin typeface="Cambria"/>
                <a:ea typeface="Cambria"/>
                <a:cs typeface="Cambria"/>
                <a:sym typeface="Cambria"/>
              </a:defRPr>
            </a:lvl4pPr>
            <a:lvl5pPr lvl="4" marR="0" rtl="0" algn="l">
              <a:lnSpc>
                <a:spcPct val="90000"/>
              </a:lnSpc>
              <a:spcBef>
                <a:spcPts val="0"/>
              </a:spcBef>
              <a:spcAft>
                <a:spcPts val="0"/>
              </a:spcAft>
              <a:buSzPts val="1400"/>
              <a:buNone/>
              <a:defRPr b="0" i="0" sz="4400" u="none" cap="none" strike="noStrike">
                <a:solidFill>
                  <a:srgbClr val="203864"/>
                </a:solidFill>
                <a:latin typeface="Cambria"/>
                <a:ea typeface="Cambria"/>
                <a:cs typeface="Cambria"/>
                <a:sym typeface="Cambria"/>
              </a:defRPr>
            </a:lvl5pPr>
            <a:lvl6pPr lvl="5" marR="0" rtl="0" algn="l">
              <a:lnSpc>
                <a:spcPct val="90000"/>
              </a:lnSpc>
              <a:spcBef>
                <a:spcPts val="0"/>
              </a:spcBef>
              <a:spcAft>
                <a:spcPts val="0"/>
              </a:spcAft>
              <a:buSzPts val="1400"/>
              <a:buNone/>
              <a:defRPr b="0" i="0" sz="4400" u="none" cap="none" strike="noStrike">
                <a:solidFill>
                  <a:srgbClr val="203864"/>
                </a:solidFill>
                <a:latin typeface="Cambria"/>
                <a:ea typeface="Cambria"/>
                <a:cs typeface="Cambria"/>
                <a:sym typeface="Cambria"/>
              </a:defRPr>
            </a:lvl6pPr>
            <a:lvl7pPr lvl="6" marR="0" rtl="0" algn="l">
              <a:lnSpc>
                <a:spcPct val="90000"/>
              </a:lnSpc>
              <a:spcBef>
                <a:spcPts val="0"/>
              </a:spcBef>
              <a:spcAft>
                <a:spcPts val="0"/>
              </a:spcAft>
              <a:buSzPts val="1400"/>
              <a:buNone/>
              <a:defRPr b="0" i="0" sz="4400" u="none" cap="none" strike="noStrike">
                <a:solidFill>
                  <a:srgbClr val="203864"/>
                </a:solidFill>
                <a:latin typeface="Cambria"/>
                <a:ea typeface="Cambria"/>
                <a:cs typeface="Cambria"/>
                <a:sym typeface="Cambria"/>
              </a:defRPr>
            </a:lvl7pPr>
            <a:lvl8pPr lvl="7" marR="0" rtl="0" algn="l">
              <a:lnSpc>
                <a:spcPct val="90000"/>
              </a:lnSpc>
              <a:spcBef>
                <a:spcPts val="0"/>
              </a:spcBef>
              <a:spcAft>
                <a:spcPts val="0"/>
              </a:spcAft>
              <a:buSzPts val="1400"/>
              <a:buNone/>
              <a:defRPr b="0" i="0" sz="4400" u="none" cap="none" strike="noStrike">
                <a:solidFill>
                  <a:srgbClr val="203864"/>
                </a:solidFill>
                <a:latin typeface="Cambria"/>
                <a:ea typeface="Cambria"/>
                <a:cs typeface="Cambria"/>
                <a:sym typeface="Cambria"/>
              </a:defRPr>
            </a:lvl8pPr>
            <a:lvl9pPr lvl="8" marR="0" rtl="0" algn="l">
              <a:lnSpc>
                <a:spcPct val="90000"/>
              </a:lnSpc>
              <a:spcBef>
                <a:spcPts val="0"/>
              </a:spcBef>
              <a:spcAft>
                <a:spcPts val="0"/>
              </a:spcAft>
              <a:buSzPts val="1400"/>
              <a:buNone/>
              <a:defRPr b="0" i="0" sz="4400" u="none" cap="none" strike="noStrike">
                <a:solidFill>
                  <a:srgbClr val="203864"/>
                </a:solidFill>
                <a:latin typeface="Cambria"/>
                <a:ea typeface="Cambria"/>
                <a:cs typeface="Cambria"/>
                <a:sym typeface="Cambria"/>
              </a:defRPr>
            </a:lvl9pPr>
          </a:lstStyle>
          <a:p/>
        </p:txBody>
      </p:sp>
      <p:sp>
        <p:nvSpPr>
          <p:cNvPr id="11" name="Google Shape;11;p5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mbria"/>
                <a:ea typeface="Cambria"/>
                <a:cs typeface="Cambria"/>
                <a:sym typeface="Cambria"/>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mbria"/>
                <a:ea typeface="Cambria"/>
                <a:cs typeface="Cambria"/>
                <a:sym typeface="Cambria"/>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mbria"/>
                <a:ea typeface="Cambria"/>
                <a:cs typeface="Cambria"/>
                <a:sym typeface="Cambria"/>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mbria"/>
                <a:ea typeface="Cambria"/>
                <a:cs typeface="Cambria"/>
                <a:sym typeface="Cambria"/>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mbria"/>
                <a:ea typeface="Cambria"/>
                <a:cs typeface="Cambria"/>
                <a:sym typeface="Cambri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54"/>
          <p:cNvSpPr txBox="1"/>
          <p:nvPr>
            <p:ph idx="10" type="dt"/>
          </p:nvPr>
        </p:nvSpPr>
        <p:spPr>
          <a:xfrm>
            <a:off x="838200" y="6356351"/>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54"/>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54"/>
          <p:cNvSpPr txBox="1"/>
          <p:nvPr>
            <p:ph idx="12" type="sldNum"/>
          </p:nvPr>
        </p:nvSpPr>
        <p:spPr>
          <a:xfrm>
            <a:off x="8610600" y="6356351"/>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b="0" i="0" sz="1200" u="none" cap="none" strike="noStrike">
                <a:solidFill>
                  <a:srgbClr val="898989"/>
                </a:solidFill>
                <a:latin typeface="Calibri"/>
                <a:ea typeface="Calibri"/>
                <a:cs typeface="Calibri"/>
                <a:sym typeface="Calibri"/>
              </a:defRPr>
            </a:lvl1pPr>
            <a:lvl2pPr indent="0" lvl="1" marL="0" marR="0" rtl="0" algn="r">
              <a:spcBef>
                <a:spcPts val="0"/>
              </a:spcBef>
              <a:spcAft>
                <a:spcPts val="0"/>
              </a:spcAft>
              <a:buNone/>
              <a:defRPr b="0" i="0" sz="1200" u="none" cap="none" strike="noStrike">
                <a:solidFill>
                  <a:srgbClr val="898989"/>
                </a:solidFill>
                <a:latin typeface="Calibri"/>
                <a:ea typeface="Calibri"/>
                <a:cs typeface="Calibri"/>
                <a:sym typeface="Calibri"/>
              </a:defRPr>
            </a:lvl2pPr>
            <a:lvl3pPr indent="0" lvl="2" marL="0" marR="0" rtl="0" algn="r">
              <a:spcBef>
                <a:spcPts val="0"/>
              </a:spcBef>
              <a:spcAft>
                <a:spcPts val="0"/>
              </a:spcAft>
              <a:buNone/>
              <a:defRPr b="0" i="0" sz="1200" u="none" cap="none" strike="noStrike">
                <a:solidFill>
                  <a:srgbClr val="898989"/>
                </a:solidFill>
                <a:latin typeface="Calibri"/>
                <a:ea typeface="Calibri"/>
                <a:cs typeface="Calibri"/>
                <a:sym typeface="Calibri"/>
              </a:defRPr>
            </a:lvl3pPr>
            <a:lvl4pPr indent="0" lvl="3" marL="0" marR="0" rtl="0" algn="r">
              <a:spcBef>
                <a:spcPts val="0"/>
              </a:spcBef>
              <a:spcAft>
                <a:spcPts val="0"/>
              </a:spcAft>
              <a:buNone/>
              <a:defRPr b="0" i="0" sz="1200" u="none" cap="none" strike="noStrike">
                <a:solidFill>
                  <a:srgbClr val="898989"/>
                </a:solidFill>
                <a:latin typeface="Calibri"/>
                <a:ea typeface="Calibri"/>
                <a:cs typeface="Calibri"/>
                <a:sym typeface="Calibri"/>
              </a:defRPr>
            </a:lvl4pPr>
            <a:lvl5pPr indent="0" lvl="4" marL="0" marR="0" rtl="0" algn="r">
              <a:spcBef>
                <a:spcPts val="0"/>
              </a:spcBef>
              <a:spcAft>
                <a:spcPts val="0"/>
              </a:spcAft>
              <a:buNone/>
              <a:defRPr b="0" i="0" sz="1200" u="none" cap="none" strike="noStrike">
                <a:solidFill>
                  <a:srgbClr val="898989"/>
                </a:solidFill>
                <a:latin typeface="Calibri"/>
                <a:ea typeface="Calibri"/>
                <a:cs typeface="Calibri"/>
                <a:sym typeface="Calibri"/>
              </a:defRPr>
            </a:lvl5pPr>
            <a:lvl6pPr indent="0" lvl="5" marL="0" marR="0" rtl="0" algn="r">
              <a:spcBef>
                <a:spcPts val="0"/>
              </a:spcBef>
              <a:spcAft>
                <a:spcPts val="0"/>
              </a:spcAft>
              <a:buNone/>
              <a:defRPr b="0" i="0" sz="1200" u="none" cap="none" strike="noStrike">
                <a:solidFill>
                  <a:srgbClr val="898989"/>
                </a:solidFill>
                <a:latin typeface="Calibri"/>
                <a:ea typeface="Calibri"/>
                <a:cs typeface="Calibri"/>
                <a:sym typeface="Calibri"/>
              </a:defRPr>
            </a:lvl6pPr>
            <a:lvl7pPr indent="0" lvl="6" marL="0" marR="0" rtl="0" algn="r">
              <a:spcBef>
                <a:spcPts val="0"/>
              </a:spcBef>
              <a:spcAft>
                <a:spcPts val="0"/>
              </a:spcAft>
              <a:buNone/>
              <a:defRPr b="0" i="0" sz="1200" u="none" cap="none" strike="noStrike">
                <a:solidFill>
                  <a:srgbClr val="898989"/>
                </a:solidFill>
                <a:latin typeface="Calibri"/>
                <a:ea typeface="Calibri"/>
                <a:cs typeface="Calibri"/>
                <a:sym typeface="Calibri"/>
              </a:defRPr>
            </a:lvl7pPr>
            <a:lvl8pPr indent="0" lvl="7" marL="0" marR="0" rtl="0" algn="r">
              <a:spcBef>
                <a:spcPts val="0"/>
              </a:spcBef>
              <a:spcAft>
                <a:spcPts val="0"/>
              </a:spcAft>
              <a:buNone/>
              <a:defRPr b="0" i="0" sz="1200" u="none" cap="none" strike="noStrike">
                <a:solidFill>
                  <a:srgbClr val="898989"/>
                </a:solidFill>
                <a:latin typeface="Calibri"/>
                <a:ea typeface="Calibri"/>
                <a:cs typeface="Calibri"/>
                <a:sym typeface="Calibri"/>
              </a:defRPr>
            </a:lvl8pPr>
            <a:lvl9pPr indent="0" lvl="8" marL="0" marR="0" rtl="0" algn="r">
              <a:spcBef>
                <a:spcPts val="0"/>
              </a:spcBef>
              <a:spcAft>
                <a:spcPts val="0"/>
              </a:spcAft>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15" name="Google Shape;15;p54"/>
          <p:cNvPicPr preferRelativeResize="0"/>
          <p:nvPr/>
        </p:nvPicPr>
        <p:blipFill rotWithShape="1">
          <a:blip r:embed="rId1">
            <a:alphaModFix/>
          </a:blip>
          <a:srcRect b="0" l="0" r="0" t="0"/>
          <a:stretch/>
        </p:blipFill>
        <p:spPr>
          <a:xfrm>
            <a:off x="0" y="5153026"/>
            <a:ext cx="12192000" cy="170497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12.png"/><Relationship Id="rId5" Type="http://schemas.openxmlformats.org/officeDocument/2006/relationships/image" Target="../media/image17.png"/><Relationship Id="rId6" Type="http://schemas.openxmlformats.org/officeDocument/2006/relationships/image" Target="../media/image15.png"/><Relationship Id="rId7" Type="http://schemas.openxmlformats.org/officeDocument/2006/relationships/image" Target="../media/image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7.jpg"/><Relationship Id="rId4" Type="http://schemas.openxmlformats.org/officeDocument/2006/relationships/image" Target="../media/image2.jpg"/></Relationships>
</file>

<file path=ppt/slides/_rels/slide11.xml.rels><?xml version="1.0" encoding="UTF-8" standalone="yes"?><Relationships xmlns="http://schemas.openxmlformats.org/package/2006/relationships"><Relationship Id="rId20" Type="http://schemas.openxmlformats.org/officeDocument/2006/relationships/image" Target="../media/image27.png"/><Relationship Id="rId11" Type="http://schemas.openxmlformats.org/officeDocument/2006/relationships/image" Target="../media/image18.png"/><Relationship Id="rId22" Type="http://schemas.openxmlformats.org/officeDocument/2006/relationships/image" Target="../media/image33.png"/><Relationship Id="rId10" Type="http://schemas.openxmlformats.org/officeDocument/2006/relationships/image" Target="../media/image22.png"/><Relationship Id="rId21" Type="http://schemas.openxmlformats.org/officeDocument/2006/relationships/hyperlink" Target="https://en.droidwiki.org/wiki/List_of_Android_version_names#Android_10" TargetMode="External"/><Relationship Id="rId13" Type="http://schemas.openxmlformats.org/officeDocument/2006/relationships/image" Target="../media/image28.png"/><Relationship Id="rId12" Type="http://schemas.openxmlformats.org/officeDocument/2006/relationships/image" Target="../media/image3.png"/><Relationship Id="rId23" Type="http://schemas.openxmlformats.org/officeDocument/2006/relationships/image" Target="../media/image26.jpg"/><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5.png"/><Relationship Id="rId9" Type="http://schemas.openxmlformats.org/officeDocument/2006/relationships/image" Target="../media/image13.png"/><Relationship Id="rId15" Type="http://schemas.openxmlformats.org/officeDocument/2006/relationships/image" Target="../media/image20.png"/><Relationship Id="rId14" Type="http://schemas.openxmlformats.org/officeDocument/2006/relationships/image" Target="../media/image19.png"/><Relationship Id="rId17" Type="http://schemas.openxmlformats.org/officeDocument/2006/relationships/image" Target="../media/image11.png"/><Relationship Id="rId16" Type="http://schemas.openxmlformats.org/officeDocument/2006/relationships/image" Target="../media/image23.png"/><Relationship Id="rId5" Type="http://schemas.openxmlformats.org/officeDocument/2006/relationships/image" Target="../media/image8.png"/><Relationship Id="rId19" Type="http://schemas.openxmlformats.org/officeDocument/2006/relationships/image" Target="../media/image30.png"/><Relationship Id="rId6" Type="http://schemas.openxmlformats.org/officeDocument/2006/relationships/image" Target="../media/image4.png"/><Relationship Id="rId18" Type="http://schemas.openxmlformats.org/officeDocument/2006/relationships/image" Target="../media/image16.png"/><Relationship Id="rId7" Type="http://schemas.openxmlformats.org/officeDocument/2006/relationships/image" Target="../media/image6.png"/><Relationship Id="rId8"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3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3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3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36.png"/><Relationship Id="rId4" Type="http://schemas.openxmlformats.org/officeDocument/2006/relationships/image" Target="../media/image38.png"/></Relationships>
</file>

<file path=ppt/slides/_rels/slide33.xml.rels><?xml version="1.0" encoding="UTF-8" standalone="yes"?><Relationships xmlns="http://schemas.openxmlformats.org/package/2006/relationships"><Relationship Id="rId10" Type="http://schemas.openxmlformats.org/officeDocument/2006/relationships/image" Target="../media/image39.png"/><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hyperlink" Target="https://journaldev.nyc3.digitaloceanspaces.com/2017/01/android-constraint-layout-textview-properties.png" TargetMode="External"/><Relationship Id="rId4" Type="http://schemas.openxmlformats.org/officeDocument/2006/relationships/image" Target="../media/image37.png"/><Relationship Id="rId9" Type="http://schemas.openxmlformats.org/officeDocument/2006/relationships/hyperlink" Target="https://journaldev.nyc3.digitaloceanspaces.com/2017/01/android-constraint-layout-property-fixed-mode.png" TargetMode="External"/><Relationship Id="rId5" Type="http://schemas.openxmlformats.org/officeDocument/2006/relationships/hyperlink" Target="https://journaldev.nyc3.digitaloceanspaces.com/2017/01/android-constraint-layout-properties-wrap.png" TargetMode="External"/><Relationship Id="rId6" Type="http://schemas.openxmlformats.org/officeDocument/2006/relationships/image" Target="../media/image44.png"/><Relationship Id="rId7" Type="http://schemas.openxmlformats.org/officeDocument/2006/relationships/hyperlink" Target="https://journaldev.nyc3.digitaloceanspaces.com/2017/01/android-constraint-layout-properties-any-size.png" TargetMode="External"/><Relationship Id="rId8" Type="http://schemas.openxmlformats.org/officeDocument/2006/relationships/image" Target="../media/image4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hyperlink" Target="https://journaldev.nyc3.digitaloceanspaces.com/2017/01/android-constraint-layout-textview-baseline.gif" TargetMode="External"/><Relationship Id="rId4" Type="http://schemas.openxmlformats.org/officeDocument/2006/relationships/image" Target="../media/image42.gi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hyperlink" Target="https://journaldev.nyc3.digitaloceanspaces.com/2017/01/android-constraint-layout-auto-connect.png" TargetMode="External"/><Relationship Id="rId4" Type="http://schemas.openxmlformats.org/officeDocument/2006/relationships/image" Target="../media/image40.png"/><Relationship Id="rId5" Type="http://schemas.openxmlformats.org/officeDocument/2006/relationships/hyperlink" Target="https://journaldev.nyc3.digitaloceanspaces.com/2017/01/android-constraint-layout-inference.png" TargetMode="External"/><Relationship Id="rId6" Type="http://schemas.openxmlformats.org/officeDocument/2006/relationships/image" Target="../media/image41.png"/><Relationship Id="rId7" Type="http://schemas.openxmlformats.org/officeDocument/2006/relationships/image" Target="../media/image4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4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4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4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51.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4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5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50.png"/><Relationship Id="rId4" Type="http://schemas.openxmlformats.org/officeDocument/2006/relationships/image" Target="../media/image5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55.png"/><Relationship Id="rId4" Type="http://schemas.openxmlformats.org/officeDocument/2006/relationships/image" Target="../media/image54.jpg"/></Relationships>
</file>

<file path=ppt/slides/_rels/slide51.xml.rels><?xml version="1.0" encoding="UTF-8" standalone="yes"?><Relationships xmlns="http://schemas.openxmlformats.org/package/2006/relationships"><Relationship Id="rId10" Type="http://schemas.openxmlformats.org/officeDocument/2006/relationships/hyperlink" Target="https://developer.android.com/studio/intro/index.html" TargetMode="External"/><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hyperlink" Target="https://www.android.com/history/#/marshmallow" TargetMode="External"/><Relationship Id="rId4" Type="http://schemas.openxmlformats.org/officeDocument/2006/relationships/hyperlink" Target="https://developer.android.com/guide/index.html" TargetMode="External"/><Relationship Id="rId9" Type="http://schemas.openxmlformats.org/officeDocument/2006/relationships/hyperlink" Target="https://developer.android.com/training/basics/supporting-devices/platforms.html" TargetMode="External"/><Relationship Id="rId5" Type="http://schemas.openxmlformats.org/officeDocument/2006/relationships/hyperlink" Target="https://developer.android.com/guide/platform/index.html" TargetMode="External"/><Relationship Id="rId6" Type="http://schemas.openxmlformats.org/officeDocument/2006/relationships/hyperlink" Target="https://source.android.com/docs/core/architecture" TargetMode="External"/><Relationship Id="rId7" Type="http://schemas.openxmlformats.org/officeDocument/2006/relationships/hyperlink" Target="https://developer.android.com/guide/topics/ui/overview.html" TargetMode="External"/><Relationship Id="rId8" Type="http://schemas.openxmlformats.org/officeDocument/2006/relationships/hyperlink" Target="http://developer.android.com/about/dashboards/index.html"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ph idx="12" type="sldNum"/>
          </p:nvPr>
        </p:nvSpPr>
        <p:spPr>
          <a:xfrm>
            <a:off x="9446684" y="6381751"/>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sz="1400">
                <a:solidFill>
                  <a:srgbClr val="FFFFFF"/>
                </a:solidFill>
                <a:latin typeface="Calibri"/>
                <a:ea typeface="Calibri"/>
                <a:cs typeface="Calibri"/>
                <a:sym typeface="Calibri"/>
              </a:rPr>
              <a:t>1</a:t>
            </a:r>
            <a:endParaRPr/>
          </a:p>
        </p:txBody>
      </p:sp>
      <p:sp>
        <p:nvSpPr>
          <p:cNvPr id="90" name="Google Shape;90;p1"/>
          <p:cNvSpPr txBox="1"/>
          <p:nvPr>
            <p:ph type="ctrTitle"/>
          </p:nvPr>
        </p:nvSpPr>
        <p:spPr>
          <a:xfrm>
            <a:off x="1332930" y="317146"/>
            <a:ext cx="9144000" cy="774675"/>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rtl="0" algn="ctr">
              <a:lnSpc>
                <a:spcPct val="90000"/>
              </a:lnSpc>
              <a:spcBef>
                <a:spcPts val="0"/>
              </a:spcBef>
              <a:spcAft>
                <a:spcPts val="0"/>
              </a:spcAft>
              <a:buNone/>
            </a:pPr>
            <a:r>
              <a:rPr b="1" lang="en-US" sz="4400">
                <a:solidFill>
                  <a:srgbClr val="002060"/>
                </a:solidFill>
              </a:rPr>
              <a:t>Course Details</a:t>
            </a:r>
            <a:endParaRPr/>
          </a:p>
        </p:txBody>
      </p:sp>
      <p:sp>
        <p:nvSpPr>
          <p:cNvPr id="91" name="Google Shape;91;p1"/>
          <p:cNvSpPr txBox="1"/>
          <p:nvPr>
            <p:ph idx="1" type="subTitle"/>
          </p:nvPr>
        </p:nvSpPr>
        <p:spPr>
          <a:xfrm>
            <a:off x="31846" y="1284596"/>
            <a:ext cx="12160154" cy="3423882"/>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chemeClr val="dk1"/>
              </a:buClr>
              <a:buSzPts val="3200"/>
              <a:buNone/>
            </a:pPr>
            <a:r>
              <a:rPr b="1" lang="en-US" sz="3200"/>
              <a:t>Course  Code : </a:t>
            </a:r>
            <a:r>
              <a:rPr b="1" lang="en-US" sz="3200">
                <a:solidFill>
                  <a:srgbClr val="FF0000"/>
                </a:solidFill>
              </a:rPr>
              <a:t>CSE3075</a:t>
            </a:r>
            <a:endParaRPr sz="3200">
              <a:solidFill>
                <a:srgbClr val="FF0000"/>
              </a:solidFill>
            </a:endParaRPr>
          </a:p>
          <a:p>
            <a:pPr indent="0" lvl="0" marL="0" rtl="0" algn="l">
              <a:lnSpc>
                <a:spcPct val="150000"/>
              </a:lnSpc>
              <a:spcBef>
                <a:spcPts val="1000"/>
              </a:spcBef>
              <a:spcAft>
                <a:spcPts val="0"/>
              </a:spcAft>
              <a:buClr>
                <a:schemeClr val="dk1"/>
              </a:buClr>
              <a:buSzPts val="3200"/>
              <a:buNone/>
            </a:pPr>
            <a:r>
              <a:rPr b="1" lang="en-US" sz="3200"/>
              <a:t>Course Name: </a:t>
            </a:r>
            <a:r>
              <a:rPr b="1" lang="en-US" sz="3200">
                <a:solidFill>
                  <a:srgbClr val="FF0000"/>
                </a:solidFill>
              </a:rPr>
              <a:t>Mobile Application Development [</a:t>
            </a:r>
            <a:r>
              <a:rPr b="1" lang="en-US" sz="3200"/>
              <a:t>MAD</a:t>
            </a:r>
            <a:r>
              <a:rPr b="1" lang="en-US" sz="3200">
                <a:solidFill>
                  <a:srgbClr val="FF0000"/>
                </a:solidFill>
              </a:rPr>
              <a:t>]</a:t>
            </a:r>
            <a:br>
              <a:rPr lang="en-US" sz="3200"/>
            </a:br>
            <a:r>
              <a:rPr b="1" lang="en-US" sz="3200"/>
              <a:t>Credit Structure: </a:t>
            </a:r>
            <a:r>
              <a:rPr b="1" lang="en-US" sz="3200">
                <a:solidFill>
                  <a:srgbClr val="FF0000"/>
                </a:solidFill>
              </a:rPr>
              <a:t>3 Credits (L=1, P=4, C=3)</a:t>
            </a:r>
            <a:endParaRPr b="1" sz="3200">
              <a:solidFill>
                <a:srgbClr val="FF0000"/>
              </a:solidFill>
            </a:endParaRPr>
          </a:p>
          <a:p>
            <a:pPr indent="0" lvl="0" marL="0" rtl="0" algn="l">
              <a:lnSpc>
                <a:spcPct val="150000"/>
              </a:lnSpc>
              <a:spcBef>
                <a:spcPts val="1000"/>
              </a:spcBef>
              <a:spcAft>
                <a:spcPts val="0"/>
              </a:spcAft>
              <a:buClr>
                <a:schemeClr val="dk1"/>
              </a:buClr>
              <a:buSzPts val="3200"/>
              <a:buNone/>
            </a:pPr>
            <a:r>
              <a:rPr b="1" lang="en-US" sz="3200">
                <a:latin typeface="Cambria"/>
                <a:ea typeface="Cambria"/>
                <a:cs typeface="Cambria"/>
                <a:sym typeface="Cambria"/>
              </a:rPr>
              <a:t>Instructor In-Charge: </a:t>
            </a:r>
            <a:r>
              <a:rPr b="1" lang="en-US" sz="3200">
                <a:solidFill>
                  <a:srgbClr val="FF0000"/>
                </a:solidFill>
                <a:latin typeface="Cambria"/>
                <a:ea typeface="Cambria"/>
                <a:cs typeface="Cambria"/>
                <a:sym typeface="Cambria"/>
              </a:rPr>
              <a:t>Ms. B Prema Sindhuri &amp; Dr. Blessed Prince</a:t>
            </a:r>
            <a:br>
              <a:rPr b="1" lang="en-US" sz="3000">
                <a:latin typeface="Cambria"/>
                <a:ea typeface="Cambria"/>
                <a:cs typeface="Cambria"/>
                <a:sym typeface="Cambria"/>
              </a:rPr>
            </a:br>
            <a:endParaRPr>
              <a:latin typeface="Cambria"/>
              <a:ea typeface="Cambria"/>
              <a:cs typeface="Cambria"/>
              <a:sym typeface="Cambri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
          <p:cNvSpPr txBox="1"/>
          <p:nvPr>
            <p:ph idx="12" type="sldNum"/>
          </p:nvPr>
        </p:nvSpPr>
        <p:spPr>
          <a:xfrm>
            <a:off x="8610600" y="6356351"/>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FFFFFF"/>
                </a:solidFill>
              </a:rPr>
              <a:t>‹#›</a:t>
            </a:fld>
            <a:endParaRPr>
              <a:solidFill>
                <a:srgbClr val="FFFFFF"/>
              </a:solidFill>
            </a:endParaRPr>
          </a:p>
        </p:txBody>
      </p:sp>
      <p:sp>
        <p:nvSpPr>
          <p:cNvPr id="97" name="Google Shape;97;p2"/>
          <p:cNvSpPr/>
          <p:nvPr/>
        </p:nvSpPr>
        <p:spPr>
          <a:xfrm>
            <a:off x="167503" y="1478774"/>
            <a:ext cx="11827597" cy="2585323"/>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b="1" i="0" lang="en-US" sz="6000" u="none" cap="none" strike="noStrike">
                <a:solidFill>
                  <a:srgbClr val="C00000"/>
                </a:solidFill>
                <a:latin typeface="Cambria"/>
                <a:ea typeface="Cambria"/>
                <a:cs typeface="Cambria"/>
                <a:sym typeface="Cambria"/>
              </a:rPr>
              <a:t>Module 1</a:t>
            </a:r>
            <a:endParaRPr/>
          </a:p>
          <a:p>
            <a:pPr indent="0" lvl="0" marL="0" marR="0" rtl="0" algn="ctr">
              <a:lnSpc>
                <a:spcPct val="150000"/>
              </a:lnSpc>
              <a:spcBef>
                <a:spcPts val="0"/>
              </a:spcBef>
              <a:spcAft>
                <a:spcPts val="0"/>
              </a:spcAft>
              <a:buNone/>
            </a:pPr>
            <a:r>
              <a:rPr b="1" i="0" lang="en-US" sz="4800" u="none" cap="none" strike="noStrike">
                <a:solidFill>
                  <a:schemeClr val="dk1"/>
                </a:solidFill>
                <a:latin typeface="Cambria"/>
                <a:ea typeface="Cambria"/>
                <a:cs typeface="Cambria"/>
                <a:sym typeface="Cambria"/>
              </a:rPr>
              <a:t>Introduction and Architecture of Android</a:t>
            </a:r>
            <a:endParaRPr b="0" i="0" sz="4800" u="none" cap="none" strike="noStrike">
              <a:solidFill>
                <a:srgbClr val="C00000"/>
              </a:solidFill>
              <a:latin typeface="Cambria"/>
              <a:ea typeface="Cambria"/>
              <a:cs typeface="Cambria"/>
              <a:sym typeface="Cambri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3"/>
          <p:cNvSpPr txBox="1"/>
          <p:nvPr>
            <p:ph idx="12" type="sldNum"/>
          </p:nvPr>
        </p:nvSpPr>
        <p:spPr>
          <a:xfrm>
            <a:off x="9414933" y="642937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FFFFFF"/>
                </a:solidFill>
              </a:rPr>
              <a:t>‹#›</a:t>
            </a:fld>
            <a:endParaRPr>
              <a:solidFill>
                <a:srgbClr val="FFFFFF"/>
              </a:solidFill>
            </a:endParaRPr>
          </a:p>
        </p:txBody>
      </p:sp>
      <p:sp>
        <p:nvSpPr>
          <p:cNvPr id="103" name="Google Shape;103;p3"/>
          <p:cNvSpPr/>
          <p:nvPr/>
        </p:nvSpPr>
        <p:spPr>
          <a:xfrm>
            <a:off x="263856" y="724258"/>
            <a:ext cx="11623344"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FF0000"/>
                </a:solidFill>
                <a:latin typeface="Cambria"/>
                <a:ea typeface="Cambria"/>
                <a:cs typeface="Cambria"/>
                <a:sym typeface="Cambria"/>
              </a:rPr>
              <a:t>Android key statistics:(</a:t>
            </a:r>
            <a:r>
              <a:rPr b="0" i="0" lang="en-US" sz="1800" u="none" cap="none" strike="noStrike">
                <a:solidFill>
                  <a:schemeClr val="accent2"/>
                </a:solidFill>
                <a:latin typeface="Cambria"/>
                <a:ea typeface="Cambria"/>
                <a:cs typeface="Cambria"/>
                <a:sym typeface="Cambria"/>
              </a:rPr>
              <a:t>ref: https://www.businessofapps.com/data/android-statistics/</a:t>
            </a:r>
            <a:r>
              <a:rPr b="1" i="0" lang="en-US" sz="2400" u="none" cap="none" strike="noStrike">
                <a:solidFill>
                  <a:srgbClr val="FF0000"/>
                </a:solidFill>
                <a:latin typeface="Cambria"/>
                <a:ea typeface="Cambria"/>
                <a:cs typeface="Cambria"/>
                <a:sym typeface="Cambria"/>
              </a:rPr>
              <a:t>)</a:t>
            </a:r>
            <a:endParaRPr b="1" i="0" sz="2400" u="none" cap="none" strike="noStrike">
              <a:solidFill>
                <a:srgbClr val="FF0000"/>
              </a:solidFill>
              <a:latin typeface="Cambria"/>
              <a:ea typeface="Cambria"/>
              <a:cs typeface="Cambria"/>
              <a:sym typeface="Cambria"/>
            </a:endParaRPr>
          </a:p>
          <a:p>
            <a:pPr indent="-342900" lvl="0" marL="342900" marR="0" rtl="0" algn="just">
              <a:spcBef>
                <a:spcPts val="0"/>
              </a:spcBef>
              <a:spcAft>
                <a:spcPts val="0"/>
              </a:spcAft>
              <a:buClr>
                <a:srgbClr val="000000"/>
              </a:buClr>
              <a:buSzPts val="2400"/>
              <a:buFont typeface="Arial"/>
              <a:buChar char="•"/>
            </a:pPr>
            <a:r>
              <a:rPr b="0" i="0" lang="en-US" sz="2400" u="none" cap="none" strike="noStrike">
                <a:solidFill>
                  <a:srgbClr val="000000"/>
                </a:solidFill>
                <a:latin typeface="Cambria"/>
                <a:ea typeface="Cambria"/>
                <a:cs typeface="Cambria"/>
                <a:sym typeface="Cambria"/>
              </a:rPr>
              <a:t>Android has over three billion active users</a:t>
            </a:r>
            <a:endParaRPr/>
          </a:p>
          <a:p>
            <a:pPr indent="-342900" lvl="0" marL="342900" marR="0" rtl="0" algn="just">
              <a:spcBef>
                <a:spcPts val="0"/>
              </a:spcBef>
              <a:spcAft>
                <a:spcPts val="0"/>
              </a:spcAft>
              <a:buClr>
                <a:srgbClr val="000000"/>
              </a:buClr>
              <a:buSzPts val="2400"/>
              <a:buFont typeface="Arial"/>
              <a:buChar char="•"/>
            </a:pPr>
            <a:r>
              <a:rPr b="0" i="0" lang="en-US" sz="2400" u="none" cap="none" strike="noStrike">
                <a:solidFill>
                  <a:srgbClr val="000000"/>
                </a:solidFill>
                <a:latin typeface="Cambria"/>
                <a:ea typeface="Cambria"/>
                <a:cs typeface="Cambria"/>
                <a:sym typeface="Cambria"/>
              </a:rPr>
              <a:t>Three quarters of all smartphones in the world run Android</a:t>
            </a:r>
            <a:endParaRPr/>
          </a:p>
          <a:p>
            <a:pPr indent="-342900" lvl="0" marL="342900" marR="0" rtl="0" algn="just">
              <a:spcBef>
                <a:spcPts val="0"/>
              </a:spcBef>
              <a:spcAft>
                <a:spcPts val="0"/>
              </a:spcAft>
              <a:buClr>
                <a:srgbClr val="000000"/>
              </a:buClr>
              <a:buSzPts val="2400"/>
              <a:buFont typeface="Arial"/>
              <a:buChar char="•"/>
            </a:pPr>
            <a:r>
              <a:rPr b="0" i="0" lang="en-US" sz="2400" u="none" cap="none" strike="noStrike">
                <a:solidFill>
                  <a:srgbClr val="000000"/>
                </a:solidFill>
                <a:latin typeface="Cambria"/>
                <a:ea typeface="Cambria"/>
                <a:cs typeface="Cambria"/>
                <a:sym typeface="Cambria"/>
              </a:rPr>
              <a:t>Over 1.5 billion Android smartphones were shipped last year</a:t>
            </a:r>
            <a:endParaRPr/>
          </a:p>
          <a:p>
            <a:pPr indent="-342900" lvl="0" marL="342900" marR="0" rtl="0" algn="just">
              <a:spcBef>
                <a:spcPts val="0"/>
              </a:spcBef>
              <a:spcAft>
                <a:spcPts val="0"/>
              </a:spcAft>
              <a:buClr>
                <a:srgbClr val="000000"/>
              </a:buClr>
              <a:buSzPts val="2400"/>
              <a:buFont typeface="Arial"/>
              <a:buChar char="•"/>
            </a:pPr>
            <a:r>
              <a:rPr b="0" i="0" lang="en-US" sz="2400" u="none" cap="none" strike="noStrike">
                <a:solidFill>
                  <a:srgbClr val="000000"/>
                </a:solidFill>
                <a:latin typeface="Cambria"/>
                <a:ea typeface="Cambria"/>
                <a:cs typeface="Cambria"/>
                <a:sym typeface="Cambria"/>
              </a:rPr>
              <a:t>Samsung is the largest Android smartphone manufacturer, followed by Xiaomi and Oppo</a:t>
            </a:r>
            <a:endParaRPr b="0" i="0" sz="2400" u="none" cap="none" strike="noStrike">
              <a:solidFill>
                <a:srgbClr val="000000"/>
              </a:solidFill>
              <a:latin typeface="Cambria"/>
              <a:ea typeface="Cambria"/>
              <a:cs typeface="Cambria"/>
              <a:sym typeface="Cambria"/>
            </a:endParaRPr>
          </a:p>
        </p:txBody>
      </p:sp>
      <p:sp>
        <p:nvSpPr>
          <p:cNvPr id="104" name="Google Shape;104;p3"/>
          <p:cNvSpPr txBox="1"/>
          <p:nvPr/>
        </p:nvSpPr>
        <p:spPr>
          <a:xfrm>
            <a:off x="263856" y="78775"/>
            <a:ext cx="9999259" cy="774675"/>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1" i="0" lang="en-US" sz="3600" u="none" cap="none" strike="noStrike">
                <a:solidFill>
                  <a:srgbClr val="002060"/>
                </a:solidFill>
                <a:latin typeface="Cambria"/>
                <a:ea typeface="Cambria"/>
                <a:cs typeface="Cambria"/>
                <a:sym typeface="Cambria"/>
              </a:rPr>
              <a:t>Why You Should Learn ?</a:t>
            </a:r>
            <a:endParaRPr/>
          </a:p>
        </p:txBody>
      </p:sp>
      <p:sp>
        <p:nvSpPr>
          <p:cNvPr id="105" name="Google Shape;105;p3"/>
          <p:cNvSpPr txBox="1"/>
          <p:nvPr>
            <p:ph type="title"/>
          </p:nvPr>
        </p:nvSpPr>
        <p:spPr>
          <a:xfrm>
            <a:off x="427630" y="3169062"/>
            <a:ext cx="5782101" cy="2058031"/>
          </a:xfrm>
          <a:prstGeom prst="rect">
            <a:avLst/>
          </a:prstGeom>
          <a:noFill/>
          <a:ln cap="flat"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b="1" lang="en-US" sz="2400">
                <a:solidFill>
                  <a:srgbClr val="FF0000"/>
                </a:solidFill>
              </a:rPr>
              <a:t>Number of Apple App Store and Google Play mobile app downloads worldwide from 3rd quarter 2016 to 1st quarter 2023. </a:t>
            </a:r>
            <a:r>
              <a:rPr b="1" lang="en-US" sz="2400"/>
              <a:t>(</a:t>
            </a:r>
            <a:r>
              <a:rPr lang="en-US" sz="1800">
                <a:solidFill>
                  <a:schemeClr val="accent2"/>
                </a:solidFill>
              </a:rPr>
              <a:t>ref: https://www.statista.com/statistics/695094/quarterly-number-of-mobile-app-downloads-store/</a:t>
            </a:r>
            <a:r>
              <a:rPr b="1" lang="en-US" sz="2400"/>
              <a:t>)</a:t>
            </a:r>
            <a:endParaRPr sz="2400"/>
          </a:p>
        </p:txBody>
      </p:sp>
      <p:pic>
        <p:nvPicPr>
          <p:cNvPr id="106" name="Google Shape;106;p3"/>
          <p:cNvPicPr preferRelativeResize="0"/>
          <p:nvPr/>
        </p:nvPicPr>
        <p:blipFill rotWithShape="1">
          <a:blip r:embed="rId3">
            <a:alphaModFix/>
          </a:blip>
          <a:srcRect b="14597" l="6924" r="40314" t="28311"/>
          <a:stretch/>
        </p:blipFill>
        <p:spPr>
          <a:xfrm>
            <a:off x="6346208" y="2681785"/>
            <a:ext cx="5431810" cy="291379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4"/>
          <p:cNvSpPr txBox="1"/>
          <p:nvPr>
            <p:ph type="title"/>
          </p:nvPr>
        </p:nvSpPr>
        <p:spPr>
          <a:xfrm>
            <a:off x="270933" y="206669"/>
            <a:ext cx="10134600" cy="832370"/>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b="1" lang="en-US" sz="3600">
                <a:solidFill>
                  <a:srgbClr val="002060"/>
                </a:solidFill>
              </a:rPr>
              <a:t>Today's Trends in MAD</a:t>
            </a:r>
            <a:endParaRPr/>
          </a:p>
        </p:txBody>
      </p:sp>
      <p:sp>
        <p:nvSpPr>
          <p:cNvPr id="112" name="Google Shape;112;p4"/>
          <p:cNvSpPr txBox="1"/>
          <p:nvPr>
            <p:ph idx="1" type="body"/>
          </p:nvPr>
        </p:nvSpPr>
        <p:spPr>
          <a:xfrm>
            <a:off x="270933" y="1210752"/>
            <a:ext cx="5856912" cy="3047349"/>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400"/>
              <a:buChar char="•"/>
            </a:pPr>
            <a:r>
              <a:rPr lang="en-US" sz="2400"/>
              <a:t>Internet of Things (IoT) App Integration</a:t>
            </a:r>
            <a:endParaRPr/>
          </a:p>
          <a:p>
            <a:pPr indent="-228600" lvl="0" marL="228600" rtl="0" algn="l">
              <a:lnSpc>
                <a:spcPct val="90000"/>
              </a:lnSpc>
              <a:spcBef>
                <a:spcPts val="1000"/>
              </a:spcBef>
              <a:spcAft>
                <a:spcPts val="0"/>
              </a:spcAft>
              <a:buClr>
                <a:schemeClr val="dk1"/>
              </a:buClr>
              <a:buSzPts val="2400"/>
              <a:buChar char="•"/>
            </a:pPr>
            <a:r>
              <a:rPr lang="en-US" sz="2400"/>
              <a:t>Apps For Foldable Devices</a:t>
            </a:r>
            <a:endParaRPr/>
          </a:p>
          <a:p>
            <a:pPr indent="-228600" lvl="0" marL="228600" rtl="0" algn="l">
              <a:lnSpc>
                <a:spcPct val="90000"/>
              </a:lnSpc>
              <a:spcBef>
                <a:spcPts val="1000"/>
              </a:spcBef>
              <a:spcAft>
                <a:spcPts val="0"/>
              </a:spcAft>
              <a:buClr>
                <a:schemeClr val="dk1"/>
              </a:buClr>
              <a:buSzPts val="2400"/>
              <a:buChar char="•"/>
            </a:pPr>
            <a:r>
              <a:rPr lang="en-US" sz="2400"/>
              <a:t>5G Technology</a:t>
            </a:r>
            <a:endParaRPr/>
          </a:p>
          <a:p>
            <a:pPr indent="-228600" lvl="0" marL="228600" rtl="0" algn="l">
              <a:lnSpc>
                <a:spcPct val="90000"/>
              </a:lnSpc>
              <a:spcBef>
                <a:spcPts val="1000"/>
              </a:spcBef>
              <a:spcAft>
                <a:spcPts val="0"/>
              </a:spcAft>
              <a:buClr>
                <a:schemeClr val="dk1"/>
              </a:buClr>
              <a:buSzPts val="2400"/>
              <a:buChar char="•"/>
            </a:pPr>
            <a:r>
              <a:rPr lang="en-US" sz="2400"/>
              <a:t>Development For Wearable Devices</a:t>
            </a:r>
            <a:endParaRPr/>
          </a:p>
          <a:p>
            <a:pPr indent="-228600" lvl="0" marL="228600" rtl="0" algn="l">
              <a:lnSpc>
                <a:spcPct val="90000"/>
              </a:lnSpc>
              <a:spcBef>
                <a:spcPts val="1000"/>
              </a:spcBef>
              <a:spcAft>
                <a:spcPts val="0"/>
              </a:spcAft>
              <a:buClr>
                <a:schemeClr val="dk1"/>
              </a:buClr>
              <a:buSzPts val="2400"/>
              <a:buChar char="•"/>
            </a:pPr>
            <a:r>
              <a:rPr lang="en-US" sz="2400"/>
              <a:t>Mobile Commerce</a:t>
            </a:r>
            <a:endParaRPr/>
          </a:p>
          <a:p>
            <a:pPr indent="-228600" lvl="0" marL="228600" rtl="0" algn="l">
              <a:lnSpc>
                <a:spcPct val="90000"/>
              </a:lnSpc>
              <a:spcBef>
                <a:spcPts val="1000"/>
              </a:spcBef>
              <a:spcAft>
                <a:spcPts val="0"/>
              </a:spcAft>
              <a:buClr>
                <a:schemeClr val="dk1"/>
              </a:buClr>
              <a:buSzPts val="2400"/>
              <a:buChar char="•"/>
            </a:pPr>
            <a:r>
              <a:rPr lang="en-US" sz="2400"/>
              <a:t>Artificial Intelligence (AI)</a:t>
            </a:r>
            <a:endParaRPr/>
          </a:p>
          <a:p>
            <a:pPr indent="0" lvl="0" marL="0" rtl="0" algn="l">
              <a:lnSpc>
                <a:spcPct val="90000"/>
              </a:lnSpc>
              <a:spcBef>
                <a:spcPts val="1000"/>
              </a:spcBef>
              <a:spcAft>
                <a:spcPts val="0"/>
              </a:spcAft>
              <a:buClr>
                <a:schemeClr val="dk1"/>
              </a:buClr>
              <a:buSzPts val="2400"/>
              <a:buNone/>
            </a:pPr>
            <a:r>
              <a:t/>
            </a:r>
            <a:endParaRPr sz="2400"/>
          </a:p>
          <a:p>
            <a:pPr indent="0" lvl="0" marL="0" rtl="0" algn="l">
              <a:lnSpc>
                <a:spcPct val="90000"/>
              </a:lnSpc>
              <a:spcBef>
                <a:spcPts val="1000"/>
              </a:spcBef>
              <a:spcAft>
                <a:spcPts val="0"/>
              </a:spcAft>
              <a:buClr>
                <a:schemeClr val="dk1"/>
              </a:buClr>
              <a:buSzPts val="2400"/>
              <a:buNone/>
            </a:pPr>
            <a:r>
              <a:t/>
            </a:r>
            <a:endParaRPr sz="2400"/>
          </a:p>
        </p:txBody>
      </p:sp>
      <p:sp>
        <p:nvSpPr>
          <p:cNvPr id="113" name="Google Shape;113;p4"/>
          <p:cNvSpPr txBox="1"/>
          <p:nvPr>
            <p:ph idx="12" type="sldNum"/>
          </p:nvPr>
        </p:nvSpPr>
        <p:spPr>
          <a:xfrm>
            <a:off x="9414933" y="642937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FFFFFF"/>
                </a:solidFill>
              </a:rPr>
              <a:t>‹#›</a:t>
            </a:fld>
            <a:endParaRPr>
              <a:solidFill>
                <a:srgbClr val="FFFFFF"/>
              </a:solidFill>
            </a:endParaRPr>
          </a:p>
        </p:txBody>
      </p:sp>
      <p:sp>
        <p:nvSpPr>
          <p:cNvPr id="114" name="Google Shape;114;p4"/>
          <p:cNvSpPr txBox="1"/>
          <p:nvPr/>
        </p:nvSpPr>
        <p:spPr>
          <a:xfrm>
            <a:off x="6576198" y="1210752"/>
            <a:ext cx="5433832" cy="3047349"/>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Cambria"/>
                <a:ea typeface="Cambria"/>
                <a:cs typeface="Cambria"/>
                <a:sym typeface="Cambria"/>
              </a:rPr>
              <a:t>Mobile Wallets</a:t>
            </a:r>
            <a:endParaRPr/>
          </a:p>
          <a:p>
            <a:pPr indent="-228600" lvl="0" marL="228600" marR="0" rtl="0" algn="l">
              <a:lnSpc>
                <a:spcPct val="90000"/>
              </a:lnSpc>
              <a:spcBef>
                <a:spcPts val="1000"/>
              </a:spcBef>
              <a:spcAft>
                <a:spcPts val="0"/>
              </a:spcAft>
              <a:buClr>
                <a:schemeClr val="dk1"/>
              </a:buClr>
              <a:buSzPts val="2400"/>
              <a:buFont typeface="Arial"/>
              <a:buChar char="•"/>
            </a:pPr>
            <a:r>
              <a:rPr b="0" i="0" lang="en-US" sz="2400" u="none" cap="none" strike="noStrike">
                <a:solidFill>
                  <a:schemeClr val="dk1"/>
                </a:solidFill>
                <a:latin typeface="Cambria"/>
                <a:ea typeface="Cambria"/>
                <a:cs typeface="Cambria"/>
                <a:sym typeface="Cambria"/>
              </a:rPr>
              <a:t>Augmented reality (aka virtual reality) </a:t>
            </a:r>
            <a:r>
              <a:rPr b="0" i="0" lang="en-US" sz="2400" u="none" cap="none" strike="noStrike">
                <a:solidFill>
                  <a:srgbClr val="FF0000"/>
                </a:solidFill>
                <a:latin typeface="Cambria"/>
                <a:ea typeface="Cambria"/>
                <a:cs typeface="Cambria"/>
                <a:sym typeface="Cambria"/>
              </a:rPr>
              <a:t>AR / VR Will Become More Impressive</a:t>
            </a:r>
            <a:endParaRPr/>
          </a:p>
          <a:p>
            <a:pPr indent="-228600" lvl="0" marL="228600" marR="0" rtl="0" algn="l">
              <a:lnSpc>
                <a:spcPct val="90000"/>
              </a:lnSpc>
              <a:spcBef>
                <a:spcPts val="1000"/>
              </a:spcBef>
              <a:spcAft>
                <a:spcPts val="0"/>
              </a:spcAft>
              <a:buClr>
                <a:schemeClr val="dk1"/>
              </a:buClr>
              <a:buSzPts val="2400"/>
              <a:buFont typeface="Arial"/>
              <a:buChar char="•"/>
            </a:pPr>
            <a:r>
              <a:rPr b="0" i="0" lang="en-US" sz="2400" u="none" cap="none" strike="noStrike">
                <a:solidFill>
                  <a:schemeClr val="dk1"/>
                </a:solidFill>
                <a:latin typeface="Cambria"/>
                <a:ea typeface="Cambria"/>
                <a:cs typeface="Cambria"/>
                <a:sym typeface="Cambria"/>
              </a:rPr>
              <a:t>Predictive Analytics</a:t>
            </a:r>
            <a:endParaRPr/>
          </a:p>
          <a:p>
            <a:pPr indent="-228600" lvl="0" marL="228600" marR="0" rtl="0" algn="l">
              <a:lnSpc>
                <a:spcPct val="90000"/>
              </a:lnSpc>
              <a:spcBef>
                <a:spcPts val="1000"/>
              </a:spcBef>
              <a:spcAft>
                <a:spcPts val="0"/>
              </a:spcAft>
              <a:buClr>
                <a:schemeClr val="dk1"/>
              </a:buClr>
              <a:buSzPts val="2400"/>
              <a:buFont typeface="Arial"/>
              <a:buChar char="•"/>
            </a:pPr>
            <a:r>
              <a:rPr b="0" i="0" lang="en-US" sz="2400" u="none" cap="none" strike="noStrike">
                <a:solidFill>
                  <a:schemeClr val="dk1"/>
                </a:solidFill>
                <a:latin typeface="Cambria"/>
                <a:ea typeface="Cambria"/>
                <a:cs typeface="Cambria"/>
                <a:sym typeface="Cambria"/>
              </a:rPr>
              <a:t>Superior App Security</a:t>
            </a:r>
            <a:endParaRPr/>
          </a:p>
          <a:p>
            <a:pPr indent="-228600" lvl="0" marL="228600" marR="0" rtl="0" algn="l">
              <a:lnSpc>
                <a:spcPct val="90000"/>
              </a:lnSpc>
              <a:spcBef>
                <a:spcPts val="1000"/>
              </a:spcBef>
              <a:spcAft>
                <a:spcPts val="0"/>
              </a:spcAft>
              <a:buClr>
                <a:schemeClr val="dk1"/>
              </a:buClr>
              <a:buSzPts val="2400"/>
              <a:buFont typeface="Arial"/>
              <a:buChar char="•"/>
            </a:pPr>
            <a:r>
              <a:rPr b="0" i="0" lang="en-US" sz="2400" u="none" cap="none" strike="noStrike">
                <a:solidFill>
                  <a:schemeClr val="dk1"/>
                </a:solidFill>
                <a:latin typeface="Cambria"/>
                <a:ea typeface="Cambria"/>
                <a:cs typeface="Cambria"/>
                <a:sym typeface="Cambria"/>
              </a:rPr>
              <a:t>Chatbots</a:t>
            </a:r>
            <a:endParaRPr b="0" i="0" sz="2400" u="none" cap="none" strike="noStrike">
              <a:solidFill>
                <a:schemeClr val="dk1"/>
              </a:solidFill>
              <a:latin typeface="Cambria"/>
              <a:ea typeface="Cambria"/>
              <a:cs typeface="Cambria"/>
              <a:sym typeface="Cambri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5"/>
          <p:cNvSpPr txBox="1"/>
          <p:nvPr>
            <p:ph type="title"/>
          </p:nvPr>
        </p:nvSpPr>
        <p:spPr>
          <a:xfrm>
            <a:off x="270933" y="159305"/>
            <a:ext cx="10515600" cy="832370"/>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b="1" lang="en-US" sz="3600">
                <a:solidFill>
                  <a:srgbClr val="002060"/>
                </a:solidFill>
              </a:rPr>
              <a:t>Challenges of Android app development</a:t>
            </a:r>
            <a:endParaRPr/>
          </a:p>
        </p:txBody>
      </p:sp>
      <p:sp>
        <p:nvSpPr>
          <p:cNvPr id="121" name="Google Shape;121;p5"/>
          <p:cNvSpPr txBox="1"/>
          <p:nvPr>
            <p:ph idx="1" type="body"/>
          </p:nvPr>
        </p:nvSpPr>
        <p:spPr>
          <a:xfrm>
            <a:off x="270933" y="1018971"/>
            <a:ext cx="10515600" cy="2774395"/>
          </a:xfrm>
          <a:prstGeom prst="rect">
            <a:avLst/>
          </a:prstGeom>
          <a:noFill/>
          <a:ln>
            <a:noFill/>
          </a:ln>
        </p:spPr>
        <p:txBody>
          <a:bodyPr anchorCtr="0" anchor="t" bIns="45700" lIns="91425" spcFirstLastPara="1" rIns="91425" wrap="square" tIns="45700">
            <a:noAutofit/>
          </a:bodyPr>
          <a:lstStyle/>
          <a:p>
            <a:pPr indent="-228600" lvl="0" marL="228600" rtl="0" algn="just">
              <a:lnSpc>
                <a:spcPct val="90000"/>
              </a:lnSpc>
              <a:spcBef>
                <a:spcPts val="0"/>
              </a:spcBef>
              <a:spcAft>
                <a:spcPts val="0"/>
              </a:spcAft>
              <a:buClr>
                <a:schemeClr val="dk1"/>
              </a:buClr>
              <a:buSzPts val="2400"/>
              <a:buChar char="•"/>
            </a:pPr>
            <a:r>
              <a:rPr lang="en-US" sz="2400"/>
              <a:t>Building for a multi-screen world</a:t>
            </a:r>
            <a:endParaRPr/>
          </a:p>
          <a:p>
            <a:pPr indent="-228600" lvl="0" marL="228600" rtl="0" algn="just">
              <a:lnSpc>
                <a:spcPct val="90000"/>
              </a:lnSpc>
              <a:spcBef>
                <a:spcPts val="1000"/>
              </a:spcBef>
              <a:spcAft>
                <a:spcPts val="0"/>
              </a:spcAft>
              <a:buClr>
                <a:schemeClr val="dk1"/>
              </a:buClr>
              <a:buSzPts val="2400"/>
              <a:buChar char="•"/>
            </a:pPr>
            <a:r>
              <a:rPr lang="en-US" sz="2400"/>
              <a:t>Getting performance right</a:t>
            </a:r>
            <a:endParaRPr/>
          </a:p>
          <a:p>
            <a:pPr indent="-228600" lvl="0" marL="228600" rtl="0" algn="just">
              <a:lnSpc>
                <a:spcPct val="90000"/>
              </a:lnSpc>
              <a:spcBef>
                <a:spcPts val="1000"/>
              </a:spcBef>
              <a:spcAft>
                <a:spcPts val="0"/>
              </a:spcAft>
              <a:buClr>
                <a:schemeClr val="dk1"/>
              </a:buClr>
              <a:buSzPts val="2400"/>
              <a:buChar char="•"/>
            </a:pPr>
            <a:r>
              <a:rPr lang="en-US" sz="2400"/>
              <a:t>Keeping your code and your users secure</a:t>
            </a:r>
            <a:endParaRPr/>
          </a:p>
          <a:p>
            <a:pPr indent="-228600" lvl="0" marL="228600" rtl="0" algn="just">
              <a:lnSpc>
                <a:spcPct val="90000"/>
              </a:lnSpc>
              <a:spcBef>
                <a:spcPts val="1000"/>
              </a:spcBef>
              <a:spcAft>
                <a:spcPts val="0"/>
              </a:spcAft>
              <a:buClr>
                <a:schemeClr val="dk1"/>
              </a:buClr>
              <a:buSzPts val="2400"/>
              <a:buChar char="•"/>
            </a:pPr>
            <a:r>
              <a:rPr lang="en-US" sz="2400"/>
              <a:t>Remaining compatible with older platform versions</a:t>
            </a:r>
            <a:endParaRPr/>
          </a:p>
          <a:p>
            <a:pPr indent="-228600" lvl="0" marL="228600" rtl="0" algn="just">
              <a:lnSpc>
                <a:spcPct val="90000"/>
              </a:lnSpc>
              <a:spcBef>
                <a:spcPts val="1000"/>
              </a:spcBef>
              <a:spcAft>
                <a:spcPts val="0"/>
              </a:spcAft>
              <a:buClr>
                <a:schemeClr val="dk1"/>
              </a:buClr>
              <a:buSzPts val="2400"/>
              <a:buChar char="•"/>
            </a:pPr>
            <a:r>
              <a:rPr lang="en-US" sz="2400"/>
              <a:t>Understanding the market and the user.</a:t>
            </a:r>
            <a:endParaRPr/>
          </a:p>
          <a:p>
            <a:pPr indent="0" lvl="0" marL="0" rtl="0" algn="l">
              <a:lnSpc>
                <a:spcPct val="90000"/>
              </a:lnSpc>
              <a:spcBef>
                <a:spcPts val="1000"/>
              </a:spcBef>
              <a:spcAft>
                <a:spcPts val="0"/>
              </a:spcAft>
              <a:buClr>
                <a:schemeClr val="dk1"/>
              </a:buClr>
              <a:buSzPts val="2400"/>
              <a:buNone/>
            </a:pPr>
            <a:r>
              <a:t/>
            </a:r>
            <a:endParaRPr sz="2400"/>
          </a:p>
        </p:txBody>
      </p:sp>
      <p:sp>
        <p:nvSpPr>
          <p:cNvPr id="122" name="Google Shape;122;p5"/>
          <p:cNvSpPr txBox="1"/>
          <p:nvPr>
            <p:ph idx="12" type="sldNum"/>
          </p:nvPr>
        </p:nvSpPr>
        <p:spPr>
          <a:xfrm>
            <a:off x="9414933" y="642937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FFFFFF"/>
                </a:solidFill>
              </a:rPr>
              <a:t>‹#›</a:t>
            </a:fld>
            <a:endParaRPr>
              <a:solidFill>
                <a:srgbClr val="FFFFFF"/>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6"/>
          <p:cNvSpPr txBox="1"/>
          <p:nvPr>
            <p:ph idx="1" type="body"/>
          </p:nvPr>
        </p:nvSpPr>
        <p:spPr>
          <a:xfrm>
            <a:off x="272955" y="979391"/>
            <a:ext cx="11409527" cy="3101290"/>
          </a:xfrm>
          <a:prstGeom prst="rect">
            <a:avLst/>
          </a:prstGeom>
          <a:noFill/>
          <a:ln>
            <a:noFill/>
          </a:ln>
        </p:spPr>
        <p:txBody>
          <a:bodyPr anchorCtr="0" anchor="t" bIns="45700" lIns="91425" spcFirstLastPara="1" rIns="91425" wrap="square" tIns="45700">
            <a:noAutofit/>
          </a:bodyPr>
          <a:lstStyle/>
          <a:p>
            <a:pPr indent="-228600" lvl="0" marL="228600" rtl="0" algn="just">
              <a:lnSpc>
                <a:spcPct val="100000"/>
              </a:lnSpc>
              <a:spcBef>
                <a:spcPts val="0"/>
              </a:spcBef>
              <a:spcAft>
                <a:spcPts val="0"/>
              </a:spcAft>
              <a:buClr>
                <a:schemeClr val="dk1"/>
              </a:buClr>
              <a:buSzPts val="2400"/>
              <a:buChar char="•"/>
            </a:pPr>
            <a:r>
              <a:rPr lang="en-US" sz="2400"/>
              <a:t>In India alone, a perusal of job searching platforms like Naukri, Indeed, LinkedIn and Angel List reveal that there are over 20,000 open Android Developer jobs today. Companies are moving more heavily into creating a consummate app experience, driven by projections of smartphone penetration globally.</a:t>
            </a:r>
            <a:endParaRPr sz="2400"/>
          </a:p>
          <a:p>
            <a:pPr indent="-228600" lvl="0" marL="228600" rtl="0" algn="just">
              <a:lnSpc>
                <a:spcPct val="100000"/>
              </a:lnSpc>
              <a:spcBef>
                <a:spcPts val="600"/>
              </a:spcBef>
              <a:spcAft>
                <a:spcPts val="0"/>
              </a:spcAft>
              <a:buClr>
                <a:schemeClr val="dk1"/>
              </a:buClr>
              <a:buSzPts val="2400"/>
              <a:buChar char="•"/>
            </a:pPr>
            <a:r>
              <a:rPr lang="en-US" sz="2400"/>
              <a:t>Nearly all consumer-facing industries have indelibly changed as the smartphone-wielding consumer has become their mainstream target audience.</a:t>
            </a:r>
            <a:endParaRPr/>
          </a:p>
          <a:p>
            <a:pPr indent="0" lvl="0" marL="0" rtl="0" algn="just">
              <a:lnSpc>
                <a:spcPct val="100000"/>
              </a:lnSpc>
              <a:spcBef>
                <a:spcPts val="600"/>
              </a:spcBef>
              <a:spcAft>
                <a:spcPts val="0"/>
              </a:spcAft>
              <a:buClr>
                <a:schemeClr val="dk1"/>
              </a:buClr>
              <a:buSzPts val="2400"/>
              <a:buNone/>
            </a:pPr>
            <a:r>
              <a:t/>
            </a:r>
            <a:endParaRPr sz="2400"/>
          </a:p>
        </p:txBody>
      </p:sp>
      <p:sp>
        <p:nvSpPr>
          <p:cNvPr id="128" name="Google Shape;128;p6"/>
          <p:cNvSpPr txBox="1"/>
          <p:nvPr>
            <p:ph idx="12" type="sldNum"/>
          </p:nvPr>
        </p:nvSpPr>
        <p:spPr>
          <a:xfrm>
            <a:off x="9414933" y="642937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FFFFFF"/>
                </a:solidFill>
              </a:rPr>
              <a:t>‹#›</a:t>
            </a:fld>
            <a:endParaRPr>
              <a:solidFill>
                <a:srgbClr val="FFFFFF"/>
              </a:solidFill>
            </a:endParaRPr>
          </a:p>
        </p:txBody>
      </p:sp>
      <p:sp>
        <p:nvSpPr>
          <p:cNvPr id="129" name="Google Shape;129;p6"/>
          <p:cNvSpPr txBox="1"/>
          <p:nvPr/>
        </p:nvSpPr>
        <p:spPr>
          <a:xfrm>
            <a:off x="272955" y="204716"/>
            <a:ext cx="9999259" cy="774675"/>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1" i="0" lang="en-US" sz="3600" u="none" cap="none" strike="noStrike">
                <a:solidFill>
                  <a:srgbClr val="002060"/>
                </a:solidFill>
                <a:latin typeface="Cambria"/>
                <a:ea typeface="Cambria"/>
                <a:cs typeface="Cambria"/>
                <a:sym typeface="Cambria"/>
              </a:rPr>
              <a:t>Demand for mobile developers: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7"/>
          <p:cNvSpPr txBox="1"/>
          <p:nvPr>
            <p:ph type="title"/>
          </p:nvPr>
        </p:nvSpPr>
        <p:spPr>
          <a:xfrm>
            <a:off x="838200" y="312875"/>
            <a:ext cx="10515600" cy="832370"/>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b="1" lang="en-US" sz="3600">
                <a:solidFill>
                  <a:srgbClr val="002060"/>
                </a:solidFill>
              </a:rPr>
              <a:t>on-demand industry:</a:t>
            </a:r>
            <a:endParaRPr/>
          </a:p>
        </p:txBody>
      </p:sp>
      <p:sp>
        <p:nvSpPr>
          <p:cNvPr id="135" name="Google Shape;135;p7"/>
          <p:cNvSpPr txBox="1"/>
          <p:nvPr>
            <p:ph idx="1" type="body"/>
          </p:nvPr>
        </p:nvSpPr>
        <p:spPr>
          <a:xfrm>
            <a:off x="838200" y="1306286"/>
            <a:ext cx="4852916" cy="3879669"/>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Laundry service</a:t>
            </a:r>
            <a:endParaRPr/>
          </a:p>
          <a:p>
            <a:pPr indent="-228600" lvl="0" marL="228600" rtl="0" algn="l">
              <a:lnSpc>
                <a:spcPct val="90000"/>
              </a:lnSpc>
              <a:spcBef>
                <a:spcPts val="1000"/>
              </a:spcBef>
              <a:spcAft>
                <a:spcPts val="0"/>
              </a:spcAft>
              <a:buClr>
                <a:schemeClr val="dk1"/>
              </a:buClr>
              <a:buSzPts val="2800"/>
              <a:buChar char="•"/>
            </a:pPr>
            <a:r>
              <a:rPr lang="en-US"/>
              <a:t>Doctors on-demand</a:t>
            </a:r>
            <a:endParaRPr/>
          </a:p>
          <a:p>
            <a:pPr indent="-228600" lvl="0" marL="228600" rtl="0" algn="l">
              <a:lnSpc>
                <a:spcPct val="90000"/>
              </a:lnSpc>
              <a:spcBef>
                <a:spcPts val="1000"/>
              </a:spcBef>
              <a:spcAft>
                <a:spcPts val="0"/>
              </a:spcAft>
              <a:buClr>
                <a:schemeClr val="dk1"/>
              </a:buClr>
              <a:buSzPts val="2800"/>
              <a:buChar char="•"/>
            </a:pPr>
            <a:r>
              <a:rPr lang="en-US"/>
              <a:t>Virtual tutors and coaches</a:t>
            </a:r>
            <a:endParaRPr/>
          </a:p>
          <a:p>
            <a:pPr indent="-228600" lvl="0" marL="228600" rtl="0" algn="l">
              <a:lnSpc>
                <a:spcPct val="90000"/>
              </a:lnSpc>
              <a:spcBef>
                <a:spcPts val="1000"/>
              </a:spcBef>
              <a:spcAft>
                <a:spcPts val="0"/>
              </a:spcAft>
              <a:buClr>
                <a:schemeClr val="dk1"/>
              </a:buClr>
              <a:buSzPts val="2800"/>
              <a:buChar char="•"/>
            </a:pPr>
            <a:r>
              <a:rPr lang="en-US"/>
              <a:t>Food delivery</a:t>
            </a:r>
            <a:endParaRPr/>
          </a:p>
          <a:p>
            <a:pPr indent="-228600" lvl="0" marL="228600" rtl="0" algn="l">
              <a:lnSpc>
                <a:spcPct val="90000"/>
              </a:lnSpc>
              <a:spcBef>
                <a:spcPts val="1000"/>
              </a:spcBef>
              <a:spcAft>
                <a:spcPts val="0"/>
              </a:spcAft>
              <a:buClr>
                <a:schemeClr val="dk1"/>
              </a:buClr>
              <a:buSzPts val="2800"/>
              <a:buChar char="•"/>
            </a:pPr>
            <a:r>
              <a:rPr lang="en-US"/>
              <a:t>House cleaning</a:t>
            </a:r>
            <a:endParaRPr/>
          </a:p>
          <a:p>
            <a:pPr indent="-228600" lvl="0" marL="228600" rtl="0" algn="l">
              <a:lnSpc>
                <a:spcPct val="90000"/>
              </a:lnSpc>
              <a:spcBef>
                <a:spcPts val="1000"/>
              </a:spcBef>
              <a:spcAft>
                <a:spcPts val="0"/>
              </a:spcAft>
              <a:buClr>
                <a:schemeClr val="dk1"/>
              </a:buClr>
              <a:buSzPts val="2800"/>
              <a:buChar char="•"/>
            </a:pPr>
            <a:r>
              <a:rPr lang="en-US"/>
              <a:t>Maintenance services</a:t>
            </a:r>
            <a:endParaRPr/>
          </a:p>
        </p:txBody>
      </p:sp>
      <p:sp>
        <p:nvSpPr>
          <p:cNvPr id="136" name="Google Shape;136;p7"/>
          <p:cNvSpPr txBox="1"/>
          <p:nvPr>
            <p:ph idx="12" type="sldNum"/>
          </p:nvPr>
        </p:nvSpPr>
        <p:spPr>
          <a:xfrm>
            <a:off x="9414933" y="642937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FFFFFF"/>
                </a:solidFill>
              </a:rPr>
              <a:t>‹#›</a:t>
            </a:fld>
            <a:endParaRPr>
              <a:solidFill>
                <a:srgbClr val="FFFFFF"/>
              </a:solidFill>
            </a:endParaRPr>
          </a:p>
        </p:txBody>
      </p:sp>
      <p:sp>
        <p:nvSpPr>
          <p:cNvPr id="137" name="Google Shape;137;p7"/>
          <p:cNvSpPr txBox="1"/>
          <p:nvPr/>
        </p:nvSpPr>
        <p:spPr>
          <a:xfrm>
            <a:off x="6096000" y="1306286"/>
            <a:ext cx="4852916" cy="3879669"/>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Arial"/>
              <a:buChar char="•"/>
            </a:pPr>
            <a:r>
              <a:rPr b="0" i="0" lang="en-US" sz="2800" u="none" cap="none" strike="noStrike">
                <a:solidFill>
                  <a:schemeClr val="dk1"/>
                </a:solidFill>
                <a:latin typeface="Cambria"/>
                <a:ea typeface="Cambria"/>
                <a:cs typeface="Cambria"/>
                <a:sym typeface="Cambria"/>
              </a:rPr>
              <a:t>Fitness on-demand</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cap="none" strike="noStrike">
                <a:solidFill>
                  <a:schemeClr val="dk1"/>
                </a:solidFill>
                <a:latin typeface="Cambria"/>
                <a:ea typeface="Cambria"/>
                <a:cs typeface="Cambria"/>
                <a:sym typeface="Cambria"/>
              </a:rPr>
              <a:t>Pet care</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cap="none" strike="noStrike">
                <a:solidFill>
                  <a:schemeClr val="dk1"/>
                </a:solidFill>
                <a:latin typeface="Cambria"/>
                <a:ea typeface="Cambria"/>
                <a:cs typeface="Cambria"/>
                <a:sym typeface="Cambria"/>
              </a:rPr>
              <a:t>Barber and beauty salon</a:t>
            </a:r>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cap="none" strike="noStrike">
              <a:solidFill>
                <a:schemeClr val="dk1"/>
              </a:solidFill>
              <a:latin typeface="Cambria"/>
              <a:ea typeface="Cambria"/>
              <a:cs typeface="Cambria"/>
              <a:sym typeface="Cambri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8"/>
          <p:cNvSpPr txBox="1"/>
          <p:nvPr>
            <p:ph type="title"/>
          </p:nvPr>
        </p:nvSpPr>
        <p:spPr>
          <a:xfrm>
            <a:off x="255438" y="0"/>
            <a:ext cx="10515600" cy="832370"/>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b="1" lang="en-US" sz="3600">
                <a:solidFill>
                  <a:srgbClr val="002060"/>
                </a:solidFill>
              </a:rPr>
              <a:t>History of Mobile OS </a:t>
            </a:r>
            <a:endParaRPr/>
          </a:p>
        </p:txBody>
      </p:sp>
      <p:sp>
        <p:nvSpPr>
          <p:cNvPr id="143" name="Google Shape;143;p8"/>
          <p:cNvSpPr txBox="1"/>
          <p:nvPr>
            <p:ph idx="12" type="sldNum"/>
          </p:nvPr>
        </p:nvSpPr>
        <p:spPr>
          <a:xfrm>
            <a:off x="9414933" y="642937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FFFFFF"/>
                </a:solidFill>
              </a:rPr>
              <a:t>‹#›</a:t>
            </a:fld>
            <a:endParaRPr>
              <a:solidFill>
                <a:srgbClr val="FFFFFF"/>
              </a:solidFill>
            </a:endParaRPr>
          </a:p>
        </p:txBody>
      </p:sp>
      <p:grpSp>
        <p:nvGrpSpPr>
          <p:cNvPr id="144" name="Google Shape;144;p8"/>
          <p:cNvGrpSpPr/>
          <p:nvPr/>
        </p:nvGrpSpPr>
        <p:grpSpPr>
          <a:xfrm>
            <a:off x="673318" y="982764"/>
            <a:ext cx="3757623" cy="1817422"/>
            <a:chOff x="703462" y="801700"/>
            <a:chExt cx="3757623" cy="1817422"/>
          </a:xfrm>
        </p:grpSpPr>
        <p:pic>
          <p:nvPicPr>
            <p:cNvPr id="145" name="Google Shape;145;p8"/>
            <p:cNvPicPr preferRelativeResize="0"/>
            <p:nvPr/>
          </p:nvPicPr>
          <p:blipFill rotWithShape="1">
            <a:blip r:embed="rId3">
              <a:alphaModFix/>
            </a:blip>
            <a:srcRect b="0" l="0" r="0" t="0"/>
            <a:stretch/>
          </p:blipFill>
          <p:spPr>
            <a:xfrm>
              <a:off x="2263996" y="801700"/>
              <a:ext cx="2197089" cy="1817422"/>
            </a:xfrm>
            <a:prstGeom prst="rect">
              <a:avLst/>
            </a:prstGeom>
            <a:noFill/>
            <a:ln>
              <a:noFill/>
            </a:ln>
          </p:spPr>
        </p:pic>
        <p:sp>
          <p:nvSpPr>
            <p:cNvPr id="146" name="Google Shape;146;p8"/>
            <p:cNvSpPr/>
            <p:nvPr/>
          </p:nvSpPr>
          <p:spPr>
            <a:xfrm>
              <a:off x="703462" y="1295260"/>
              <a:ext cx="2476960" cy="461665"/>
            </a:xfrm>
            <a:prstGeom prst="rect">
              <a:avLst/>
            </a:prstGeom>
            <a:solidFill>
              <a:srgbClr val="F2F2F2"/>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FF0000"/>
                  </a:solidFill>
                  <a:latin typeface="Cambria"/>
                  <a:ea typeface="Cambria"/>
                  <a:cs typeface="Cambria"/>
                  <a:sym typeface="Cambria"/>
                </a:rPr>
                <a:t>Nokia ( C &amp; C++)</a:t>
              </a:r>
              <a:endParaRPr/>
            </a:p>
          </p:txBody>
        </p:sp>
      </p:grpSp>
      <p:grpSp>
        <p:nvGrpSpPr>
          <p:cNvPr id="147" name="Google Shape;147;p8"/>
          <p:cNvGrpSpPr/>
          <p:nvPr/>
        </p:nvGrpSpPr>
        <p:grpSpPr>
          <a:xfrm>
            <a:off x="6584837" y="563664"/>
            <a:ext cx="4770100" cy="2236522"/>
            <a:chOff x="6769489" y="382600"/>
            <a:chExt cx="4770100" cy="2236522"/>
          </a:xfrm>
        </p:grpSpPr>
        <p:pic>
          <p:nvPicPr>
            <p:cNvPr id="148" name="Google Shape;148;p8"/>
            <p:cNvPicPr preferRelativeResize="0"/>
            <p:nvPr/>
          </p:nvPicPr>
          <p:blipFill rotWithShape="1">
            <a:blip r:embed="rId4">
              <a:alphaModFix/>
            </a:blip>
            <a:srcRect b="0" l="0" r="0" t="0"/>
            <a:stretch/>
          </p:blipFill>
          <p:spPr>
            <a:xfrm>
              <a:off x="6769489" y="801700"/>
              <a:ext cx="2312820" cy="1817422"/>
            </a:xfrm>
            <a:prstGeom prst="rect">
              <a:avLst/>
            </a:prstGeom>
            <a:noFill/>
            <a:ln>
              <a:noFill/>
            </a:ln>
          </p:spPr>
        </p:pic>
        <p:sp>
          <p:nvSpPr>
            <p:cNvPr id="149" name="Google Shape;149;p8"/>
            <p:cNvSpPr/>
            <p:nvPr/>
          </p:nvSpPr>
          <p:spPr>
            <a:xfrm>
              <a:off x="8389070" y="382600"/>
              <a:ext cx="3150519" cy="1200329"/>
            </a:xfrm>
            <a:prstGeom prst="rect">
              <a:avLst/>
            </a:prstGeom>
            <a:solidFill>
              <a:srgbClr val="F2F2F2"/>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FF0000"/>
                  </a:solidFill>
                  <a:latin typeface="Cambria"/>
                  <a:ea typeface="Cambria"/>
                  <a:cs typeface="Cambria"/>
                  <a:sym typeface="Cambria"/>
                </a:rPr>
                <a:t>Blackberry – 1999 – RIM(Research in Mortion)</a:t>
              </a:r>
              <a:endParaRPr/>
            </a:p>
          </p:txBody>
        </p:sp>
      </p:grpSp>
      <p:grpSp>
        <p:nvGrpSpPr>
          <p:cNvPr id="150" name="Google Shape;150;p8"/>
          <p:cNvGrpSpPr/>
          <p:nvPr/>
        </p:nvGrpSpPr>
        <p:grpSpPr>
          <a:xfrm>
            <a:off x="255438" y="3312636"/>
            <a:ext cx="2598217" cy="1846244"/>
            <a:chOff x="255438" y="3082012"/>
            <a:chExt cx="2598217" cy="1846244"/>
          </a:xfrm>
        </p:grpSpPr>
        <p:pic>
          <p:nvPicPr>
            <p:cNvPr id="151" name="Google Shape;151;p8"/>
            <p:cNvPicPr preferRelativeResize="0"/>
            <p:nvPr/>
          </p:nvPicPr>
          <p:blipFill rotWithShape="1">
            <a:blip r:embed="rId5">
              <a:alphaModFix/>
            </a:blip>
            <a:srcRect b="0" l="0" r="0" t="0"/>
            <a:stretch/>
          </p:blipFill>
          <p:spPr>
            <a:xfrm>
              <a:off x="255438" y="3082012"/>
              <a:ext cx="2296693" cy="1846244"/>
            </a:xfrm>
            <a:prstGeom prst="rect">
              <a:avLst/>
            </a:prstGeom>
            <a:solidFill>
              <a:srgbClr val="F2F2F2"/>
            </a:solidFill>
            <a:ln>
              <a:noFill/>
            </a:ln>
          </p:spPr>
        </p:pic>
        <p:sp>
          <p:nvSpPr>
            <p:cNvPr id="152" name="Google Shape;152;p8"/>
            <p:cNvSpPr/>
            <p:nvPr/>
          </p:nvSpPr>
          <p:spPr>
            <a:xfrm>
              <a:off x="2250605" y="3189989"/>
              <a:ext cx="603050" cy="461665"/>
            </a:xfrm>
            <a:prstGeom prst="rect">
              <a:avLst/>
            </a:prstGeom>
            <a:solidFill>
              <a:srgbClr val="F2F2F2"/>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FF0000"/>
                  </a:solidFill>
                  <a:latin typeface="Cambria"/>
                  <a:ea typeface="Cambria"/>
                  <a:cs typeface="Cambria"/>
                  <a:sym typeface="Cambria"/>
                </a:rPr>
                <a:t>MS</a:t>
              </a:r>
              <a:endParaRPr/>
            </a:p>
          </p:txBody>
        </p:sp>
      </p:grpSp>
      <p:grpSp>
        <p:nvGrpSpPr>
          <p:cNvPr id="153" name="Google Shape;153;p8"/>
          <p:cNvGrpSpPr/>
          <p:nvPr/>
        </p:nvGrpSpPr>
        <p:grpSpPr>
          <a:xfrm>
            <a:off x="3362540" y="3307001"/>
            <a:ext cx="3222297" cy="1851879"/>
            <a:chOff x="3362540" y="3076377"/>
            <a:chExt cx="3222297" cy="1851879"/>
          </a:xfrm>
        </p:grpSpPr>
        <p:pic>
          <p:nvPicPr>
            <p:cNvPr id="154" name="Google Shape;154;p8"/>
            <p:cNvPicPr preferRelativeResize="0"/>
            <p:nvPr/>
          </p:nvPicPr>
          <p:blipFill rotWithShape="1">
            <a:blip r:embed="rId6">
              <a:alphaModFix/>
            </a:blip>
            <a:srcRect b="0" l="0" r="0" t="0"/>
            <a:stretch/>
          </p:blipFill>
          <p:spPr>
            <a:xfrm>
              <a:off x="4204344" y="3076377"/>
              <a:ext cx="2380493" cy="1851879"/>
            </a:xfrm>
            <a:prstGeom prst="rect">
              <a:avLst/>
            </a:prstGeom>
            <a:noFill/>
            <a:ln>
              <a:noFill/>
            </a:ln>
          </p:spPr>
        </p:pic>
        <p:sp>
          <p:nvSpPr>
            <p:cNvPr id="155" name="Google Shape;155;p8"/>
            <p:cNvSpPr/>
            <p:nvPr/>
          </p:nvSpPr>
          <p:spPr>
            <a:xfrm>
              <a:off x="3362540" y="4466591"/>
              <a:ext cx="1456489" cy="461665"/>
            </a:xfrm>
            <a:prstGeom prst="rect">
              <a:avLst/>
            </a:prstGeom>
            <a:solidFill>
              <a:srgbClr val="F2F2F2"/>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FF0000"/>
                  </a:solidFill>
                  <a:latin typeface="Cambria"/>
                  <a:ea typeface="Cambria"/>
                  <a:cs typeface="Cambria"/>
                  <a:sym typeface="Cambria"/>
                </a:rPr>
                <a:t>Samsung</a:t>
              </a:r>
              <a:endParaRPr/>
            </a:p>
          </p:txBody>
        </p:sp>
      </p:grpSp>
      <p:grpSp>
        <p:nvGrpSpPr>
          <p:cNvPr id="156" name="Google Shape;156;p8"/>
          <p:cNvGrpSpPr/>
          <p:nvPr/>
        </p:nvGrpSpPr>
        <p:grpSpPr>
          <a:xfrm>
            <a:off x="7935526" y="3307001"/>
            <a:ext cx="3827570" cy="1851879"/>
            <a:chOff x="8180437" y="3076377"/>
            <a:chExt cx="3827570" cy="1851879"/>
          </a:xfrm>
        </p:grpSpPr>
        <p:pic>
          <p:nvPicPr>
            <p:cNvPr id="157" name="Google Shape;157;p8"/>
            <p:cNvPicPr preferRelativeResize="0"/>
            <p:nvPr/>
          </p:nvPicPr>
          <p:blipFill rotWithShape="1">
            <a:blip r:embed="rId7">
              <a:alphaModFix/>
            </a:blip>
            <a:srcRect b="0" l="0" r="0" t="0"/>
            <a:stretch/>
          </p:blipFill>
          <p:spPr>
            <a:xfrm>
              <a:off x="8237051" y="3076377"/>
              <a:ext cx="3770956" cy="1851879"/>
            </a:xfrm>
            <a:prstGeom prst="rect">
              <a:avLst/>
            </a:prstGeom>
            <a:noFill/>
            <a:ln>
              <a:noFill/>
            </a:ln>
          </p:spPr>
        </p:pic>
        <p:sp>
          <p:nvSpPr>
            <p:cNvPr id="158" name="Google Shape;158;p8"/>
            <p:cNvSpPr/>
            <p:nvPr/>
          </p:nvSpPr>
          <p:spPr>
            <a:xfrm>
              <a:off x="8180437" y="4235758"/>
              <a:ext cx="1558568" cy="461665"/>
            </a:xfrm>
            <a:prstGeom prst="rect">
              <a:avLst/>
            </a:prstGeom>
            <a:solidFill>
              <a:srgbClr val="F2F2F2"/>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FF0000"/>
                  </a:solidFill>
                  <a:latin typeface="Cambria"/>
                  <a:ea typeface="Cambria"/>
                  <a:cs typeface="Cambria"/>
                  <a:sym typeface="Cambria"/>
                </a:rPr>
                <a:t>Apple IOS</a:t>
              </a: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9"/>
          <p:cNvSpPr txBox="1"/>
          <p:nvPr>
            <p:ph type="title"/>
          </p:nvPr>
        </p:nvSpPr>
        <p:spPr>
          <a:xfrm>
            <a:off x="150125" y="62865"/>
            <a:ext cx="12008007" cy="605876"/>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b="1" lang="en-US" sz="3600">
                <a:solidFill>
                  <a:srgbClr val="002060"/>
                </a:solidFill>
              </a:rPr>
              <a:t>Android: History </a:t>
            </a:r>
            <a:endParaRPr/>
          </a:p>
        </p:txBody>
      </p:sp>
      <p:sp>
        <p:nvSpPr>
          <p:cNvPr id="164" name="Google Shape;164;p9"/>
          <p:cNvSpPr txBox="1"/>
          <p:nvPr>
            <p:ph idx="1" type="body"/>
          </p:nvPr>
        </p:nvSpPr>
        <p:spPr>
          <a:xfrm>
            <a:off x="236220" y="668741"/>
            <a:ext cx="11459911" cy="4476466"/>
          </a:xfrm>
          <a:prstGeom prst="rect">
            <a:avLst/>
          </a:prstGeom>
          <a:noFill/>
          <a:ln>
            <a:noFill/>
          </a:ln>
        </p:spPr>
        <p:txBody>
          <a:bodyPr anchorCtr="0" anchor="t" bIns="45700" lIns="91425" spcFirstLastPara="1" rIns="91425" wrap="square" tIns="45700">
            <a:noAutofit/>
          </a:bodyPr>
          <a:lstStyle/>
          <a:p>
            <a:pPr indent="-216000" lvl="0" marL="216000" rtl="0" algn="just">
              <a:lnSpc>
                <a:spcPct val="100000"/>
              </a:lnSpc>
              <a:spcBef>
                <a:spcPts val="0"/>
              </a:spcBef>
              <a:spcAft>
                <a:spcPts val="0"/>
              </a:spcAft>
              <a:buClr>
                <a:schemeClr val="dk1"/>
              </a:buClr>
              <a:buSzPts val="2400"/>
              <a:buChar char="•"/>
            </a:pPr>
            <a:r>
              <a:rPr lang="en-US" sz="2400"/>
              <a:t>Mobile phone are very common today among people of various age groups.</a:t>
            </a:r>
            <a:endParaRPr sz="2400"/>
          </a:p>
          <a:p>
            <a:pPr indent="-216000" lvl="0" marL="216000" rtl="0" algn="just">
              <a:lnSpc>
                <a:spcPct val="100000"/>
              </a:lnSpc>
              <a:spcBef>
                <a:spcPts val="600"/>
              </a:spcBef>
              <a:spcAft>
                <a:spcPts val="0"/>
              </a:spcAft>
              <a:buClr>
                <a:schemeClr val="dk1"/>
              </a:buClr>
              <a:buSzPts val="2400"/>
              <a:buChar char="•"/>
            </a:pPr>
            <a:r>
              <a:rPr lang="en-US" sz="2400"/>
              <a:t>There are many OS to power the mobile phones, we will focus on Android.</a:t>
            </a:r>
            <a:endParaRPr sz="2400"/>
          </a:p>
          <a:p>
            <a:pPr indent="-216000" lvl="0" marL="216000" rtl="0" algn="just">
              <a:lnSpc>
                <a:spcPct val="100000"/>
              </a:lnSpc>
              <a:spcBef>
                <a:spcPts val="600"/>
              </a:spcBef>
              <a:spcAft>
                <a:spcPts val="0"/>
              </a:spcAft>
              <a:buClr>
                <a:schemeClr val="dk1"/>
              </a:buClr>
              <a:buSzPts val="2400"/>
              <a:buChar char="•"/>
            </a:pPr>
            <a:r>
              <a:rPr lang="en-US" sz="2400"/>
              <a:t>Android is based on Linux family of OSs and written in C,C++ and Java Programming language.</a:t>
            </a:r>
            <a:endParaRPr sz="2400"/>
          </a:p>
          <a:p>
            <a:pPr indent="-216000" lvl="0" marL="216000" rtl="0" algn="just">
              <a:lnSpc>
                <a:spcPct val="100000"/>
              </a:lnSpc>
              <a:spcBef>
                <a:spcPts val="600"/>
              </a:spcBef>
              <a:spcAft>
                <a:spcPts val="0"/>
              </a:spcAft>
              <a:buClr>
                <a:schemeClr val="dk1"/>
              </a:buClr>
              <a:buSzPts val="2400"/>
              <a:buChar char="•"/>
            </a:pPr>
            <a:r>
              <a:rPr lang="en-US" sz="2400"/>
              <a:t>Java lies on the top of its all development layers and therefore its applications are written in Java.</a:t>
            </a:r>
            <a:endParaRPr/>
          </a:p>
          <a:p>
            <a:pPr indent="-228600" lvl="0" marL="228600" rtl="0" algn="just">
              <a:lnSpc>
                <a:spcPct val="100000"/>
              </a:lnSpc>
              <a:spcBef>
                <a:spcPts val="600"/>
              </a:spcBef>
              <a:spcAft>
                <a:spcPts val="0"/>
              </a:spcAft>
              <a:buClr>
                <a:schemeClr val="dk1"/>
              </a:buClr>
              <a:buSzPts val="2400"/>
              <a:buChar char="•"/>
            </a:pPr>
            <a:r>
              <a:rPr lang="en-US" sz="2400"/>
              <a:t>To develop an Android application , Android Software Development Kit (Android SDK) is available with all essential tools (Complier, debugger, device emulator and VM to run Android programs).</a:t>
            </a:r>
            <a:endParaRPr sz="2400"/>
          </a:p>
          <a:p>
            <a:pPr indent="-228600" lvl="0" marL="228600" rtl="0" algn="just">
              <a:lnSpc>
                <a:spcPct val="100000"/>
              </a:lnSpc>
              <a:spcBef>
                <a:spcPts val="600"/>
              </a:spcBef>
              <a:spcAft>
                <a:spcPts val="0"/>
              </a:spcAft>
              <a:buClr>
                <a:schemeClr val="dk1"/>
              </a:buClr>
              <a:buSzPts val="2400"/>
              <a:buChar char="•"/>
            </a:pPr>
            <a:r>
              <a:rPr lang="en-US" sz="2400"/>
              <a:t>Emulator is a virtual device that is used to test or run the application without the availability of hardware.</a:t>
            </a:r>
            <a:endParaRPr sz="2400"/>
          </a:p>
        </p:txBody>
      </p:sp>
      <p:sp>
        <p:nvSpPr>
          <p:cNvPr id="165" name="Google Shape;165;p9"/>
          <p:cNvSpPr txBox="1"/>
          <p:nvPr>
            <p:ph idx="12" type="sldNum"/>
          </p:nvPr>
        </p:nvSpPr>
        <p:spPr>
          <a:xfrm>
            <a:off x="9414933" y="642937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FFFFFF"/>
                </a:solidFill>
              </a:rPr>
              <a:t>‹#›</a:t>
            </a:fld>
            <a:endParaRPr>
              <a:solidFill>
                <a:srgbClr val="FFFFFF"/>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0"/>
          <p:cNvSpPr txBox="1"/>
          <p:nvPr>
            <p:ph idx="12" type="sldNum"/>
          </p:nvPr>
        </p:nvSpPr>
        <p:spPr>
          <a:xfrm>
            <a:off x="9414933" y="642937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FFFFFF"/>
                </a:solidFill>
              </a:rPr>
              <a:t>‹#›</a:t>
            </a:fld>
            <a:endParaRPr>
              <a:solidFill>
                <a:srgbClr val="FFFFFF"/>
              </a:solidFill>
            </a:endParaRPr>
          </a:p>
        </p:txBody>
      </p:sp>
      <p:sp>
        <p:nvSpPr>
          <p:cNvPr id="171" name="Google Shape;171;p10"/>
          <p:cNvSpPr txBox="1"/>
          <p:nvPr/>
        </p:nvSpPr>
        <p:spPr>
          <a:xfrm>
            <a:off x="150125" y="62865"/>
            <a:ext cx="12008007" cy="605876"/>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1" lang="en-US" sz="3600">
                <a:solidFill>
                  <a:srgbClr val="002060"/>
                </a:solidFill>
                <a:latin typeface="Cambria"/>
                <a:ea typeface="Cambria"/>
                <a:cs typeface="Cambria"/>
                <a:sym typeface="Cambria"/>
              </a:rPr>
              <a:t>Android: History </a:t>
            </a:r>
            <a:endParaRPr b="1" sz="3600">
              <a:solidFill>
                <a:srgbClr val="002060"/>
              </a:solidFill>
              <a:latin typeface="Cambria"/>
              <a:ea typeface="Cambria"/>
              <a:cs typeface="Cambria"/>
              <a:sym typeface="Cambria"/>
            </a:endParaRPr>
          </a:p>
        </p:txBody>
      </p:sp>
      <p:grpSp>
        <p:nvGrpSpPr>
          <p:cNvPr id="172" name="Google Shape;172;p10"/>
          <p:cNvGrpSpPr/>
          <p:nvPr/>
        </p:nvGrpSpPr>
        <p:grpSpPr>
          <a:xfrm>
            <a:off x="8336925" y="3934150"/>
            <a:ext cx="1632957" cy="1919110"/>
            <a:chOff x="10044751" y="3785268"/>
            <a:chExt cx="1577101" cy="1995635"/>
          </a:xfrm>
        </p:grpSpPr>
        <p:pic>
          <p:nvPicPr>
            <p:cNvPr descr="https://www.azquotes.com/public/pictures/authors/86/42/864241a848efbec33d165d47ab24b211/54c82bbfc3708_andy_rubin.jpg" id="173" name="Google Shape;173;p10"/>
            <p:cNvPicPr preferRelativeResize="0"/>
            <p:nvPr/>
          </p:nvPicPr>
          <p:blipFill rotWithShape="1">
            <a:blip r:embed="rId3">
              <a:alphaModFix/>
            </a:blip>
            <a:srcRect b="0" l="0" r="0" t="0"/>
            <a:stretch/>
          </p:blipFill>
          <p:spPr>
            <a:xfrm>
              <a:off x="10058399" y="4217450"/>
              <a:ext cx="1563452" cy="1563453"/>
            </a:xfrm>
            <a:prstGeom prst="rect">
              <a:avLst/>
            </a:prstGeom>
            <a:noFill/>
            <a:ln cap="flat" cmpd="sng" w="28575">
              <a:solidFill>
                <a:schemeClr val="accent1"/>
              </a:solidFill>
              <a:prstDash val="solid"/>
              <a:round/>
              <a:headEnd len="sm" w="sm" type="none"/>
              <a:tailEnd len="sm" w="sm" type="none"/>
            </a:ln>
          </p:spPr>
        </p:pic>
        <p:sp>
          <p:nvSpPr>
            <p:cNvPr id="174" name="Google Shape;174;p10"/>
            <p:cNvSpPr txBox="1"/>
            <p:nvPr/>
          </p:nvSpPr>
          <p:spPr>
            <a:xfrm>
              <a:off x="10044751" y="3785268"/>
              <a:ext cx="1577101" cy="433952"/>
            </a:xfrm>
            <a:prstGeom prst="rect">
              <a:avLst/>
            </a:prstGeom>
            <a:noFill/>
            <a:ln cap="flat" cmpd="sng" w="2857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FF0000"/>
                  </a:solidFill>
                  <a:latin typeface="Cambria"/>
                  <a:ea typeface="Cambria"/>
                  <a:cs typeface="Cambria"/>
                  <a:sym typeface="Cambria"/>
                </a:rPr>
                <a:t>Andy Rubin</a:t>
              </a:r>
              <a:endParaRPr b="1" sz="1800">
                <a:solidFill>
                  <a:srgbClr val="FF0000"/>
                </a:solidFill>
                <a:latin typeface="Cambria"/>
                <a:ea typeface="Cambria"/>
                <a:cs typeface="Cambria"/>
                <a:sym typeface="Cambria"/>
              </a:endParaRPr>
            </a:p>
          </p:txBody>
        </p:sp>
      </p:grpSp>
      <p:sp>
        <p:nvSpPr>
          <p:cNvPr id="175" name="Google Shape;175;p10"/>
          <p:cNvSpPr/>
          <p:nvPr/>
        </p:nvSpPr>
        <p:spPr>
          <a:xfrm>
            <a:off x="150124" y="696037"/>
            <a:ext cx="11779407" cy="4170372"/>
          </a:xfrm>
          <a:prstGeom prst="rect">
            <a:avLst/>
          </a:prstGeom>
          <a:noFill/>
          <a:ln>
            <a:noFill/>
          </a:ln>
        </p:spPr>
        <p:txBody>
          <a:bodyPr anchorCtr="0" anchor="t" bIns="45700" lIns="91425" spcFirstLastPara="1" rIns="91425" wrap="square" tIns="45700">
            <a:spAutoFit/>
          </a:bodyPr>
          <a:lstStyle/>
          <a:p>
            <a:pPr indent="-342900" lvl="0" marL="342900" marR="0" rtl="0" algn="just">
              <a:spcBef>
                <a:spcPts val="0"/>
              </a:spcBef>
              <a:spcAft>
                <a:spcPts val="0"/>
              </a:spcAft>
              <a:buClr>
                <a:schemeClr val="dk1"/>
              </a:buClr>
              <a:buSzPts val="2400"/>
              <a:buFont typeface="Arial"/>
              <a:buChar char="•"/>
            </a:pPr>
            <a:r>
              <a:rPr b="1" lang="en-US" sz="2400">
                <a:solidFill>
                  <a:schemeClr val="dk1"/>
                </a:solidFill>
                <a:latin typeface="Cambria"/>
                <a:ea typeface="Cambria"/>
                <a:cs typeface="Cambria"/>
                <a:sym typeface="Cambria"/>
              </a:rPr>
              <a:t>Andy Rubin</a:t>
            </a:r>
            <a:r>
              <a:rPr lang="en-US" sz="2400">
                <a:solidFill>
                  <a:schemeClr val="dk1"/>
                </a:solidFill>
                <a:latin typeface="Cambria"/>
                <a:ea typeface="Cambria"/>
                <a:cs typeface="Cambria"/>
                <a:sym typeface="Cambria"/>
              </a:rPr>
              <a:t> founded Android Incorporation in Palo Alto, California, United States in October, 2003.</a:t>
            </a:r>
            <a:endParaRPr/>
          </a:p>
          <a:p>
            <a:pPr indent="-342900" lvl="0" marL="342900" marR="0" rtl="0" algn="just">
              <a:spcBef>
                <a:spcPts val="60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In 17th August 2005, Google acquired android Incorporation. Since then, it is in the subsidiary of Google Incorporation.</a:t>
            </a:r>
            <a:endParaRPr/>
          </a:p>
          <a:p>
            <a:pPr indent="-342900" lvl="0" marL="342900" marR="0" rtl="0" algn="just">
              <a:spcBef>
                <a:spcPts val="60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The key employees of Android Incorporation are </a:t>
            </a:r>
            <a:r>
              <a:rPr b="1" lang="en-US" sz="2400">
                <a:solidFill>
                  <a:schemeClr val="dk1"/>
                </a:solidFill>
                <a:latin typeface="Cambria"/>
                <a:ea typeface="Cambria"/>
                <a:cs typeface="Cambria"/>
                <a:sym typeface="Cambria"/>
              </a:rPr>
              <a:t>Andy Rubin</a:t>
            </a:r>
            <a:r>
              <a:rPr lang="en-US" sz="2400">
                <a:solidFill>
                  <a:schemeClr val="dk1"/>
                </a:solidFill>
                <a:latin typeface="Cambria"/>
                <a:ea typeface="Cambria"/>
                <a:cs typeface="Cambria"/>
                <a:sym typeface="Cambria"/>
              </a:rPr>
              <a:t>, </a:t>
            </a:r>
            <a:r>
              <a:rPr b="1" lang="en-US" sz="2400">
                <a:solidFill>
                  <a:schemeClr val="dk1"/>
                </a:solidFill>
                <a:latin typeface="Cambria"/>
                <a:ea typeface="Cambria"/>
                <a:cs typeface="Cambria"/>
                <a:sym typeface="Cambria"/>
              </a:rPr>
              <a:t>Rich Miner</a:t>
            </a:r>
            <a:r>
              <a:rPr lang="en-US" sz="2400">
                <a:solidFill>
                  <a:schemeClr val="dk1"/>
                </a:solidFill>
                <a:latin typeface="Cambria"/>
                <a:ea typeface="Cambria"/>
                <a:cs typeface="Cambria"/>
                <a:sym typeface="Cambria"/>
              </a:rPr>
              <a:t>, </a:t>
            </a:r>
            <a:r>
              <a:rPr b="1" lang="en-US" sz="2400">
                <a:solidFill>
                  <a:schemeClr val="dk1"/>
                </a:solidFill>
                <a:latin typeface="Cambria"/>
                <a:ea typeface="Cambria"/>
                <a:cs typeface="Cambria"/>
                <a:sym typeface="Cambria"/>
              </a:rPr>
              <a:t>Chris White</a:t>
            </a:r>
            <a:r>
              <a:rPr lang="en-US" sz="2400">
                <a:solidFill>
                  <a:schemeClr val="dk1"/>
                </a:solidFill>
                <a:latin typeface="Cambria"/>
                <a:ea typeface="Cambria"/>
                <a:cs typeface="Cambria"/>
                <a:sym typeface="Cambria"/>
              </a:rPr>
              <a:t> and </a:t>
            </a:r>
            <a:r>
              <a:rPr b="1" lang="en-US" sz="2400">
                <a:solidFill>
                  <a:schemeClr val="dk1"/>
                </a:solidFill>
                <a:latin typeface="Cambria"/>
                <a:ea typeface="Cambria"/>
                <a:cs typeface="Cambria"/>
                <a:sym typeface="Cambria"/>
              </a:rPr>
              <a:t>Nick Sears</a:t>
            </a:r>
            <a:r>
              <a:rPr lang="en-US" sz="2400">
                <a:solidFill>
                  <a:schemeClr val="dk1"/>
                </a:solidFill>
                <a:latin typeface="Cambria"/>
                <a:ea typeface="Cambria"/>
                <a:cs typeface="Cambria"/>
                <a:sym typeface="Cambria"/>
              </a:rPr>
              <a:t>.</a:t>
            </a:r>
            <a:endParaRPr/>
          </a:p>
          <a:p>
            <a:pPr indent="-342900" lvl="0" marL="342900" marR="0" rtl="0" algn="just">
              <a:spcBef>
                <a:spcPts val="60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Originally intended for camera but shifted to smart phones later because of low market for camera only.</a:t>
            </a:r>
            <a:endParaRPr/>
          </a:p>
          <a:p>
            <a:pPr indent="-342900" lvl="0" marL="342900" marR="0" rtl="0" algn="just">
              <a:spcBef>
                <a:spcPts val="60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In 2007, Google announces the development of android OS.</a:t>
            </a:r>
            <a:endParaRPr/>
          </a:p>
          <a:p>
            <a:pPr indent="-342900" lvl="0" marL="342900" marR="0" rtl="0" algn="just">
              <a:spcBef>
                <a:spcPts val="60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In 2008, HTC launched the first android mobile.</a:t>
            </a:r>
            <a:endParaRPr/>
          </a:p>
        </p:txBody>
      </p:sp>
      <p:grpSp>
        <p:nvGrpSpPr>
          <p:cNvPr id="176" name="Google Shape;176;p10"/>
          <p:cNvGrpSpPr/>
          <p:nvPr/>
        </p:nvGrpSpPr>
        <p:grpSpPr>
          <a:xfrm>
            <a:off x="10055035" y="3847749"/>
            <a:ext cx="1959649" cy="2293569"/>
            <a:chOff x="10055035" y="3847749"/>
            <a:chExt cx="1959649" cy="2293569"/>
          </a:xfrm>
        </p:grpSpPr>
        <p:pic>
          <p:nvPicPr>
            <p:cNvPr descr="https://ausdroid.net/wp-content/uploads/2019/02/magic-2.jpg?ezimgfmt=ngcb5/notWebP" id="177" name="Google Shape;177;p10"/>
            <p:cNvPicPr preferRelativeResize="0"/>
            <p:nvPr/>
          </p:nvPicPr>
          <p:blipFill rotWithShape="1">
            <a:blip r:embed="rId4">
              <a:alphaModFix/>
            </a:blip>
            <a:srcRect b="0" l="0" r="0" t="0"/>
            <a:stretch/>
          </p:blipFill>
          <p:spPr>
            <a:xfrm>
              <a:off x="10055035" y="4244377"/>
              <a:ext cx="1959649" cy="1896941"/>
            </a:xfrm>
            <a:prstGeom prst="rect">
              <a:avLst/>
            </a:prstGeom>
            <a:noFill/>
            <a:ln cap="flat" cmpd="sng" w="28575">
              <a:solidFill>
                <a:schemeClr val="accent1"/>
              </a:solidFill>
              <a:prstDash val="solid"/>
              <a:round/>
              <a:headEnd len="sm" w="sm" type="none"/>
              <a:tailEnd len="sm" w="sm" type="none"/>
            </a:ln>
          </p:spPr>
        </p:pic>
        <p:sp>
          <p:nvSpPr>
            <p:cNvPr id="178" name="Google Shape;178;p10"/>
            <p:cNvSpPr txBox="1"/>
            <p:nvPr/>
          </p:nvSpPr>
          <p:spPr>
            <a:xfrm>
              <a:off x="10055035" y="3847749"/>
              <a:ext cx="1536600" cy="400110"/>
            </a:xfrm>
            <a:prstGeom prst="rect">
              <a:avLst/>
            </a:prstGeom>
            <a:noFill/>
            <a:ln cap="flat" cmpd="sng" w="2857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Cambria"/>
                  <a:ea typeface="Cambria"/>
                  <a:cs typeface="Cambria"/>
                  <a:sym typeface="Cambria"/>
                </a:rPr>
                <a:t>HTC Dream</a:t>
              </a:r>
              <a:endParaRPr b="1" sz="2000">
                <a:solidFill>
                  <a:srgbClr val="FF0000"/>
                </a:solidFill>
                <a:latin typeface="Cambria"/>
                <a:ea typeface="Cambria"/>
                <a:cs typeface="Cambria"/>
                <a:sym typeface="Cambria"/>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1"/>
          <p:cNvSpPr txBox="1"/>
          <p:nvPr>
            <p:ph idx="12" type="sldNum"/>
          </p:nvPr>
        </p:nvSpPr>
        <p:spPr>
          <a:xfrm>
            <a:off x="9414933" y="642937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FFFFFF"/>
                </a:solidFill>
              </a:rPr>
              <a:t>‹#›</a:t>
            </a:fld>
            <a:endParaRPr>
              <a:solidFill>
                <a:srgbClr val="FFFFFF"/>
              </a:solidFill>
            </a:endParaRPr>
          </a:p>
        </p:txBody>
      </p:sp>
      <p:pic>
        <p:nvPicPr>
          <p:cNvPr id="184" name="Google Shape;184;p11"/>
          <p:cNvPicPr preferRelativeResize="0"/>
          <p:nvPr/>
        </p:nvPicPr>
        <p:blipFill rotWithShape="1">
          <a:blip r:embed="rId3">
            <a:alphaModFix/>
          </a:blip>
          <a:srcRect b="0" l="0" r="0" t="0"/>
          <a:stretch/>
        </p:blipFill>
        <p:spPr>
          <a:xfrm>
            <a:off x="109177" y="850872"/>
            <a:ext cx="1569172" cy="1346418"/>
          </a:xfrm>
          <a:prstGeom prst="rect">
            <a:avLst/>
          </a:prstGeom>
          <a:noFill/>
          <a:ln>
            <a:noFill/>
          </a:ln>
        </p:spPr>
      </p:pic>
      <p:pic>
        <p:nvPicPr>
          <p:cNvPr id="185" name="Google Shape;185;p11"/>
          <p:cNvPicPr preferRelativeResize="0"/>
          <p:nvPr/>
        </p:nvPicPr>
        <p:blipFill rotWithShape="1">
          <a:blip r:embed="rId4">
            <a:alphaModFix/>
          </a:blip>
          <a:srcRect b="0" l="0" r="0" t="0"/>
          <a:stretch/>
        </p:blipFill>
        <p:spPr>
          <a:xfrm>
            <a:off x="1774206" y="850873"/>
            <a:ext cx="1452969" cy="1346418"/>
          </a:xfrm>
          <a:prstGeom prst="rect">
            <a:avLst/>
          </a:prstGeom>
          <a:noFill/>
          <a:ln>
            <a:noFill/>
          </a:ln>
        </p:spPr>
      </p:pic>
      <p:pic>
        <p:nvPicPr>
          <p:cNvPr id="186" name="Google Shape;186;p11"/>
          <p:cNvPicPr preferRelativeResize="0"/>
          <p:nvPr/>
        </p:nvPicPr>
        <p:blipFill rotWithShape="1">
          <a:blip r:embed="rId5">
            <a:alphaModFix/>
          </a:blip>
          <a:srcRect b="0" l="0" r="0" t="0"/>
          <a:stretch/>
        </p:blipFill>
        <p:spPr>
          <a:xfrm>
            <a:off x="3323030" y="850872"/>
            <a:ext cx="1576513" cy="1351297"/>
          </a:xfrm>
          <a:prstGeom prst="rect">
            <a:avLst/>
          </a:prstGeom>
          <a:noFill/>
          <a:ln>
            <a:noFill/>
          </a:ln>
        </p:spPr>
      </p:pic>
      <p:pic>
        <p:nvPicPr>
          <p:cNvPr id="187" name="Google Shape;187;p11"/>
          <p:cNvPicPr preferRelativeResize="0"/>
          <p:nvPr/>
        </p:nvPicPr>
        <p:blipFill rotWithShape="1">
          <a:blip r:embed="rId6">
            <a:alphaModFix/>
          </a:blip>
          <a:srcRect b="0" l="0" r="0" t="0"/>
          <a:stretch/>
        </p:blipFill>
        <p:spPr>
          <a:xfrm>
            <a:off x="4995399" y="850872"/>
            <a:ext cx="1548824" cy="1346803"/>
          </a:xfrm>
          <a:prstGeom prst="rect">
            <a:avLst/>
          </a:prstGeom>
          <a:noFill/>
          <a:ln>
            <a:noFill/>
          </a:ln>
        </p:spPr>
      </p:pic>
      <p:pic>
        <p:nvPicPr>
          <p:cNvPr id="188" name="Google Shape;188;p11"/>
          <p:cNvPicPr preferRelativeResize="0"/>
          <p:nvPr/>
        </p:nvPicPr>
        <p:blipFill rotWithShape="1">
          <a:blip r:embed="rId7">
            <a:alphaModFix/>
          </a:blip>
          <a:srcRect b="0" l="0" r="0" t="0"/>
          <a:stretch/>
        </p:blipFill>
        <p:spPr>
          <a:xfrm>
            <a:off x="6640080" y="850873"/>
            <a:ext cx="1275620" cy="1348812"/>
          </a:xfrm>
          <a:prstGeom prst="rect">
            <a:avLst/>
          </a:prstGeom>
          <a:noFill/>
          <a:ln>
            <a:noFill/>
          </a:ln>
        </p:spPr>
      </p:pic>
      <p:pic>
        <p:nvPicPr>
          <p:cNvPr id="189" name="Google Shape;189;p11"/>
          <p:cNvPicPr preferRelativeResize="0"/>
          <p:nvPr/>
        </p:nvPicPr>
        <p:blipFill rotWithShape="1">
          <a:blip r:embed="rId8">
            <a:alphaModFix/>
          </a:blip>
          <a:srcRect b="0" l="0" r="0" t="0"/>
          <a:stretch/>
        </p:blipFill>
        <p:spPr>
          <a:xfrm>
            <a:off x="8011557" y="850872"/>
            <a:ext cx="1992249" cy="1347091"/>
          </a:xfrm>
          <a:prstGeom prst="rect">
            <a:avLst/>
          </a:prstGeom>
          <a:noFill/>
          <a:ln>
            <a:noFill/>
          </a:ln>
        </p:spPr>
      </p:pic>
      <p:pic>
        <p:nvPicPr>
          <p:cNvPr id="190" name="Google Shape;190;p11"/>
          <p:cNvPicPr preferRelativeResize="0"/>
          <p:nvPr/>
        </p:nvPicPr>
        <p:blipFill rotWithShape="1">
          <a:blip r:embed="rId9">
            <a:alphaModFix/>
          </a:blip>
          <a:srcRect b="0" l="0" r="0" t="0"/>
          <a:stretch/>
        </p:blipFill>
        <p:spPr>
          <a:xfrm>
            <a:off x="10099663" y="850873"/>
            <a:ext cx="1977551" cy="1346418"/>
          </a:xfrm>
          <a:prstGeom prst="rect">
            <a:avLst/>
          </a:prstGeom>
          <a:noFill/>
          <a:ln>
            <a:noFill/>
          </a:ln>
        </p:spPr>
      </p:pic>
      <p:pic>
        <p:nvPicPr>
          <p:cNvPr id="191" name="Google Shape;191;p11"/>
          <p:cNvPicPr preferRelativeResize="0"/>
          <p:nvPr/>
        </p:nvPicPr>
        <p:blipFill rotWithShape="1">
          <a:blip r:embed="rId10">
            <a:alphaModFix/>
          </a:blip>
          <a:srcRect b="0" l="0" r="0" t="0"/>
          <a:stretch/>
        </p:blipFill>
        <p:spPr>
          <a:xfrm>
            <a:off x="177418" y="2313097"/>
            <a:ext cx="1571896" cy="1248969"/>
          </a:xfrm>
          <a:prstGeom prst="rect">
            <a:avLst/>
          </a:prstGeom>
          <a:noFill/>
          <a:ln>
            <a:noFill/>
          </a:ln>
        </p:spPr>
      </p:pic>
      <p:pic>
        <p:nvPicPr>
          <p:cNvPr id="192" name="Google Shape;192;p11"/>
          <p:cNvPicPr preferRelativeResize="0"/>
          <p:nvPr/>
        </p:nvPicPr>
        <p:blipFill rotWithShape="1">
          <a:blip r:embed="rId11">
            <a:alphaModFix/>
          </a:blip>
          <a:srcRect b="0" l="0" r="0" t="0"/>
          <a:stretch/>
        </p:blipFill>
        <p:spPr>
          <a:xfrm>
            <a:off x="1842447" y="2313097"/>
            <a:ext cx="1768254" cy="1248969"/>
          </a:xfrm>
          <a:prstGeom prst="rect">
            <a:avLst/>
          </a:prstGeom>
          <a:noFill/>
          <a:ln>
            <a:noFill/>
          </a:ln>
        </p:spPr>
      </p:pic>
      <p:pic>
        <p:nvPicPr>
          <p:cNvPr id="193" name="Google Shape;193;p11"/>
          <p:cNvPicPr preferRelativeResize="0"/>
          <p:nvPr/>
        </p:nvPicPr>
        <p:blipFill rotWithShape="1">
          <a:blip r:embed="rId12">
            <a:alphaModFix/>
          </a:blip>
          <a:srcRect b="0" l="0" r="0" t="0"/>
          <a:stretch/>
        </p:blipFill>
        <p:spPr>
          <a:xfrm>
            <a:off x="3703834" y="2300161"/>
            <a:ext cx="1263949" cy="1263949"/>
          </a:xfrm>
          <a:prstGeom prst="rect">
            <a:avLst/>
          </a:prstGeom>
          <a:noFill/>
          <a:ln>
            <a:noFill/>
          </a:ln>
        </p:spPr>
      </p:pic>
      <p:pic>
        <p:nvPicPr>
          <p:cNvPr id="194" name="Google Shape;194;p11"/>
          <p:cNvPicPr preferRelativeResize="0"/>
          <p:nvPr/>
        </p:nvPicPr>
        <p:blipFill rotWithShape="1">
          <a:blip r:embed="rId13">
            <a:alphaModFix/>
          </a:blip>
          <a:srcRect b="0" l="0" r="0" t="0"/>
          <a:stretch/>
        </p:blipFill>
        <p:spPr>
          <a:xfrm>
            <a:off x="5060917" y="2313097"/>
            <a:ext cx="1275356" cy="1248969"/>
          </a:xfrm>
          <a:prstGeom prst="rect">
            <a:avLst/>
          </a:prstGeom>
          <a:noFill/>
          <a:ln>
            <a:noFill/>
          </a:ln>
        </p:spPr>
      </p:pic>
      <p:pic>
        <p:nvPicPr>
          <p:cNvPr id="195" name="Google Shape;195;p11"/>
          <p:cNvPicPr preferRelativeResize="0"/>
          <p:nvPr/>
        </p:nvPicPr>
        <p:blipFill rotWithShape="1">
          <a:blip r:embed="rId14">
            <a:alphaModFix/>
          </a:blip>
          <a:srcRect b="0" l="0" r="0" t="0"/>
          <a:stretch/>
        </p:blipFill>
        <p:spPr>
          <a:xfrm>
            <a:off x="6429407" y="2319209"/>
            <a:ext cx="1909524" cy="1242857"/>
          </a:xfrm>
          <a:prstGeom prst="rect">
            <a:avLst/>
          </a:prstGeom>
          <a:noFill/>
          <a:ln>
            <a:noFill/>
          </a:ln>
        </p:spPr>
      </p:pic>
      <p:pic>
        <p:nvPicPr>
          <p:cNvPr id="196" name="Google Shape;196;p11"/>
          <p:cNvPicPr preferRelativeResize="0"/>
          <p:nvPr/>
        </p:nvPicPr>
        <p:blipFill rotWithShape="1">
          <a:blip r:embed="rId15">
            <a:alphaModFix/>
          </a:blip>
          <a:srcRect b="0" l="0" r="0" t="0"/>
          <a:stretch/>
        </p:blipFill>
        <p:spPr>
          <a:xfrm>
            <a:off x="8432065" y="2313098"/>
            <a:ext cx="1148665" cy="1247614"/>
          </a:xfrm>
          <a:prstGeom prst="rect">
            <a:avLst/>
          </a:prstGeom>
          <a:noFill/>
          <a:ln>
            <a:noFill/>
          </a:ln>
        </p:spPr>
      </p:pic>
      <p:pic>
        <p:nvPicPr>
          <p:cNvPr id="197" name="Google Shape;197;p11"/>
          <p:cNvPicPr preferRelativeResize="0"/>
          <p:nvPr/>
        </p:nvPicPr>
        <p:blipFill rotWithShape="1">
          <a:blip r:embed="rId16">
            <a:alphaModFix/>
          </a:blip>
          <a:srcRect b="0" l="0" r="0" t="0"/>
          <a:stretch/>
        </p:blipFill>
        <p:spPr>
          <a:xfrm>
            <a:off x="9678582" y="2313097"/>
            <a:ext cx="1075855" cy="1245727"/>
          </a:xfrm>
          <a:prstGeom prst="rect">
            <a:avLst/>
          </a:prstGeom>
          <a:noFill/>
          <a:ln>
            <a:noFill/>
          </a:ln>
        </p:spPr>
      </p:pic>
      <p:pic>
        <p:nvPicPr>
          <p:cNvPr id="198" name="Google Shape;198;p11"/>
          <p:cNvPicPr preferRelativeResize="0"/>
          <p:nvPr/>
        </p:nvPicPr>
        <p:blipFill rotWithShape="1">
          <a:blip r:embed="rId17">
            <a:alphaModFix/>
          </a:blip>
          <a:srcRect b="0" l="0" r="0" t="0"/>
          <a:stretch/>
        </p:blipFill>
        <p:spPr>
          <a:xfrm>
            <a:off x="10852289" y="2300161"/>
            <a:ext cx="1136225" cy="1258663"/>
          </a:xfrm>
          <a:prstGeom prst="rect">
            <a:avLst/>
          </a:prstGeom>
          <a:noFill/>
          <a:ln>
            <a:noFill/>
          </a:ln>
        </p:spPr>
      </p:pic>
      <p:pic>
        <p:nvPicPr>
          <p:cNvPr id="199" name="Google Shape;199;p11"/>
          <p:cNvPicPr preferRelativeResize="0"/>
          <p:nvPr/>
        </p:nvPicPr>
        <p:blipFill rotWithShape="1">
          <a:blip r:embed="rId18">
            <a:alphaModFix/>
          </a:blip>
          <a:srcRect b="0" l="0" r="0" t="0"/>
          <a:stretch/>
        </p:blipFill>
        <p:spPr>
          <a:xfrm>
            <a:off x="109177" y="3672994"/>
            <a:ext cx="1665029" cy="1462682"/>
          </a:xfrm>
          <a:prstGeom prst="rect">
            <a:avLst/>
          </a:prstGeom>
          <a:noFill/>
          <a:ln>
            <a:noFill/>
          </a:ln>
        </p:spPr>
      </p:pic>
      <p:pic>
        <p:nvPicPr>
          <p:cNvPr id="200" name="Google Shape;200;p11"/>
          <p:cNvPicPr preferRelativeResize="0"/>
          <p:nvPr/>
        </p:nvPicPr>
        <p:blipFill rotWithShape="1">
          <a:blip r:embed="rId19">
            <a:alphaModFix/>
          </a:blip>
          <a:srcRect b="0" l="0" r="0" t="0"/>
          <a:stretch/>
        </p:blipFill>
        <p:spPr>
          <a:xfrm>
            <a:off x="1842448" y="3679916"/>
            <a:ext cx="1768254" cy="1464615"/>
          </a:xfrm>
          <a:prstGeom prst="rect">
            <a:avLst/>
          </a:prstGeom>
          <a:noFill/>
          <a:ln>
            <a:noFill/>
          </a:ln>
        </p:spPr>
      </p:pic>
      <p:pic>
        <p:nvPicPr>
          <p:cNvPr id="201" name="Google Shape;201;p11"/>
          <p:cNvPicPr preferRelativeResize="0"/>
          <p:nvPr/>
        </p:nvPicPr>
        <p:blipFill rotWithShape="1">
          <a:blip r:embed="rId20">
            <a:alphaModFix/>
          </a:blip>
          <a:srcRect b="0" l="0" r="0" t="0"/>
          <a:stretch/>
        </p:blipFill>
        <p:spPr>
          <a:xfrm>
            <a:off x="3678944" y="3672995"/>
            <a:ext cx="1630035" cy="1467656"/>
          </a:xfrm>
          <a:prstGeom prst="rect">
            <a:avLst/>
          </a:prstGeom>
          <a:noFill/>
          <a:ln>
            <a:noFill/>
          </a:ln>
        </p:spPr>
      </p:pic>
      <p:sp>
        <p:nvSpPr>
          <p:cNvPr id="202" name="Google Shape;202;p11"/>
          <p:cNvSpPr txBox="1"/>
          <p:nvPr>
            <p:ph type="title"/>
          </p:nvPr>
        </p:nvSpPr>
        <p:spPr>
          <a:xfrm>
            <a:off x="109177" y="172919"/>
            <a:ext cx="11941791" cy="556419"/>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b="1" lang="en-US" sz="3600">
                <a:solidFill>
                  <a:srgbClr val="002060"/>
                </a:solidFill>
              </a:rPr>
              <a:t>Android: Versions</a:t>
            </a:r>
            <a:endParaRPr b="1" sz="3600">
              <a:solidFill>
                <a:srgbClr val="002060"/>
              </a:solidFill>
            </a:endParaRPr>
          </a:p>
        </p:txBody>
      </p:sp>
      <p:sp>
        <p:nvSpPr>
          <p:cNvPr id="203" name="Google Shape;203;p11"/>
          <p:cNvSpPr/>
          <p:nvPr/>
        </p:nvSpPr>
        <p:spPr>
          <a:xfrm>
            <a:off x="4845273" y="6486534"/>
            <a:ext cx="6775069"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BF9000"/>
                </a:solidFill>
                <a:latin typeface="Cambria"/>
                <a:ea typeface="Cambria"/>
                <a:cs typeface="Cambria"/>
                <a:sym typeface="Cambria"/>
              </a:rPr>
              <a:t>Image Ref: https://www.cellphonedeal.com/blog/the-evolution-of-android</a:t>
            </a:r>
            <a:endParaRPr/>
          </a:p>
        </p:txBody>
      </p:sp>
      <p:sp>
        <p:nvSpPr>
          <p:cNvPr id="204" name="Google Shape;204;p11"/>
          <p:cNvSpPr/>
          <p:nvPr/>
        </p:nvSpPr>
        <p:spPr>
          <a:xfrm>
            <a:off x="8338930" y="3883164"/>
            <a:ext cx="3272509" cy="1569660"/>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Cambria"/>
                <a:ea typeface="Cambria"/>
                <a:cs typeface="Cambria"/>
                <a:sym typeface="Cambria"/>
              </a:rPr>
              <a:t>The code names of android ranges from A to V and </a:t>
            </a:r>
            <a:r>
              <a:rPr lang="en-US" sz="2400" u="sng">
                <a:solidFill>
                  <a:schemeClr val="dk1"/>
                </a:solidFill>
                <a:latin typeface="Cambria"/>
                <a:ea typeface="Cambria"/>
                <a:cs typeface="Cambria"/>
                <a:sym typeface="Cambria"/>
                <a:hlinkClick r:id="rId21">
                  <a:extLst>
                    <a:ext uri="{A12FA001-AC4F-418D-AE19-62706E023703}">
                      <ahyp:hlinkClr val="tx"/>
                    </a:ext>
                  </a:extLst>
                </a:hlinkClick>
              </a:rPr>
              <a:t>Android </a:t>
            </a:r>
            <a:r>
              <a:rPr lang="en-US" sz="2400">
                <a:solidFill>
                  <a:schemeClr val="dk1"/>
                </a:solidFill>
                <a:latin typeface="Cambria"/>
                <a:ea typeface="Cambria"/>
                <a:cs typeface="Cambria"/>
                <a:sym typeface="Cambria"/>
              </a:rPr>
              <a:t>15 is currently on progress</a:t>
            </a:r>
            <a:endParaRPr/>
          </a:p>
        </p:txBody>
      </p:sp>
      <p:sp>
        <p:nvSpPr>
          <p:cNvPr descr="File:Android 13 Developer Preview logo.svg - Wikimedia Commons" id="205" name="Google Shape;205;p11"/>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206" name="Google Shape;206;p11"/>
          <p:cNvPicPr preferRelativeResize="0"/>
          <p:nvPr/>
        </p:nvPicPr>
        <p:blipFill rotWithShape="1">
          <a:blip r:embed="rId22">
            <a:alphaModFix/>
          </a:blip>
          <a:srcRect b="0" l="0" r="0" t="0"/>
          <a:stretch/>
        </p:blipFill>
        <p:spPr>
          <a:xfrm>
            <a:off x="5516751" y="3734135"/>
            <a:ext cx="1364169" cy="1356176"/>
          </a:xfrm>
          <a:prstGeom prst="rect">
            <a:avLst/>
          </a:prstGeom>
          <a:noFill/>
          <a:ln>
            <a:noFill/>
          </a:ln>
        </p:spPr>
      </p:pic>
      <p:pic>
        <p:nvPicPr>
          <p:cNvPr id="207" name="Google Shape;207;p11"/>
          <p:cNvPicPr preferRelativeResize="0"/>
          <p:nvPr/>
        </p:nvPicPr>
        <p:blipFill rotWithShape="1">
          <a:blip r:embed="rId23">
            <a:alphaModFix/>
          </a:blip>
          <a:srcRect b="0" l="0" r="0" t="0"/>
          <a:stretch/>
        </p:blipFill>
        <p:spPr>
          <a:xfrm>
            <a:off x="7053008" y="3734135"/>
            <a:ext cx="1379058" cy="1222800"/>
          </a:xfrm>
          <a:prstGeom prst="rect">
            <a:avLst/>
          </a:prstGeom>
          <a:noFill/>
          <a:ln>
            <a:noFill/>
          </a:ln>
        </p:spPr>
      </p:pic>
      <p:sp>
        <p:nvSpPr>
          <p:cNvPr id="208" name="Google Shape;208;p11"/>
          <p:cNvSpPr txBox="1"/>
          <p:nvPr/>
        </p:nvSpPr>
        <p:spPr>
          <a:xfrm>
            <a:off x="5357370" y="5144531"/>
            <a:ext cx="1647246"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Android 13</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August 15,2022</a:t>
            </a:r>
            <a:endParaRPr sz="1800">
              <a:solidFill>
                <a:schemeClr val="dk1"/>
              </a:solidFill>
              <a:latin typeface="Calibri"/>
              <a:ea typeface="Calibri"/>
              <a:cs typeface="Calibri"/>
              <a:sym typeface="Calibri"/>
            </a:endParaRPr>
          </a:p>
        </p:txBody>
      </p:sp>
      <p:sp>
        <p:nvSpPr>
          <p:cNvPr id="209" name="Google Shape;209;p11"/>
          <p:cNvSpPr txBox="1"/>
          <p:nvPr/>
        </p:nvSpPr>
        <p:spPr>
          <a:xfrm>
            <a:off x="7117634" y="5145912"/>
            <a:ext cx="1221296"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Android 14</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Q3, 2024</a:t>
            </a:r>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12"/>
          <p:cNvSpPr txBox="1"/>
          <p:nvPr>
            <p:ph idx="12" type="sldNum"/>
          </p:nvPr>
        </p:nvSpPr>
        <p:spPr>
          <a:xfrm>
            <a:off x="9414933" y="642937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FFFFFF"/>
                </a:solidFill>
              </a:rPr>
              <a:t>‹#›</a:t>
            </a:fld>
            <a:endParaRPr>
              <a:solidFill>
                <a:srgbClr val="FFFFFF"/>
              </a:solidFill>
            </a:endParaRPr>
          </a:p>
        </p:txBody>
      </p:sp>
      <p:sp>
        <p:nvSpPr>
          <p:cNvPr id="215" name="Google Shape;215;p12"/>
          <p:cNvSpPr/>
          <p:nvPr/>
        </p:nvSpPr>
        <p:spPr>
          <a:xfrm>
            <a:off x="5831733" y="6455947"/>
            <a:ext cx="5468613"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BF9000"/>
                </a:solidFill>
                <a:latin typeface="Cambria"/>
                <a:ea typeface="Cambria"/>
                <a:cs typeface="Cambria"/>
                <a:sym typeface="Cambria"/>
              </a:rPr>
              <a:t>Ref: https://en.wikipedia.org/wiki/Android_version_history</a:t>
            </a:r>
            <a:endParaRPr/>
          </a:p>
        </p:txBody>
      </p:sp>
      <p:sp>
        <p:nvSpPr>
          <p:cNvPr id="216" name="Google Shape;216;p12"/>
          <p:cNvSpPr txBox="1"/>
          <p:nvPr>
            <p:ph type="title"/>
          </p:nvPr>
        </p:nvSpPr>
        <p:spPr>
          <a:xfrm>
            <a:off x="120808" y="145623"/>
            <a:ext cx="11941791" cy="556419"/>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b="1" lang="en-US" sz="3600">
                <a:solidFill>
                  <a:srgbClr val="002060"/>
                </a:solidFill>
              </a:rPr>
              <a:t>Android: Versions</a:t>
            </a:r>
            <a:endParaRPr b="1" sz="3600">
              <a:solidFill>
                <a:srgbClr val="002060"/>
              </a:solidFill>
            </a:endParaRPr>
          </a:p>
        </p:txBody>
      </p:sp>
      <p:pic>
        <p:nvPicPr>
          <p:cNvPr id="217" name="Google Shape;217;p12"/>
          <p:cNvPicPr preferRelativeResize="0"/>
          <p:nvPr/>
        </p:nvPicPr>
        <p:blipFill rotWithShape="1">
          <a:blip r:embed="rId3">
            <a:alphaModFix/>
          </a:blip>
          <a:srcRect b="26352" l="37553" r="36958" t="8722"/>
          <a:stretch/>
        </p:blipFill>
        <p:spPr>
          <a:xfrm>
            <a:off x="4067481" y="-94979"/>
            <a:ext cx="4574354" cy="655092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3"/>
          <p:cNvSpPr txBox="1"/>
          <p:nvPr>
            <p:ph idx="1" type="body"/>
          </p:nvPr>
        </p:nvSpPr>
        <p:spPr>
          <a:xfrm>
            <a:off x="241615" y="737520"/>
            <a:ext cx="11700176" cy="3670706"/>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400"/>
              <a:buChar char="•"/>
            </a:pPr>
            <a:r>
              <a:rPr lang="en-US" sz="2400"/>
              <a:t>Group of companies, who have come together to accelerate innovation in mobile.</a:t>
            </a:r>
            <a:endParaRPr sz="2400"/>
          </a:p>
          <a:p>
            <a:pPr indent="-228600" lvl="0" marL="228600" rtl="0" algn="l">
              <a:lnSpc>
                <a:spcPct val="90000"/>
              </a:lnSpc>
              <a:spcBef>
                <a:spcPts val="1000"/>
              </a:spcBef>
              <a:spcAft>
                <a:spcPts val="0"/>
              </a:spcAft>
              <a:buClr>
                <a:schemeClr val="dk1"/>
              </a:buClr>
              <a:buSzPts val="2400"/>
              <a:buChar char="•"/>
            </a:pPr>
            <a:r>
              <a:rPr lang="en-US" sz="2400"/>
              <a:t>Offer consumers a richer, less expensive, and better mobile experience. </a:t>
            </a:r>
            <a:endParaRPr/>
          </a:p>
          <a:p>
            <a:pPr indent="-228600" lvl="0" marL="228600" rtl="0" algn="l">
              <a:lnSpc>
                <a:spcPct val="90000"/>
              </a:lnSpc>
              <a:spcBef>
                <a:spcPts val="1000"/>
              </a:spcBef>
              <a:spcAft>
                <a:spcPts val="0"/>
              </a:spcAft>
              <a:buClr>
                <a:schemeClr val="dk1"/>
              </a:buClr>
              <a:buSzPts val="2400"/>
              <a:buChar char="•"/>
            </a:pPr>
            <a:r>
              <a:rPr lang="en-US" sz="2400"/>
              <a:t>Android™ -  the first complete, open, and free mobile platform.</a:t>
            </a:r>
            <a:endParaRPr/>
          </a:p>
          <a:p>
            <a:pPr indent="-228600" lvl="0" marL="228600" rtl="0" algn="l">
              <a:lnSpc>
                <a:spcPct val="100000"/>
              </a:lnSpc>
              <a:spcBef>
                <a:spcPts val="0"/>
              </a:spcBef>
              <a:spcAft>
                <a:spcPts val="0"/>
              </a:spcAft>
              <a:buClr>
                <a:schemeClr val="dk1"/>
              </a:buClr>
              <a:buSzPts val="2400"/>
              <a:buChar char="•"/>
            </a:pPr>
            <a:r>
              <a:rPr lang="en-US" sz="2400"/>
              <a:t>Building a better phone for consumers: Building a better mobile phone would enrich the lives of countless people across the globe.</a:t>
            </a:r>
            <a:endParaRPr/>
          </a:p>
          <a:p>
            <a:pPr indent="-228600" lvl="0" marL="228600" rtl="0" algn="l">
              <a:lnSpc>
                <a:spcPct val="100000"/>
              </a:lnSpc>
              <a:spcBef>
                <a:spcPts val="600"/>
              </a:spcBef>
              <a:spcAft>
                <a:spcPts val="0"/>
              </a:spcAft>
              <a:buClr>
                <a:schemeClr val="dk1"/>
              </a:buClr>
              <a:buSzPts val="2400"/>
              <a:buChar char="•"/>
            </a:pPr>
            <a:r>
              <a:rPr lang="en-US" sz="2400"/>
              <a:t>Innovating in the open: Increased openness will enable everyone in our industry to innovate more rapidly and respond better to consumers’  demands.</a:t>
            </a:r>
            <a:endParaRPr/>
          </a:p>
          <a:p>
            <a:pPr indent="-228600" lvl="0" marL="228600" rtl="0" algn="l">
              <a:lnSpc>
                <a:spcPct val="100000"/>
              </a:lnSpc>
              <a:spcBef>
                <a:spcPts val="600"/>
              </a:spcBef>
              <a:spcAft>
                <a:spcPts val="0"/>
              </a:spcAft>
              <a:buClr>
                <a:schemeClr val="dk1"/>
              </a:buClr>
              <a:buSzPts val="2400"/>
              <a:buChar char="•"/>
            </a:pPr>
            <a:r>
              <a:rPr lang="en-US" sz="2400"/>
              <a:t>Making the vision a reality: commercially deploy handsets and services using the Android Platform. </a:t>
            </a:r>
            <a:endParaRPr sz="2400"/>
          </a:p>
        </p:txBody>
      </p:sp>
      <p:sp>
        <p:nvSpPr>
          <p:cNvPr id="223" name="Google Shape;223;p13"/>
          <p:cNvSpPr txBox="1"/>
          <p:nvPr>
            <p:ph idx="12" type="sldNum"/>
          </p:nvPr>
        </p:nvSpPr>
        <p:spPr>
          <a:xfrm>
            <a:off x="9414933" y="642937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FFFFFF"/>
                </a:solidFill>
              </a:rPr>
              <a:t>‹#›</a:t>
            </a:fld>
            <a:endParaRPr>
              <a:solidFill>
                <a:srgbClr val="FFFFFF"/>
              </a:solidFill>
            </a:endParaRPr>
          </a:p>
        </p:txBody>
      </p:sp>
      <p:sp>
        <p:nvSpPr>
          <p:cNvPr id="224" name="Google Shape;224;p13"/>
          <p:cNvSpPr/>
          <p:nvPr/>
        </p:nvSpPr>
        <p:spPr>
          <a:xfrm>
            <a:off x="5909640" y="6519446"/>
            <a:ext cx="5784469"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BF9000"/>
                </a:solidFill>
                <a:latin typeface="Cambria"/>
                <a:ea typeface="Cambria"/>
                <a:cs typeface="Cambria"/>
                <a:sym typeface="Cambria"/>
              </a:rPr>
              <a:t>Ref: https://www.openhandsetalliance.com/oha_members.html</a:t>
            </a:r>
            <a:endParaRPr/>
          </a:p>
        </p:txBody>
      </p:sp>
      <p:sp>
        <p:nvSpPr>
          <p:cNvPr id="225" name="Google Shape;225;p13"/>
          <p:cNvSpPr txBox="1"/>
          <p:nvPr/>
        </p:nvSpPr>
        <p:spPr>
          <a:xfrm>
            <a:off x="241616" y="172194"/>
            <a:ext cx="8479304" cy="556419"/>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1" lang="en-US" sz="3600">
                <a:solidFill>
                  <a:srgbClr val="002060"/>
                </a:solidFill>
                <a:latin typeface="Cambria"/>
                <a:ea typeface="Cambria"/>
                <a:cs typeface="Cambria"/>
                <a:sym typeface="Cambria"/>
              </a:rPr>
              <a:t>Android: Open Handset Alliance[OHA] </a:t>
            </a:r>
            <a:endParaRPr b="1" sz="3600">
              <a:solidFill>
                <a:srgbClr val="002060"/>
              </a:solidFill>
              <a:latin typeface="Cambria"/>
              <a:ea typeface="Cambria"/>
              <a:cs typeface="Cambria"/>
              <a:sym typeface="Cambria"/>
            </a:endParaRPr>
          </a:p>
        </p:txBody>
      </p:sp>
      <p:sp>
        <p:nvSpPr>
          <p:cNvPr id="226" name="Google Shape;226;p13"/>
          <p:cNvSpPr/>
          <p:nvPr/>
        </p:nvSpPr>
        <p:spPr>
          <a:xfrm>
            <a:off x="7904076" y="4095352"/>
            <a:ext cx="4037715" cy="1938992"/>
          </a:xfrm>
          <a:prstGeom prst="rect">
            <a:avLst/>
          </a:prstGeom>
          <a:noFill/>
          <a:ln cap="flat" cmpd="sng" w="9525">
            <a:solidFill>
              <a:srgbClr val="00206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Cambria"/>
                <a:ea typeface="Cambria"/>
                <a:cs typeface="Cambria"/>
                <a:sym typeface="Cambria"/>
              </a:rPr>
              <a:t>Members</a:t>
            </a:r>
            <a:endParaRPr/>
          </a:p>
          <a:p>
            <a:pPr indent="-342900" lvl="0" marL="342900" marR="0" rtl="0" algn="l">
              <a:spcBef>
                <a:spcPts val="0"/>
              </a:spcBef>
              <a:spcAft>
                <a:spcPts val="0"/>
              </a:spcAft>
              <a:buClr>
                <a:schemeClr val="dk1"/>
              </a:buClr>
              <a:buSzPts val="2000"/>
              <a:buFont typeface="Arial"/>
              <a:buChar char="•"/>
            </a:pPr>
            <a:r>
              <a:rPr lang="en-US" sz="2000">
                <a:solidFill>
                  <a:schemeClr val="dk1"/>
                </a:solidFill>
                <a:latin typeface="Cambria"/>
                <a:ea typeface="Cambria"/>
                <a:cs typeface="Cambria"/>
                <a:sym typeface="Cambria"/>
              </a:rPr>
              <a:t>Mobile Operators</a:t>
            </a:r>
            <a:endParaRPr/>
          </a:p>
          <a:p>
            <a:pPr indent="-342900" lvl="0" marL="342900" marR="0" rtl="0" algn="l">
              <a:spcBef>
                <a:spcPts val="0"/>
              </a:spcBef>
              <a:spcAft>
                <a:spcPts val="0"/>
              </a:spcAft>
              <a:buClr>
                <a:schemeClr val="dk1"/>
              </a:buClr>
              <a:buSzPts val="2000"/>
              <a:buFont typeface="Arial"/>
              <a:buChar char="•"/>
            </a:pPr>
            <a:r>
              <a:rPr lang="en-US" sz="2000">
                <a:solidFill>
                  <a:schemeClr val="dk1"/>
                </a:solidFill>
                <a:latin typeface="Cambria"/>
                <a:ea typeface="Cambria"/>
                <a:cs typeface="Cambria"/>
                <a:sym typeface="Cambria"/>
              </a:rPr>
              <a:t>Handset Manufacturers</a:t>
            </a:r>
            <a:endParaRPr/>
          </a:p>
          <a:p>
            <a:pPr indent="-342900" lvl="0" marL="342900" marR="0" rtl="0" algn="l">
              <a:spcBef>
                <a:spcPts val="0"/>
              </a:spcBef>
              <a:spcAft>
                <a:spcPts val="0"/>
              </a:spcAft>
              <a:buClr>
                <a:schemeClr val="dk1"/>
              </a:buClr>
              <a:buSzPts val="2000"/>
              <a:buFont typeface="Arial"/>
              <a:buChar char="•"/>
            </a:pPr>
            <a:r>
              <a:rPr lang="en-US" sz="2000">
                <a:solidFill>
                  <a:schemeClr val="dk1"/>
                </a:solidFill>
                <a:latin typeface="Cambria"/>
                <a:ea typeface="Cambria"/>
                <a:cs typeface="Cambria"/>
                <a:sym typeface="Cambria"/>
              </a:rPr>
              <a:t>Semiconductor Companies</a:t>
            </a:r>
            <a:endParaRPr/>
          </a:p>
          <a:p>
            <a:pPr indent="-342900" lvl="0" marL="342900" marR="0" rtl="0" algn="l">
              <a:spcBef>
                <a:spcPts val="0"/>
              </a:spcBef>
              <a:spcAft>
                <a:spcPts val="0"/>
              </a:spcAft>
              <a:buClr>
                <a:schemeClr val="dk1"/>
              </a:buClr>
              <a:buSzPts val="2000"/>
              <a:buFont typeface="Arial"/>
              <a:buChar char="•"/>
            </a:pPr>
            <a:r>
              <a:rPr lang="en-US" sz="2000">
                <a:solidFill>
                  <a:schemeClr val="dk1"/>
                </a:solidFill>
                <a:latin typeface="Cambria"/>
                <a:ea typeface="Cambria"/>
                <a:cs typeface="Cambria"/>
                <a:sym typeface="Cambria"/>
              </a:rPr>
              <a:t>Software Companies</a:t>
            </a:r>
            <a:endParaRPr/>
          </a:p>
          <a:p>
            <a:pPr indent="-342900" lvl="0" marL="342900" marR="0" rtl="0" algn="l">
              <a:spcBef>
                <a:spcPts val="0"/>
              </a:spcBef>
              <a:spcAft>
                <a:spcPts val="0"/>
              </a:spcAft>
              <a:buClr>
                <a:schemeClr val="dk1"/>
              </a:buClr>
              <a:buSzPts val="2000"/>
              <a:buFont typeface="Arial"/>
              <a:buChar char="•"/>
            </a:pPr>
            <a:r>
              <a:rPr lang="en-US" sz="2000">
                <a:solidFill>
                  <a:schemeClr val="dk1"/>
                </a:solidFill>
                <a:latin typeface="Cambria"/>
                <a:ea typeface="Cambria"/>
                <a:cs typeface="Cambria"/>
                <a:sym typeface="Cambria"/>
              </a:rPr>
              <a:t>Commercialization Companies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14"/>
          <p:cNvSpPr txBox="1"/>
          <p:nvPr>
            <p:ph type="title"/>
          </p:nvPr>
        </p:nvSpPr>
        <p:spPr>
          <a:xfrm>
            <a:off x="184495" y="155191"/>
            <a:ext cx="11973637" cy="578106"/>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b="1" lang="en-US" sz="3600">
                <a:solidFill>
                  <a:srgbClr val="002060"/>
                </a:solidFill>
              </a:rPr>
              <a:t>Android: Features</a:t>
            </a:r>
            <a:endParaRPr/>
          </a:p>
        </p:txBody>
      </p:sp>
      <p:sp>
        <p:nvSpPr>
          <p:cNvPr id="232" name="Google Shape;232;p14"/>
          <p:cNvSpPr txBox="1"/>
          <p:nvPr>
            <p:ph idx="1" type="body"/>
          </p:nvPr>
        </p:nvSpPr>
        <p:spPr>
          <a:xfrm>
            <a:off x="218364" y="828832"/>
            <a:ext cx="11682484" cy="3702225"/>
          </a:xfrm>
          <a:prstGeom prst="rect">
            <a:avLst/>
          </a:prstGeom>
          <a:noFill/>
          <a:ln>
            <a:noFill/>
          </a:ln>
        </p:spPr>
        <p:txBody>
          <a:bodyPr anchorCtr="0" anchor="t" bIns="45700" lIns="91425" spcFirstLastPara="1" rIns="91425" wrap="square" tIns="45700">
            <a:noAutofit/>
          </a:bodyPr>
          <a:lstStyle/>
          <a:p>
            <a:pPr indent="-228600" lvl="0" marL="228600" rtl="0" algn="just">
              <a:lnSpc>
                <a:spcPct val="100000"/>
              </a:lnSpc>
              <a:spcBef>
                <a:spcPts val="0"/>
              </a:spcBef>
              <a:spcAft>
                <a:spcPts val="0"/>
              </a:spcAft>
              <a:buClr>
                <a:srgbClr val="FF0000"/>
              </a:buClr>
              <a:buSzPts val="2400"/>
              <a:buChar char="•"/>
            </a:pPr>
            <a:r>
              <a:rPr b="1" lang="en-US" sz="2400">
                <a:solidFill>
                  <a:srgbClr val="FF0000"/>
                </a:solidFill>
              </a:rPr>
              <a:t>Storage</a:t>
            </a:r>
            <a:r>
              <a:rPr b="1" lang="en-US" sz="2400"/>
              <a:t> </a:t>
            </a:r>
            <a:r>
              <a:rPr lang="en-US" sz="2400"/>
              <a:t>— Uses SQLite, a lightweight relational database, for data storage.  </a:t>
            </a:r>
            <a:endParaRPr/>
          </a:p>
          <a:p>
            <a:pPr indent="-228600" lvl="0" marL="228600" rtl="0" algn="just">
              <a:lnSpc>
                <a:spcPct val="100000"/>
              </a:lnSpc>
              <a:spcBef>
                <a:spcPts val="600"/>
              </a:spcBef>
              <a:spcAft>
                <a:spcPts val="0"/>
              </a:spcAft>
              <a:buClr>
                <a:srgbClr val="FF0000"/>
              </a:buClr>
              <a:buSzPts val="2400"/>
              <a:buChar char="•"/>
            </a:pPr>
            <a:r>
              <a:rPr b="1" lang="en-US" sz="2400">
                <a:solidFill>
                  <a:srgbClr val="FF0000"/>
                </a:solidFill>
              </a:rPr>
              <a:t>Connectivity</a:t>
            </a:r>
            <a:r>
              <a:rPr b="1" lang="en-US" sz="2400"/>
              <a:t> </a:t>
            </a:r>
            <a:r>
              <a:rPr lang="en-US" sz="2400"/>
              <a:t>— Supports GSM/EDGE, IDEN, CDMA, EV-DO, UMTS, Bluetooth (includes A2DP and AVRCP), Wi-Fi, LTE, and WiMAX. </a:t>
            </a:r>
            <a:endParaRPr/>
          </a:p>
          <a:p>
            <a:pPr indent="-228600" lvl="0" marL="228600" rtl="0" algn="just">
              <a:lnSpc>
                <a:spcPct val="100000"/>
              </a:lnSpc>
              <a:spcBef>
                <a:spcPts val="600"/>
              </a:spcBef>
              <a:spcAft>
                <a:spcPts val="0"/>
              </a:spcAft>
              <a:buClr>
                <a:srgbClr val="FF0000"/>
              </a:buClr>
              <a:buSzPts val="2400"/>
              <a:buChar char="•"/>
            </a:pPr>
            <a:r>
              <a:rPr b="1" lang="en-US" sz="2400">
                <a:solidFill>
                  <a:srgbClr val="FF0000"/>
                </a:solidFill>
              </a:rPr>
              <a:t>Messaging</a:t>
            </a:r>
            <a:r>
              <a:rPr b="1" lang="en-US" sz="2400"/>
              <a:t> </a:t>
            </a:r>
            <a:r>
              <a:rPr lang="en-US" sz="2400"/>
              <a:t>— Supports both SMS and MMS. </a:t>
            </a:r>
            <a:endParaRPr/>
          </a:p>
          <a:p>
            <a:pPr indent="-228600" lvl="0" marL="228600" rtl="0" algn="just">
              <a:lnSpc>
                <a:spcPct val="100000"/>
              </a:lnSpc>
              <a:spcBef>
                <a:spcPts val="600"/>
              </a:spcBef>
              <a:spcAft>
                <a:spcPts val="0"/>
              </a:spcAft>
              <a:buClr>
                <a:srgbClr val="FF0000"/>
              </a:buClr>
              <a:buSzPts val="2400"/>
              <a:buChar char="•"/>
            </a:pPr>
            <a:r>
              <a:rPr b="1" lang="en-US" sz="2400">
                <a:solidFill>
                  <a:srgbClr val="FF0000"/>
                </a:solidFill>
              </a:rPr>
              <a:t>Web</a:t>
            </a:r>
            <a:r>
              <a:rPr b="1" lang="en-US" sz="2400"/>
              <a:t> </a:t>
            </a:r>
            <a:r>
              <a:rPr b="1" lang="en-US" sz="2400">
                <a:solidFill>
                  <a:srgbClr val="FF0000"/>
                </a:solidFill>
              </a:rPr>
              <a:t>browser</a:t>
            </a:r>
            <a:r>
              <a:rPr b="1" lang="en-US" sz="2400"/>
              <a:t> </a:t>
            </a:r>
            <a:r>
              <a:rPr lang="en-US" sz="2400"/>
              <a:t>— Based on the open source WebKit, together with Chrome’s V8 JavaScript engine</a:t>
            </a:r>
            <a:endParaRPr/>
          </a:p>
          <a:p>
            <a:pPr indent="-228600" lvl="0" marL="228600" rtl="0" algn="just">
              <a:lnSpc>
                <a:spcPct val="100000"/>
              </a:lnSpc>
              <a:spcBef>
                <a:spcPts val="600"/>
              </a:spcBef>
              <a:spcAft>
                <a:spcPts val="0"/>
              </a:spcAft>
              <a:buClr>
                <a:srgbClr val="FF0000"/>
              </a:buClr>
              <a:buSzPts val="2400"/>
              <a:buChar char="•"/>
            </a:pPr>
            <a:r>
              <a:rPr b="1" lang="en-US" sz="2400">
                <a:solidFill>
                  <a:srgbClr val="FF0000"/>
                </a:solidFill>
              </a:rPr>
              <a:t>Media</a:t>
            </a:r>
            <a:r>
              <a:rPr b="1" lang="en-US" sz="2400"/>
              <a:t> </a:t>
            </a:r>
            <a:r>
              <a:rPr b="1" lang="en-US" sz="2400">
                <a:solidFill>
                  <a:srgbClr val="FF0000"/>
                </a:solidFill>
              </a:rPr>
              <a:t>support</a:t>
            </a:r>
            <a:r>
              <a:rPr b="1" lang="en-US" sz="2400"/>
              <a:t> </a:t>
            </a:r>
            <a:r>
              <a:rPr lang="en-US" sz="2400"/>
              <a:t>— Includes support for the following media: H.263, H.264 (in 3GP or MP4 container), MPEG-4 SP, AMR, AMR-WB (in 3GP container), AAC, HE-AAC (in MP4 or 3GP container), MP3, MIDI, Ogg Vorbis, WAV, JPEG, PNG, GIF, and BMP.</a:t>
            </a:r>
            <a:endParaRPr sz="2400"/>
          </a:p>
        </p:txBody>
      </p:sp>
      <p:sp>
        <p:nvSpPr>
          <p:cNvPr id="233" name="Google Shape;233;p14"/>
          <p:cNvSpPr txBox="1"/>
          <p:nvPr>
            <p:ph idx="12" type="sldNum"/>
          </p:nvPr>
        </p:nvSpPr>
        <p:spPr>
          <a:xfrm>
            <a:off x="9414933" y="642937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FFFFFF"/>
                </a:solidFill>
              </a:rPr>
              <a:t>‹#›</a:t>
            </a:fld>
            <a:endParaRPr>
              <a:solidFill>
                <a:srgbClr val="FFFFFF"/>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5"/>
          <p:cNvSpPr txBox="1"/>
          <p:nvPr>
            <p:ph type="title"/>
          </p:nvPr>
        </p:nvSpPr>
        <p:spPr>
          <a:xfrm>
            <a:off x="272955" y="62865"/>
            <a:ext cx="11885177" cy="633171"/>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b="1" lang="en-US" sz="3600">
                <a:solidFill>
                  <a:srgbClr val="002060"/>
                </a:solidFill>
              </a:rPr>
              <a:t>Android: Features</a:t>
            </a:r>
            <a:endParaRPr b="1" sz="3600">
              <a:solidFill>
                <a:srgbClr val="002060"/>
              </a:solidFill>
            </a:endParaRPr>
          </a:p>
        </p:txBody>
      </p:sp>
      <p:sp>
        <p:nvSpPr>
          <p:cNvPr id="239" name="Google Shape;239;p15"/>
          <p:cNvSpPr txBox="1"/>
          <p:nvPr>
            <p:ph idx="1" type="body"/>
          </p:nvPr>
        </p:nvSpPr>
        <p:spPr>
          <a:xfrm>
            <a:off x="272955" y="696036"/>
            <a:ext cx="11436824" cy="2729552"/>
          </a:xfrm>
          <a:prstGeom prst="rect">
            <a:avLst/>
          </a:prstGeom>
          <a:noFill/>
          <a:ln>
            <a:noFill/>
          </a:ln>
        </p:spPr>
        <p:txBody>
          <a:bodyPr anchorCtr="0" anchor="t" bIns="45700" lIns="91425" spcFirstLastPara="1" rIns="91425" wrap="square" tIns="45700">
            <a:noAutofit/>
          </a:bodyPr>
          <a:lstStyle/>
          <a:p>
            <a:pPr indent="-228600" lvl="0" marL="228600" rtl="0" algn="just">
              <a:lnSpc>
                <a:spcPct val="100000"/>
              </a:lnSpc>
              <a:spcBef>
                <a:spcPts val="0"/>
              </a:spcBef>
              <a:spcAft>
                <a:spcPts val="0"/>
              </a:spcAft>
              <a:buClr>
                <a:srgbClr val="FF0000"/>
              </a:buClr>
              <a:buSzPts val="2400"/>
              <a:buChar char="•"/>
            </a:pPr>
            <a:r>
              <a:rPr b="1" lang="en-US" sz="2400">
                <a:solidFill>
                  <a:srgbClr val="FF0000"/>
                </a:solidFill>
              </a:rPr>
              <a:t>Hardware</a:t>
            </a:r>
            <a:r>
              <a:rPr b="1" lang="en-US" sz="2400"/>
              <a:t> </a:t>
            </a:r>
            <a:r>
              <a:rPr b="1" lang="en-US" sz="2400">
                <a:solidFill>
                  <a:srgbClr val="FF0000"/>
                </a:solidFill>
              </a:rPr>
              <a:t>support</a:t>
            </a:r>
            <a:r>
              <a:rPr b="1" lang="en-US" sz="2400"/>
              <a:t> </a:t>
            </a:r>
            <a:r>
              <a:rPr lang="en-US" sz="2400"/>
              <a:t>— Accelerometer Sensor, Camera, Digital Compass, Proximity Sensor, and GPS</a:t>
            </a:r>
            <a:endParaRPr/>
          </a:p>
          <a:p>
            <a:pPr indent="-228600" lvl="0" marL="228600" rtl="0" algn="just">
              <a:lnSpc>
                <a:spcPct val="100000"/>
              </a:lnSpc>
              <a:spcBef>
                <a:spcPts val="600"/>
              </a:spcBef>
              <a:spcAft>
                <a:spcPts val="0"/>
              </a:spcAft>
              <a:buClr>
                <a:srgbClr val="FF0000"/>
              </a:buClr>
              <a:buSzPts val="2400"/>
              <a:buChar char="•"/>
            </a:pPr>
            <a:r>
              <a:rPr b="1" lang="en-US" sz="2400">
                <a:solidFill>
                  <a:srgbClr val="FF0000"/>
                </a:solidFill>
              </a:rPr>
              <a:t>Multi-touch</a:t>
            </a:r>
            <a:r>
              <a:rPr b="1" lang="en-US" sz="2400"/>
              <a:t> </a:t>
            </a:r>
            <a:r>
              <a:rPr lang="en-US" sz="2400"/>
              <a:t>— Supports multi-touch screens</a:t>
            </a:r>
            <a:endParaRPr/>
          </a:p>
          <a:p>
            <a:pPr indent="-228600" lvl="0" marL="228600" rtl="0" algn="just">
              <a:lnSpc>
                <a:spcPct val="100000"/>
              </a:lnSpc>
              <a:spcBef>
                <a:spcPts val="600"/>
              </a:spcBef>
              <a:spcAft>
                <a:spcPts val="0"/>
              </a:spcAft>
              <a:buClr>
                <a:srgbClr val="FF0000"/>
              </a:buClr>
              <a:buSzPts val="2400"/>
              <a:buChar char="•"/>
            </a:pPr>
            <a:r>
              <a:rPr b="1" lang="en-US" sz="2400">
                <a:solidFill>
                  <a:srgbClr val="FF0000"/>
                </a:solidFill>
              </a:rPr>
              <a:t>Multi-tasking</a:t>
            </a:r>
            <a:r>
              <a:rPr b="1" lang="en-US" sz="2400"/>
              <a:t> </a:t>
            </a:r>
            <a:r>
              <a:rPr lang="en-US" sz="2400"/>
              <a:t>— Supports multi-tasking applications</a:t>
            </a:r>
            <a:endParaRPr/>
          </a:p>
          <a:p>
            <a:pPr indent="-228600" lvl="0" marL="228600" rtl="0" algn="just">
              <a:lnSpc>
                <a:spcPct val="100000"/>
              </a:lnSpc>
              <a:spcBef>
                <a:spcPts val="600"/>
              </a:spcBef>
              <a:spcAft>
                <a:spcPts val="0"/>
              </a:spcAft>
              <a:buClr>
                <a:srgbClr val="FF0000"/>
              </a:buClr>
              <a:buSzPts val="2400"/>
              <a:buChar char="•"/>
            </a:pPr>
            <a:r>
              <a:rPr b="1" lang="en-US" sz="2400">
                <a:solidFill>
                  <a:srgbClr val="FF0000"/>
                </a:solidFill>
              </a:rPr>
              <a:t>Flash</a:t>
            </a:r>
            <a:r>
              <a:rPr b="1" lang="en-US" sz="2400"/>
              <a:t> </a:t>
            </a:r>
            <a:r>
              <a:rPr b="1" lang="en-US" sz="2400">
                <a:solidFill>
                  <a:srgbClr val="FF0000"/>
                </a:solidFill>
              </a:rPr>
              <a:t>support</a:t>
            </a:r>
            <a:r>
              <a:rPr b="1" lang="en-US" sz="2400"/>
              <a:t> </a:t>
            </a:r>
            <a:r>
              <a:rPr lang="en-US" sz="2400"/>
              <a:t>— Android 2.3 supports Flash 10.1.</a:t>
            </a:r>
            <a:endParaRPr/>
          </a:p>
          <a:p>
            <a:pPr indent="-228600" lvl="0" marL="228600" rtl="0" algn="just">
              <a:lnSpc>
                <a:spcPct val="100000"/>
              </a:lnSpc>
              <a:spcBef>
                <a:spcPts val="600"/>
              </a:spcBef>
              <a:spcAft>
                <a:spcPts val="0"/>
              </a:spcAft>
              <a:buClr>
                <a:srgbClr val="FF0000"/>
              </a:buClr>
              <a:buSzPts val="2400"/>
              <a:buChar char="•"/>
            </a:pPr>
            <a:r>
              <a:rPr b="1" lang="en-US" sz="2400">
                <a:solidFill>
                  <a:srgbClr val="FF0000"/>
                </a:solidFill>
              </a:rPr>
              <a:t>Tethering</a:t>
            </a:r>
            <a:r>
              <a:rPr b="1" lang="en-US" sz="2400"/>
              <a:t> </a:t>
            </a:r>
            <a:r>
              <a:rPr lang="en-US" sz="2400"/>
              <a:t>— Supports sharing of Internet connections as a wired/wireless hotspot</a:t>
            </a:r>
            <a:endParaRPr/>
          </a:p>
        </p:txBody>
      </p:sp>
      <p:sp>
        <p:nvSpPr>
          <p:cNvPr id="240" name="Google Shape;240;p15"/>
          <p:cNvSpPr txBox="1"/>
          <p:nvPr>
            <p:ph idx="12" type="sldNum"/>
          </p:nvPr>
        </p:nvSpPr>
        <p:spPr>
          <a:xfrm>
            <a:off x="9414933" y="642937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FFFFFF"/>
                </a:solidFill>
              </a:rPr>
              <a:t>‹#›</a:t>
            </a:fld>
            <a:endParaRPr>
              <a:solidFill>
                <a:srgbClr val="FFFFFF"/>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16"/>
          <p:cNvSpPr txBox="1"/>
          <p:nvPr>
            <p:ph type="title"/>
          </p:nvPr>
        </p:nvSpPr>
        <p:spPr>
          <a:xfrm>
            <a:off x="204716" y="109182"/>
            <a:ext cx="11953416" cy="539469"/>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b="1" lang="en-US" sz="3600">
                <a:solidFill>
                  <a:srgbClr val="002060"/>
                </a:solidFill>
              </a:rPr>
              <a:t>Android: Development Tools </a:t>
            </a:r>
            <a:endParaRPr/>
          </a:p>
        </p:txBody>
      </p:sp>
      <p:sp>
        <p:nvSpPr>
          <p:cNvPr id="246" name="Google Shape;246;p16"/>
          <p:cNvSpPr txBox="1"/>
          <p:nvPr>
            <p:ph idx="1" type="body"/>
          </p:nvPr>
        </p:nvSpPr>
        <p:spPr>
          <a:xfrm>
            <a:off x="366467" y="757832"/>
            <a:ext cx="11356960" cy="4946931"/>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FF0000"/>
              </a:buClr>
              <a:buSzPts val="2400"/>
              <a:buNone/>
            </a:pPr>
            <a:r>
              <a:rPr b="1" lang="en-US" sz="2400">
                <a:solidFill>
                  <a:srgbClr val="FF0000"/>
                </a:solidFill>
              </a:rPr>
              <a:t>Top Hybrid Mobile App Frameworks</a:t>
            </a:r>
            <a:endParaRPr/>
          </a:p>
          <a:p>
            <a:pPr indent="-228600" lvl="0" marL="228600" rtl="0" algn="just">
              <a:lnSpc>
                <a:spcPct val="90000"/>
              </a:lnSpc>
              <a:spcBef>
                <a:spcPts val="1000"/>
              </a:spcBef>
              <a:spcAft>
                <a:spcPts val="0"/>
              </a:spcAft>
              <a:buClr>
                <a:schemeClr val="dk1"/>
              </a:buClr>
              <a:buSzPts val="2400"/>
              <a:buChar char="•"/>
            </a:pPr>
            <a:r>
              <a:rPr lang="en-US" sz="2400"/>
              <a:t>Mobile Angular UI</a:t>
            </a:r>
            <a:endParaRPr/>
          </a:p>
          <a:p>
            <a:pPr indent="-228600" lvl="0" marL="228600" rtl="0" algn="just">
              <a:lnSpc>
                <a:spcPct val="90000"/>
              </a:lnSpc>
              <a:spcBef>
                <a:spcPts val="1000"/>
              </a:spcBef>
              <a:spcAft>
                <a:spcPts val="0"/>
              </a:spcAft>
              <a:buClr>
                <a:schemeClr val="dk1"/>
              </a:buClr>
              <a:buSzPts val="2400"/>
              <a:buChar char="•"/>
            </a:pPr>
            <a:r>
              <a:rPr lang="en-US" sz="2400"/>
              <a:t>Appcelerator Titanium </a:t>
            </a:r>
            <a:endParaRPr/>
          </a:p>
          <a:p>
            <a:pPr indent="-228600" lvl="0" marL="228600" rtl="0" algn="just">
              <a:lnSpc>
                <a:spcPct val="90000"/>
              </a:lnSpc>
              <a:spcBef>
                <a:spcPts val="1000"/>
              </a:spcBef>
              <a:spcAft>
                <a:spcPts val="0"/>
              </a:spcAft>
              <a:buClr>
                <a:schemeClr val="dk1"/>
              </a:buClr>
              <a:buSzPts val="2400"/>
              <a:buChar char="•"/>
            </a:pPr>
            <a:r>
              <a:rPr lang="en-US" sz="2400"/>
              <a:t>Kendo UI</a:t>
            </a:r>
            <a:endParaRPr/>
          </a:p>
          <a:p>
            <a:pPr indent="-228600" lvl="0" marL="228600" rtl="0" algn="just">
              <a:lnSpc>
                <a:spcPct val="90000"/>
              </a:lnSpc>
              <a:spcBef>
                <a:spcPts val="1000"/>
              </a:spcBef>
              <a:spcAft>
                <a:spcPts val="0"/>
              </a:spcAft>
              <a:buClr>
                <a:schemeClr val="dk1"/>
              </a:buClr>
              <a:buSzPts val="2400"/>
              <a:buChar char="•"/>
            </a:pPr>
            <a:r>
              <a:rPr lang="en-US" sz="2400"/>
              <a:t>Sencha Touch</a:t>
            </a:r>
            <a:endParaRPr/>
          </a:p>
          <a:p>
            <a:pPr indent="-228600" lvl="0" marL="228600" rtl="0" algn="just">
              <a:lnSpc>
                <a:spcPct val="90000"/>
              </a:lnSpc>
              <a:spcBef>
                <a:spcPts val="1000"/>
              </a:spcBef>
              <a:spcAft>
                <a:spcPts val="0"/>
              </a:spcAft>
              <a:buClr>
                <a:schemeClr val="dk1"/>
              </a:buClr>
              <a:buSzPts val="2400"/>
              <a:buChar char="•"/>
            </a:pPr>
            <a:r>
              <a:rPr lang="en-US" sz="2400"/>
              <a:t>IONIC</a:t>
            </a:r>
            <a:endParaRPr sz="2400"/>
          </a:p>
          <a:p>
            <a:pPr indent="-228600" lvl="0" marL="228600" rtl="0" algn="just">
              <a:lnSpc>
                <a:spcPct val="90000"/>
              </a:lnSpc>
              <a:spcBef>
                <a:spcPts val="1000"/>
              </a:spcBef>
              <a:spcAft>
                <a:spcPts val="0"/>
              </a:spcAft>
              <a:buClr>
                <a:schemeClr val="dk1"/>
              </a:buClr>
              <a:buSzPts val="2400"/>
              <a:buChar char="•"/>
            </a:pPr>
            <a:r>
              <a:rPr lang="en-US" sz="2400"/>
              <a:t>PhoneGap (distribution of Apache Cordova)</a:t>
            </a:r>
            <a:endParaRPr/>
          </a:p>
          <a:p>
            <a:pPr indent="-228600" lvl="0" marL="228600" rtl="0" algn="just">
              <a:lnSpc>
                <a:spcPct val="90000"/>
              </a:lnSpc>
              <a:spcBef>
                <a:spcPts val="1000"/>
              </a:spcBef>
              <a:spcAft>
                <a:spcPts val="0"/>
              </a:spcAft>
              <a:buClr>
                <a:schemeClr val="dk1"/>
              </a:buClr>
              <a:buSzPts val="2400"/>
              <a:buChar char="•"/>
            </a:pPr>
            <a:r>
              <a:rPr lang="en-US" sz="2400"/>
              <a:t>Apache Cordova (formerly PhoneGap)</a:t>
            </a:r>
            <a:endParaRPr/>
          </a:p>
          <a:p>
            <a:pPr indent="-228600" lvl="0" marL="228600" rtl="0" algn="just">
              <a:lnSpc>
                <a:spcPct val="90000"/>
              </a:lnSpc>
              <a:spcBef>
                <a:spcPts val="1000"/>
              </a:spcBef>
              <a:spcAft>
                <a:spcPts val="0"/>
              </a:spcAft>
              <a:buClr>
                <a:schemeClr val="dk1"/>
              </a:buClr>
              <a:buSzPts val="2400"/>
              <a:buChar char="•"/>
            </a:pPr>
            <a:r>
              <a:rPr lang="en-US" sz="2400"/>
              <a:t>Flutter (early-stage funding from Y Combinator &amp; was acquired by Google in October 2013)</a:t>
            </a:r>
            <a:endParaRPr/>
          </a:p>
          <a:p>
            <a:pPr indent="0" lvl="0" marL="0" rtl="0" algn="l">
              <a:lnSpc>
                <a:spcPct val="90000"/>
              </a:lnSpc>
              <a:spcBef>
                <a:spcPts val="1000"/>
              </a:spcBef>
              <a:spcAft>
                <a:spcPts val="0"/>
              </a:spcAft>
              <a:buClr>
                <a:schemeClr val="dk1"/>
              </a:buClr>
              <a:buSzPts val="2400"/>
              <a:buNone/>
            </a:pPr>
            <a:r>
              <a:t/>
            </a:r>
            <a:endParaRPr sz="2400"/>
          </a:p>
        </p:txBody>
      </p:sp>
      <p:sp>
        <p:nvSpPr>
          <p:cNvPr id="247" name="Google Shape;247;p16"/>
          <p:cNvSpPr txBox="1"/>
          <p:nvPr>
            <p:ph idx="12" type="sldNum"/>
          </p:nvPr>
        </p:nvSpPr>
        <p:spPr>
          <a:xfrm>
            <a:off x="9414933" y="642937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FFFFFF"/>
                </a:solidFill>
              </a:rPr>
              <a:t>‹#›</a:t>
            </a:fld>
            <a:endParaRPr>
              <a:solidFill>
                <a:srgbClr val="FFFFFF"/>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17"/>
          <p:cNvSpPr txBox="1"/>
          <p:nvPr>
            <p:ph idx="12" type="sldNum"/>
          </p:nvPr>
        </p:nvSpPr>
        <p:spPr>
          <a:xfrm>
            <a:off x="9414933" y="642937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FFFFFF"/>
                </a:solidFill>
              </a:rPr>
              <a:t>‹#›</a:t>
            </a:fld>
            <a:endParaRPr>
              <a:solidFill>
                <a:srgbClr val="FFFFFF"/>
              </a:solidFill>
            </a:endParaRPr>
          </a:p>
        </p:txBody>
      </p:sp>
      <p:sp>
        <p:nvSpPr>
          <p:cNvPr id="253" name="Google Shape;253;p17"/>
          <p:cNvSpPr txBox="1"/>
          <p:nvPr/>
        </p:nvSpPr>
        <p:spPr>
          <a:xfrm>
            <a:off x="136479" y="648651"/>
            <a:ext cx="5663820" cy="497761"/>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1" lang="en-US" sz="2800">
                <a:solidFill>
                  <a:srgbClr val="FF0000"/>
                </a:solidFill>
                <a:latin typeface="Cambria"/>
                <a:ea typeface="Cambria"/>
                <a:cs typeface="Cambria"/>
                <a:sym typeface="Cambria"/>
              </a:rPr>
              <a:t>1. Linux kernel </a:t>
            </a:r>
            <a:endParaRPr b="1" sz="2800">
              <a:solidFill>
                <a:srgbClr val="FF0000"/>
              </a:solidFill>
              <a:latin typeface="Cambria"/>
              <a:ea typeface="Cambria"/>
              <a:cs typeface="Cambria"/>
              <a:sym typeface="Cambria"/>
            </a:endParaRPr>
          </a:p>
        </p:txBody>
      </p:sp>
      <p:sp>
        <p:nvSpPr>
          <p:cNvPr id="254" name="Google Shape;254;p17"/>
          <p:cNvSpPr txBox="1"/>
          <p:nvPr>
            <p:ph idx="1" type="body"/>
          </p:nvPr>
        </p:nvSpPr>
        <p:spPr>
          <a:xfrm>
            <a:off x="136479" y="1188120"/>
            <a:ext cx="5663820" cy="4011677"/>
          </a:xfrm>
          <a:prstGeom prst="rect">
            <a:avLst/>
          </a:prstGeom>
          <a:noFill/>
          <a:ln>
            <a:noFill/>
          </a:ln>
        </p:spPr>
        <p:txBody>
          <a:bodyPr anchorCtr="0" anchor="t" bIns="45700" lIns="91425" spcFirstLastPara="1" rIns="91425" wrap="square" tIns="45700">
            <a:noAutofit/>
          </a:bodyPr>
          <a:lstStyle/>
          <a:p>
            <a:pPr indent="-228600" lvl="1" marL="360000" rtl="0" algn="just">
              <a:lnSpc>
                <a:spcPct val="100000"/>
              </a:lnSpc>
              <a:spcBef>
                <a:spcPts val="0"/>
              </a:spcBef>
              <a:spcAft>
                <a:spcPts val="0"/>
              </a:spcAft>
              <a:buClr>
                <a:schemeClr val="dk1"/>
              </a:buClr>
              <a:buSzPts val="2400"/>
              <a:buChar char="•"/>
            </a:pPr>
            <a:r>
              <a:rPr lang="en-US"/>
              <a:t>It is the heart of android architecture that exists at the root of android architecture.</a:t>
            </a:r>
            <a:endParaRPr/>
          </a:p>
          <a:p>
            <a:pPr indent="-228600" lvl="1" marL="360000" rtl="0" algn="just">
              <a:lnSpc>
                <a:spcPct val="100000"/>
              </a:lnSpc>
              <a:spcBef>
                <a:spcPts val="600"/>
              </a:spcBef>
              <a:spcAft>
                <a:spcPts val="0"/>
              </a:spcAft>
              <a:buClr>
                <a:schemeClr val="dk1"/>
              </a:buClr>
              <a:buSzPts val="2400"/>
              <a:buChar char="•"/>
            </a:pPr>
            <a:r>
              <a:rPr lang="en-US"/>
              <a:t>All the hardware drivers are handled by this kernel.</a:t>
            </a:r>
            <a:endParaRPr/>
          </a:p>
          <a:p>
            <a:pPr indent="-228600" lvl="1" marL="360000" rtl="0" algn="just">
              <a:lnSpc>
                <a:spcPct val="100000"/>
              </a:lnSpc>
              <a:spcBef>
                <a:spcPts val="600"/>
              </a:spcBef>
              <a:spcAft>
                <a:spcPts val="0"/>
              </a:spcAft>
              <a:buClr>
                <a:schemeClr val="dk1"/>
              </a:buClr>
              <a:buSzPts val="2400"/>
              <a:buChar char="•"/>
            </a:pPr>
            <a:r>
              <a:rPr lang="en-US"/>
              <a:t>Drivers are the small programs written specifically to communicate with hardware.</a:t>
            </a:r>
            <a:endParaRPr/>
          </a:p>
          <a:p>
            <a:pPr indent="-228600" lvl="1" marL="360000" rtl="0" algn="just">
              <a:lnSpc>
                <a:spcPct val="100000"/>
              </a:lnSpc>
              <a:spcBef>
                <a:spcPts val="600"/>
              </a:spcBef>
              <a:spcAft>
                <a:spcPts val="0"/>
              </a:spcAft>
              <a:buClr>
                <a:schemeClr val="dk1"/>
              </a:buClr>
              <a:buSzPts val="2400"/>
              <a:buChar char="•"/>
            </a:pPr>
            <a:r>
              <a:rPr lang="en-US"/>
              <a:t>It also serves as the abstraction layer for other layers.</a:t>
            </a:r>
            <a:endParaRPr/>
          </a:p>
        </p:txBody>
      </p:sp>
      <p:sp>
        <p:nvSpPr>
          <p:cNvPr id="255" name="Google Shape;255;p17"/>
          <p:cNvSpPr/>
          <p:nvPr/>
        </p:nvSpPr>
        <p:spPr>
          <a:xfrm>
            <a:off x="4823176" y="6427272"/>
            <a:ext cx="6463523"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BF9000"/>
                </a:solidFill>
                <a:latin typeface="Cambria"/>
                <a:ea typeface="Cambria"/>
                <a:cs typeface="Cambria"/>
                <a:sym typeface="Cambria"/>
              </a:rPr>
              <a:t>Ref: https://source.android.com/docs/core/architecture/kernel</a:t>
            </a:r>
            <a:endParaRPr/>
          </a:p>
        </p:txBody>
      </p:sp>
      <p:sp>
        <p:nvSpPr>
          <p:cNvPr id="256" name="Google Shape;256;p17"/>
          <p:cNvSpPr txBox="1"/>
          <p:nvPr>
            <p:ph type="title"/>
          </p:nvPr>
        </p:nvSpPr>
        <p:spPr>
          <a:xfrm>
            <a:off x="136479" y="109182"/>
            <a:ext cx="6277970" cy="539469"/>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b="1" lang="en-US" sz="3200">
                <a:solidFill>
                  <a:srgbClr val="002060"/>
                </a:solidFill>
              </a:rPr>
              <a:t>Android: Architecture</a:t>
            </a:r>
            <a:endParaRPr b="1" sz="3200">
              <a:solidFill>
                <a:srgbClr val="002060"/>
              </a:solidFill>
            </a:endParaRPr>
          </a:p>
        </p:txBody>
      </p:sp>
      <p:pic>
        <p:nvPicPr>
          <p:cNvPr descr="https://www.spiria.com/site/assets/files/2641/android_architecture.1039x0.jpg" id="257" name="Google Shape;257;p17"/>
          <p:cNvPicPr preferRelativeResize="0"/>
          <p:nvPr/>
        </p:nvPicPr>
        <p:blipFill rotWithShape="1">
          <a:blip r:embed="rId3">
            <a:alphaModFix/>
          </a:blip>
          <a:srcRect b="0" l="0" r="0" t="0"/>
          <a:stretch/>
        </p:blipFill>
        <p:spPr>
          <a:xfrm>
            <a:off x="5795634" y="956604"/>
            <a:ext cx="6188597" cy="469341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18"/>
          <p:cNvSpPr txBox="1"/>
          <p:nvPr>
            <p:ph idx="12" type="sldNum"/>
          </p:nvPr>
        </p:nvSpPr>
        <p:spPr>
          <a:xfrm>
            <a:off x="9414933" y="642937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FFFFFF"/>
                </a:solidFill>
              </a:rPr>
              <a:t>‹#›</a:t>
            </a:fld>
            <a:endParaRPr>
              <a:solidFill>
                <a:srgbClr val="FFFFFF"/>
              </a:solidFill>
            </a:endParaRPr>
          </a:p>
        </p:txBody>
      </p:sp>
      <p:sp>
        <p:nvSpPr>
          <p:cNvPr id="263" name="Google Shape;263;p18"/>
          <p:cNvSpPr txBox="1"/>
          <p:nvPr/>
        </p:nvSpPr>
        <p:spPr>
          <a:xfrm>
            <a:off x="272955" y="177423"/>
            <a:ext cx="10222173" cy="532262"/>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1" lang="en-US" sz="2800">
                <a:solidFill>
                  <a:srgbClr val="FF0000"/>
                </a:solidFill>
                <a:latin typeface="Cambria"/>
                <a:ea typeface="Cambria"/>
                <a:cs typeface="Cambria"/>
                <a:sym typeface="Cambria"/>
              </a:rPr>
              <a:t>2. Native Libraries</a:t>
            </a:r>
            <a:endParaRPr/>
          </a:p>
        </p:txBody>
      </p:sp>
      <p:sp>
        <p:nvSpPr>
          <p:cNvPr id="264" name="Google Shape;264;p18"/>
          <p:cNvSpPr txBox="1"/>
          <p:nvPr/>
        </p:nvSpPr>
        <p:spPr>
          <a:xfrm>
            <a:off x="272955" y="709685"/>
            <a:ext cx="11682483" cy="2269190"/>
          </a:xfrm>
          <a:prstGeom prst="rect">
            <a:avLst/>
          </a:prstGeom>
          <a:noFill/>
          <a:ln>
            <a:noFill/>
          </a:ln>
        </p:spPr>
        <p:txBody>
          <a:bodyPr anchorCtr="0" anchor="t" bIns="45700" lIns="91425" spcFirstLastPara="1" rIns="91425" wrap="square" tIns="45700">
            <a:noAutofit/>
          </a:bodyPr>
          <a:lstStyle/>
          <a:p>
            <a:pPr indent="-228600" lvl="1" marL="3600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Cambria"/>
                <a:ea typeface="Cambria"/>
                <a:cs typeface="Cambria"/>
                <a:sym typeface="Cambria"/>
              </a:rPr>
              <a:t>This layer provides the device, which has the capability to handle different types of data and information.</a:t>
            </a:r>
            <a:endParaRPr b="0" i="0" sz="2400" u="none" cap="none" strike="noStrike">
              <a:solidFill>
                <a:schemeClr val="dk1"/>
              </a:solidFill>
              <a:latin typeface="Cambria"/>
              <a:ea typeface="Cambria"/>
              <a:cs typeface="Cambria"/>
              <a:sym typeface="Cambria"/>
            </a:endParaRPr>
          </a:p>
          <a:p>
            <a:pPr indent="-228600" lvl="1" marL="360000" marR="0" rtl="0" algn="just">
              <a:lnSpc>
                <a:spcPct val="100000"/>
              </a:lnSpc>
              <a:spcBef>
                <a:spcPts val="600"/>
              </a:spcBef>
              <a:spcAft>
                <a:spcPts val="0"/>
              </a:spcAft>
              <a:buClr>
                <a:schemeClr val="dk1"/>
              </a:buClr>
              <a:buSzPts val="2400"/>
              <a:buFont typeface="Arial"/>
              <a:buChar char="•"/>
            </a:pPr>
            <a:r>
              <a:rPr b="0" i="0" lang="en-US" sz="2400" u="none" cap="none" strike="noStrike">
                <a:solidFill>
                  <a:schemeClr val="dk1"/>
                </a:solidFill>
                <a:latin typeface="Cambria"/>
                <a:ea typeface="Cambria"/>
                <a:cs typeface="Cambria"/>
                <a:sym typeface="Cambria"/>
              </a:rPr>
              <a:t>Code in C and C++ languages for fast procedural transactions of data.</a:t>
            </a:r>
            <a:endParaRPr b="0" i="0" sz="2400" u="none" cap="none" strike="noStrike">
              <a:solidFill>
                <a:schemeClr val="dk1"/>
              </a:solidFill>
              <a:latin typeface="Cambria"/>
              <a:ea typeface="Cambria"/>
              <a:cs typeface="Cambria"/>
              <a:sym typeface="Cambria"/>
            </a:endParaRPr>
          </a:p>
          <a:p>
            <a:pPr indent="-228600" lvl="1" marL="360000" marR="0" rtl="0" algn="just">
              <a:lnSpc>
                <a:spcPct val="100000"/>
              </a:lnSpc>
              <a:spcBef>
                <a:spcPts val="600"/>
              </a:spcBef>
              <a:spcAft>
                <a:spcPts val="0"/>
              </a:spcAft>
              <a:buClr>
                <a:schemeClr val="dk1"/>
              </a:buClr>
              <a:buSzPts val="2400"/>
              <a:buFont typeface="Arial"/>
              <a:buChar char="•"/>
            </a:pPr>
            <a:r>
              <a:rPr b="0" i="0" lang="en-US" sz="2400" u="none" cap="none" strike="noStrike">
                <a:solidFill>
                  <a:schemeClr val="dk1"/>
                </a:solidFill>
                <a:latin typeface="Cambria"/>
                <a:ea typeface="Cambria"/>
                <a:cs typeface="Cambria"/>
                <a:sym typeface="Cambria"/>
              </a:rPr>
              <a:t>Surface Manager, Media Frame work, WebKit, OpenGL, FreeType, SQLite, Media, C runtime library (libc) etc.</a:t>
            </a:r>
            <a:endParaRPr/>
          </a:p>
          <a:p>
            <a:pPr indent="-50800" lvl="0" marL="228600" marR="0" rtl="0" algn="l">
              <a:lnSpc>
                <a:spcPct val="90000"/>
              </a:lnSpc>
              <a:spcBef>
                <a:spcPts val="1600"/>
              </a:spcBef>
              <a:spcAft>
                <a:spcPts val="0"/>
              </a:spcAft>
              <a:buClr>
                <a:schemeClr val="dk1"/>
              </a:buClr>
              <a:buSzPts val="2800"/>
              <a:buFont typeface="Arial"/>
              <a:buNone/>
            </a:pPr>
            <a:r>
              <a:t/>
            </a:r>
            <a:endParaRPr sz="2800">
              <a:solidFill>
                <a:schemeClr val="dk1"/>
              </a:solidFill>
              <a:latin typeface="Cambria"/>
              <a:ea typeface="Cambria"/>
              <a:cs typeface="Cambria"/>
              <a:sym typeface="Cambria"/>
            </a:endParaRPr>
          </a:p>
        </p:txBody>
      </p:sp>
      <p:sp>
        <p:nvSpPr>
          <p:cNvPr id="265" name="Google Shape;265;p18"/>
          <p:cNvSpPr txBox="1"/>
          <p:nvPr>
            <p:ph type="title"/>
          </p:nvPr>
        </p:nvSpPr>
        <p:spPr>
          <a:xfrm>
            <a:off x="272956" y="2839170"/>
            <a:ext cx="5718412" cy="442102"/>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b="1" lang="en-US" sz="2800">
                <a:solidFill>
                  <a:srgbClr val="FF0000"/>
                </a:solidFill>
              </a:rPr>
              <a:t>3. Android Runtime</a:t>
            </a:r>
            <a:endParaRPr/>
          </a:p>
        </p:txBody>
      </p:sp>
      <p:sp>
        <p:nvSpPr>
          <p:cNvPr id="266" name="Google Shape;266;p18"/>
          <p:cNvSpPr txBox="1"/>
          <p:nvPr>
            <p:ph idx="1" type="body"/>
          </p:nvPr>
        </p:nvSpPr>
        <p:spPr>
          <a:xfrm>
            <a:off x="272955" y="3252610"/>
            <a:ext cx="11709779" cy="1815152"/>
          </a:xfrm>
          <a:prstGeom prst="rect">
            <a:avLst/>
          </a:prstGeom>
          <a:noFill/>
          <a:ln>
            <a:noFill/>
          </a:ln>
        </p:spPr>
        <p:txBody>
          <a:bodyPr anchorCtr="0" anchor="t" bIns="45700" lIns="91425" spcFirstLastPara="1" rIns="91425" wrap="square" tIns="45700">
            <a:noAutofit/>
          </a:bodyPr>
          <a:lstStyle/>
          <a:p>
            <a:pPr indent="-228600" lvl="1" marL="360000" rtl="0" algn="just">
              <a:lnSpc>
                <a:spcPct val="100000"/>
              </a:lnSpc>
              <a:spcBef>
                <a:spcPts val="0"/>
              </a:spcBef>
              <a:spcAft>
                <a:spcPts val="0"/>
              </a:spcAft>
              <a:buClr>
                <a:schemeClr val="dk1"/>
              </a:buClr>
              <a:buSzPts val="2400"/>
              <a:buChar char="•"/>
            </a:pPr>
            <a:r>
              <a:rPr lang="en-US"/>
              <a:t>Dalvik Virtual Machine (DVM) which is responsible to run android application. </a:t>
            </a:r>
            <a:endParaRPr/>
          </a:p>
          <a:p>
            <a:pPr indent="-228600" lvl="1" marL="360000" rtl="0" algn="just">
              <a:lnSpc>
                <a:spcPct val="100000"/>
              </a:lnSpc>
              <a:spcBef>
                <a:spcPts val="600"/>
              </a:spcBef>
              <a:spcAft>
                <a:spcPts val="0"/>
              </a:spcAft>
              <a:buClr>
                <a:schemeClr val="dk1"/>
              </a:buClr>
              <a:buSzPts val="2400"/>
              <a:buChar char="•"/>
            </a:pPr>
            <a:r>
              <a:rPr lang="en-US"/>
              <a:t>DVM is like JVM but it is optimized for mobile devices. </a:t>
            </a:r>
            <a:endParaRPr/>
          </a:p>
          <a:p>
            <a:pPr indent="-228600" lvl="1" marL="360000" rtl="0" algn="just">
              <a:lnSpc>
                <a:spcPct val="100000"/>
              </a:lnSpc>
              <a:spcBef>
                <a:spcPts val="600"/>
              </a:spcBef>
              <a:spcAft>
                <a:spcPts val="0"/>
              </a:spcAft>
              <a:buClr>
                <a:schemeClr val="dk1"/>
              </a:buClr>
              <a:buSzPts val="2400"/>
              <a:buChar char="•"/>
            </a:pPr>
            <a:r>
              <a:rPr lang="en-US"/>
              <a:t>It consumes less memory and provides fast performance.</a:t>
            </a:r>
            <a:endParaRPr/>
          </a:p>
          <a:p>
            <a:pPr indent="-228600" lvl="1" marL="360000" rtl="0" algn="just">
              <a:lnSpc>
                <a:spcPct val="100000"/>
              </a:lnSpc>
              <a:spcBef>
                <a:spcPts val="600"/>
              </a:spcBef>
              <a:spcAft>
                <a:spcPts val="0"/>
              </a:spcAft>
              <a:buClr>
                <a:schemeClr val="dk1"/>
              </a:buClr>
              <a:buSzPts val="2400"/>
              <a:buChar char="•"/>
            </a:pPr>
            <a:r>
              <a:rPr lang="en-US"/>
              <a:t>It executes the files with the .dex extension (generated implicitly from the .class file)</a:t>
            </a:r>
            <a:endParaRPr/>
          </a:p>
          <a:p>
            <a:pPr indent="-50800" lvl="0" marL="228600" rtl="0" algn="l">
              <a:lnSpc>
                <a:spcPct val="90000"/>
              </a:lnSpc>
              <a:spcBef>
                <a:spcPts val="1600"/>
              </a:spcBef>
              <a:spcAft>
                <a:spcPts val="0"/>
              </a:spcAft>
              <a:buClr>
                <a:schemeClr val="dk1"/>
              </a:buClr>
              <a:buSzPts val="2800"/>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19"/>
          <p:cNvSpPr txBox="1"/>
          <p:nvPr>
            <p:ph idx="12" type="sldNum"/>
          </p:nvPr>
        </p:nvSpPr>
        <p:spPr>
          <a:xfrm>
            <a:off x="9414933" y="642937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FFFFFF"/>
                </a:solidFill>
              </a:rPr>
              <a:t>‹#›</a:t>
            </a:fld>
            <a:endParaRPr>
              <a:solidFill>
                <a:srgbClr val="FFFFFF"/>
              </a:solidFill>
            </a:endParaRPr>
          </a:p>
        </p:txBody>
      </p:sp>
      <p:sp>
        <p:nvSpPr>
          <p:cNvPr id="272" name="Google Shape;272;p19"/>
          <p:cNvSpPr txBox="1"/>
          <p:nvPr/>
        </p:nvSpPr>
        <p:spPr>
          <a:xfrm>
            <a:off x="218364" y="137755"/>
            <a:ext cx="3971500" cy="508037"/>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1" lang="en-US" sz="2800">
                <a:solidFill>
                  <a:srgbClr val="FF0000"/>
                </a:solidFill>
                <a:latin typeface="Cambria"/>
                <a:ea typeface="Cambria"/>
                <a:cs typeface="Cambria"/>
                <a:sym typeface="Cambria"/>
              </a:rPr>
              <a:t>4. Android  Framework</a:t>
            </a:r>
            <a:endParaRPr/>
          </a:p>
        </p:txBody>
      </p:sp>
      <p:sp>
        <p:nvSpPr>
          <p:cNvPr id="273" name="Google Shape;273;p19"/>
          <p:cNvSpPr txBox="1"/>
          <p:nvPr/>
        </p:nvSpPr>
        <p:spPr>
          <a:xfrm>
            <a:off x="218364" y="577552"/>
            <a:ext cx="11586949" cy="1381777"/>
          </a:xfrm>
          <a:prstGeom prst="rect">
            <a:avLst/>
          </a:prstGeom>
          <a:noFill/>
          <a:ln>
            <a:noFill/>
          </a:ln>
        </p:spPr>
        <p:txBody>
          <a:bodyPr anchorCtr="0" anchor="t" bIns="45700" lIns="91425" spcFirstLastPara="1" rIns="91425" wrap="square" tIns="45700">
            <a:noAutofit/>
          </a:bodyPr>
          <a:lstStyle/>
          <a:p>
            <a:pPr indent="-228600" lvl="1" marL="3600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Cambria"/>
                <a:ea typeface="Cambria"/>
                <a:cs typeface="Cambria"/>
                <a:sym typeface="Cambria"/>
              </a:rPr>
              <a:t>The important blocks of Application framework are  UI (User Interface), telephony, resources, locations, Content Providers (data) and package managers. </a:t>
            </a:r>
            <a:endParaRPr/>
          </a:p>
          <a:p>
            <a:pPr indent="-228600" lvl="1" marL="360000" marR="0" rtl="0" algn="just">
              <a:lnSpc>
                <a:spcPct val="100000"/>
              </a:lnSpc>
              <a:spcBef>
                <a:spcPts val="600"/>
              </a:spcBef>
              <a:spcAft>
                <a:spcPts val="0"/>
              </a:spcAft>
              <a:buClr>
                <a:schemeClr val="dk1"/>
              </a:buClr>
              <a:buSzPts val="2400"/>
              <a:buFont typeface="Arial"/>
              <a:buChar char="•"/>
            </a:pPr>
            <a:r>
              <a:rPr b="0" i="0" lang="en-US" sz="2400" u="none" cap="none" strike="noStrike">
                <a:solidFill>
                  <a:schemeClr val="dk1"/>
                </a:solidFill>
                <a:latin typeface="Cambria"/>
                <a:ea typeface="Cambria"/>
                <a:cs typeface="Cambria"/>
                <a:sym typeface="Cambria"/>
              </a:rPr>
              <a:t>It provides a lot of classes and interfaces for android application development.</a:t>
            </a:r>
            <a:endParaRPr/>
          </a:p>
          <a:p>
            <a:pPr indent="-50800" lvl="0" marL="228600" marR="0" rtl="0" algn="l">
              <a:lnSpc>
                <a:spcPct val="90000"/>
              </a:lnSpc>
              <a:spcBef>
                <a:spcPts val="1600"/>
              </a:spcBef>
              <a:spcAft>
                <a:spcPts val="0"/>
              </a:spcAft>
              <a:buClr>
                <a:schemeClr val="dk1"/>
              </a:buClr>
              <a:buSzPts val="2800"/>
              <a:buFont typeface="Arial"/>
              <a:buNone/>
            </a:pPr>
            <a:r>
              <a:t/>
            </a:r>
            <a:endParaRPr sz="2800">
              <a:solidFill>
                <a:schemeClr val="dk1"/>
              </a:solidFill>
              <a:latin typeface="Cambria"/>
              <a:ea typeface="Cambria"/>
              <a:cs typeface="Cambria"/>
              <a:sym typeface="Cambria"/>
            </a:endParaRPr>
          </a:p>
        </p:txBody>
      </p:sp>
      <p:sp>
        <p:nvSpPr>
          <p:cNvPr id="274" name="Google Shape;274;p19"/>
          <p:cNvSpPr txBox="1"/>
          <p:nvPr>
            <p:ph type="title"/>
          </p:nvPr>
        </p:nvSpPr>
        <p:spPr>
          <a:xfrm>
            <a:off x="218364" y="1845699"/>
            <a:ext cx="9204530" cy="469397"/>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b="1" lang="en-US" sz="2800">
                <a:solidFill>
                  <a:srgbClr val="FF0000"/>
                </a:solidFill>
              </a:rPr>
              <a:t>5. Application</a:t>
            </a:r>
            <a:endParaRPr/>
          </a:p>
        </p:txBody>
      </p:sp>
      <p:sp>
        <p:nvSpPr>
          <p:cNvPr id="275" name="Google Shape;275;p19"/>
          <p:cNvSpPr txBox="1"/>
          <p:nvPr>
            <p:ph idx="1" type="body"/>
          </p:nvPr>
        </p:nvSpPr>
        <p:spPr>
          <a:xfrm>
            <a:off x="218364" y="2315096"/>
            <a:ext cx="11750723" cy="2988859"/>
          </a:xfrm>
          <a:prstGeom prst="rect">
            <a:avLst/>
          </a:prstGeom>
          <a:noFill/>
          <a:ln>
            <a:noFill/>
          </a:ln>
        </p:spPr>
        <p:txBody>
          <a:bodyPr anchorCtr="0" anchor="t" bIns="45700" lIns="91425" spcFirstLastPara="1" rIns="91425" wrap="square" tIns="45700">
            <a:noAutofit/>
          </a:bodyPr>
          <a:lstStyle/>
          <a:p>
            <a:pPr indent="-228600" lvl="1" marL="360000" rtl="0" algn="just">
              <a:lnSpc>
                <a:spcPct val="100000"/>
              </a:lnSpc>
              <a:spcBef>
                <a:spcPts val="0"/>
              </a:spcBef>
              <a:spcAft>
                <a:spcPts val="0"/>
              </a:spcAft>
              <a:buClr>
                <a:schemeClr val="dk1"/>
              </a:buClr>
              <a:buSzPts val="2400"/>
              <a:buChar char="•"/>
            </a:pPr>
            <a:r>
              <a:rPr lang="en-US"/>
              <a:t>It is the top layer in the Android Architecture.</a:t>
            </a:r>
            <a:endParaRPr/>
          </a:p>
          <a:p>
            <a:pPr indent="-228600" lvl="1" marL="360000" rtl="0" algn="just">
              <a:lnSpc>
                <a:spcPct val="100000"/>
              </a:lnSpc>
              <a:spcBef>
                <a:spcPts val="600"/>
              </a:spcBef>
              <a:spcAft>
                <a:spcPts val="0"/>
              </a:spcAft>
              <a:buClr>
                <a:schemeClr val="dk1"/>
              </a:buClr>
              <a:buSzPts val="2400"/>
              <a:buChar char="•"/>
            </a:pPr>
            <a:r>
              <a:rPr lang="en-US"/>
              <a:t>This is the palace where your application is finally deployed over a device.</a:t>
            </a:r>
            <a:endParaRPr/>
          </a:p>
          <a:p>
            <a:pPr indent="-228600" lvl="1" marL="360000" rtl="0" algn="just">
              <a:lnSpc>
                <a:spcPct val="100000"/>
              </a:lnSpc>
              <a:spcBef>
                <a:spcPts val="600"/>
              </a:spcBef>
              <a:spcAft>
                <a:spcPts val="0"/>
              </a:spcAft>
              <a:buClr>
                <a:schemeClr val="dk1"/>
              </a:buClr>
              <a:buSzPts val="2400"/>
              <a:buChar char="•"/>
            </a:pPr>
            <a:r>
              <a:rPr lang="en-US"/>
              <a:t>All applications such as home, contact, settings, games, browsers are using android framework that uses android runtime and libraries. </a:t>
            </a:r>
            <a:endParaRPr/>
          </a:p>
          <a:p>
            <a:pPr indent="-228600" lvl="1" marL="360000" rtl="0" algn="just">
              <a:lnSpc>
                <a:spcPct val="100000"/>
              </a:lnSpc>
              <a:spcBef>
                <a:spcPts val="600"/>
              </a:spcBef>
              <a:spcAft>
                <a:spcPts val="0"/>
              </a:spcAft>
              <a:buClr>
                <a:schemeClr val="dk1"/>
              </a:buClr>
              <a:buSzPts val="2400"/>
              <a:buChar char="•"/>
            </a:pPr>
            <a:r>
              <a:rPr lang="en-US"/>
              <a:t>Android runtime and native libraries are using Linux kernel.</a:t>
            </a:r>
            <a:endParaRPr/>
          </a:p>
          <a:p>
            <a:pPr indent="-228600" lvl="1" marL="360000" rtl="0" algn="just">
              <a:lnSpc>
                <a:spcPct val="100000"/>
              </a:lnSpc>
              <a:spcBef>
                <a:spcPts val="600"/>
              </a:spcBef>
              <a:spcAft>
                <a:spcPts val="0"/>
              </a:spcAft>
              <a:buClr>
                <a:schemeClr val="dk1"/>
              </a:buClr>
              <a:buSzPts val="2400"/>
              <a:buChar char="•"/>
            </a:pPr>
            <a:r>
              <a:rPr lang="en-US"/>
              <a:t>Pre – installed applications can be replaced by newly written applications.</a:t>
            </a:r>
            <a:endParaRPr/>
          </a:p>
          <a:p>
            <a:pPr indent="-228600" lvl="1" marL="360000" rtl="0" algn="just">
              <a:lnSpc>
                <a:spcPct val="100000"/>
              </a:lnSpc>
              <a:spcBef>
                <a:spcPts val="600"/>
              </a:spcBef>
              <a:spcAft>
                <a:spcPts val="0"/>
              </a:spcAft>
              <a:buClr>
                <a:schemeClr val="dk1"/>
              </a:buClr>
              <a:buSzPts val="2400"/>
              <a:buChar char="•"/>
            </a:pPr>
            <a:r>
              <a:rPr lang="en-US"/>
              <a:t>Makes Oss so flexible.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0"/>
          <p:cNvSpPr txBox="1"/>
          <p:nvPr>
            <p:ph idx="12" type="sldNum"/>
          </p:nvPr>
        </p:nvSpPr>
        <p:spPr>
          <a:xfrm>
            <a:off x="9414933" y="642937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FFFFFF"/>
                </a:solidFill>
              </a:rPr>
              <a:t>‹#›</a:t>
            </a:fld>
            <a:endParaRPr>
              <a:solidFill>
                <a:srgbClr val="FFFFFF"/>
              </a:solidFill>
            </a:endParaRPr>
          </a:p>
        </p:txBody>
      </p:sp>
      <p:sp>
        <p:nvSpPr>
          <p:cNvPr id="281" name="Google Shape;281;p20"/>
          <p:cNvSpPr txBox="1"/>
          <p:nvPr/>
        </p:nvSpPr>
        <p:spPr>
          <a:xfrm>
            <a:off x="286602" y="185953"/>
            <a:ext cx="5568287" cy="560581"/>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1" lang="en-US" sz="3600">
                <a:solidFill>
                  <a:srgbClr val="002060"/>
                </a:solidFill>
                <a:latin typeface="Cambria"/>
                <a:ea typeface="Cambria"/>
                <a:cs typeface="Cambria"/>
                <a:sym typeface="Cambria"/>
              </a:rPr>
              <a:t>Application Components </a:t>
            </a:r>
            <a:endParaRPr b="1" sz="3600">
              <a:solidFill>
                <a:srgbClr val="002060"/>
              </a:solidFill>
              <a:latin typeface="Cambria"/>
              <a:ea typeface="Cambria"/>
              <a:cs typeface="Cambria"/>
              <a:sym typeface="Cambria"/>
            </a:endParaRPr>
          </a:p>
        </p:txBody>
      </p:sp>
      <p:sp>
        <p:nvSpPr>
          <p:cNvPr id="282" name="Google Shape;282;p20"/>
          <p:cNvSpPr txBox="1"/>
          <p:nvPr/>
        </p:nvSpPr>
        <p:spPr>
          <a:xfrm>
            <a:off x="286604" y="805215"/>
            <a:ext cx="8780313" cy="1705973"/>
          </a:xfrm>
          <a:prstGeom prst="rect">
            <a:avLst/>
          </a:prstGeom>
          <a:noFill/>
          <a:ln>
            <a:noFill/>
          </a:ln>
        </p:spPr>
        <p:txBody>
          <a:bodyPr anchorCtr="0" anchor="t" bIns="45700" lIns="91425" spcFirstLastPara="1" rIns="91425" wrap="square" tIns="45700">
            <a:noAutofit/>
          </a:bodyPr>
          <a:lstStyle/>
          <a:p>
            <a:pPr indent="-342900" lvl="0" marL="419100" marR="0" rtl="0" algn="l">
              <a:lnSpc>
                <a:spcPct val="115000"/>
              </a:lnSpc>
              <a:spcBef>
                <a:spcPts val="0"/>
              </a:spcBef>
              <a:spcAft>
                <a:spcPts val="0"/>
              </a:spcAft>
              <a:buClr>
                <a:srgbClr val="FF0000"/>
              </a:buClr>
              <a:buSzPts val="2400"/>
              <a:buFont typeface="Arial"/>
              <a:buChar char="•"/>
            </a:pPr>
            <a:r>
              <a:rPr b="1" lang="en-US" sz="2400">
                <a:solidFill>
                  <a:srgbClr val="FF0000"/>
                </a:solidFill>
                <a:latin typeface="Cambria"/>
                <a:ea typeface="Cambria"/>
                <a:cs typeface="Cambria"/>
                <a:sym typeface="Cambria"/>
              </a:rPr>
              <a:t>Activity</a:t>
            </a:r>
            <a:r>
              <a:rPr lang="en-US" sz="2400">
                <a:solidFill>
                  <a:srgbClr val="FF0000"/>
                </a:solidFill>
                <a:latin typeface="Cambria"/>
                <a:ea typeface="Cambria"/>
                <a:cs typeface="Cambria"/>
                <a:sym typeface="Cambria"/>
              </a:rPr>
              <a:t> </a:t>
            </a:r>
            <a:r>
              <a:rPr lang="en-US" sz="2400">
                <a:solidFill>
                  <a:schemeClr val="dk1"/>
                </a:solidFill>
                <a:latin typeface="Cambria"/>
                <a:ea typeface="Cambria"/>
                <a:cs typeface="Cambria"/>
                <a:sym typeface="Cambria"/>
              </a:rPr>
              <a:t>is a single screen with a user interface</a:t>
            </a:r>
            <a:endParaRPr/>
          </a:p>
          <a:p>
            <a:pPr indent="-342900" lvl="0" marL="419100" marR="0" rtl="0" algn="l">
              <a:lnSpc>
                <a:spcPct val="115000"/>
              </a:lnSpc>
              <a:spcBef>
                <a:spcPts val="0"/>
              </a:spcBef>
              <a:spcAft>
                <a:spcPts val="0"/>
              </a:spcAft>
              <a:buClr>
                <a:srgbClr val="FF0000"/>
              </a:buClr>
              <a:buSzPts val="2400"/>
              <a:buFont typeface="Arial"/>
              <a:buChar char="•"/>
            </a:pPr>
            <a:r>
              <a:rPr b="1" lang="en-US" sz="2400">
                <a:solidFill>
                  <a:srgbClr val="FF0000"/>
                </a:solidFill>
                <a:latin typeface="Cambria"/>
                <a:ea typeface="Cambria"/>
                <a:cs typeface="Cambria"/>
                <a:sym typeface="Cambria"/>
              </a:rPr>
              <a:t>Service</a:t>
            </a:r>
            <a:r>
              <a:rPr lang="en-US" sz="2400">
                <a:solidFill>
                  <a:srgbClr val="FF0000"/>
                </a:solidFill>
                <a:latin typeface="Cambria"/>
                <a:ea typeface="Cambria"/>
                <a:cs typeface="Cambria"/>
                <a:sym typeface="Cambria"/>
              </a:rPr>
              <a:t> </a:t>
            </a:r>
            <a:r>
              <a:rPr lang="en-US" sz="2400">
                <a:solidFill>
                  <a:schemeClr val="dk1"/>
                </a:solidFill>
                <a:latin typeface="Cambria"/>
                <a:ea typeface="Cambria"/>
                <a:cs typeface="Cambria"/>
                <a:sym typeface="Cambria"/>
              </a:rPr>
              <a:t>performs long-running tasks in background</a:t>
            </a:r>
            <a:endParaRPr/>
          </a:p>
          <a:p>
            <a:pPr indent="-342900" lvl="0" marL="419100" marR="0" rtl="0" algn="l">
              <a:lnSpc>
                <a:spcPct val="115000"/>
              </a:lnSpc>
              <a:spcBef>
                <a:spcPts val="0"/>
              </a:spcBef>
              <a:spcAft>
                <a:spcPts val="0"/>
              </a:spcAft>
              <a:buClr>
                <a:srgbClr val="FF0000"/>
              </a:buClr>
              <a:buSzPts val="2400"/>
              <a:buFont typeface="Arial"/>
              <a:buChar char="•"/>
            </a:pPr>
            <a:r>
              <a:rPr b="1" lang="en-US" sz="2400">
                <a:solidFill>
                  <a:srgbClr val="FF0000"/>
                </a:solidFill>
                <a:latin typeface="Cambria"/>
                <a:ea typeface="Cambria"/>
                <a:cs typeface="Cambria"/>
                <a:sym typeface="Cambria"/>
              </a:rPr>
              <a:t>Broadcast</a:t>
            </a:r>
            <a:r>
              <a:rPr b="1" lang="en-US" sz="2400">
                <a:solidFill>
                  <a:schemeClr val="dk1"/>
                </a:solidFill>
                <a:latin typeface="Cambria"/>
                <a:ea typeface="Cambria"/>
                <a:cs typeface="Cambria"/>
                <a:sym typeface="Cambria"/>
              </a:rPr>
              <a:t> </a:t>
            </a:r>
            <a:r>
              <a:rPr b="1" lang="en-US" sz="2400">
                <a:solidFill>
                  <a:srgbClr val="FF0000"/>
                </a:solidFill>
                <a:latin typeface="Cambria"/>
                <a:ea typeface="Cambria"/>
                <a:cs typeface="Cambria"/>
                <a:sym typeface="Cambria"/>
              </a:rPr>
              <a:t>receiver</a:t>
            </a:r>
            <a:r>
              <a:rPr lang="en-US" sz="2400">
                <a:solidFill>
                  <a:srgbClr val="FF0000"/>
                </a:solidFill>
                <a:latin typeface="Cambria"/>
                <a:ea typeface="Cambria"/>
                <a:cs typeface="Cambria"/>
                <a:sym typeface="Cambria"/>
              </a:rPr>
              <a:t> </a:t>
            </a:r>
            <a:r>
              <a:rPr lang="en-US" sz="2400">
                <a:solidFill>
                  <a:schemeClr val="dk1"/>
                </a:solidFill>
                <a:latin typeface="Cambria"/>
                <a:ea typeface="Cambria"/>
                <a:cs typeface="Cambria"/>
                <a:sym typeface="Cambria"/>
              </a:rPr>
              <a:t>responds to system-wide announcements</a:t>
            </a:r>
            <a:endParaRPr/>
          </a:p>
          <a:p>
            <a:pPr indent="-342900" lvl="0" marL="419100" marR="0" rtl="0" algn="l">
              <a:lnSpc>
                <a:spcPct val="115000"/>
              </a:lnSpc>
              <a:spcBef>
                <a:spcPts val="0"/>
              </a:spcBef>
              <a:spcAft>
                <a:spcPts val="0"/>
              </a:spcAft>
              <a:buClr>
                <a:srgbClr val="FF0000"/>
              </a:buClr>
              <a:buSzPts val="2400"/>
              <a:buFont typeface="Arial"/>
              <a:buChar char="•"/>
            </a:pPr>
            <a:r>
              <a:rPr b="1" lang="en-US" sz="2400">
                <a:solidFill>
                  <a:srgbClr val="FF0000"/>
                </a:solidFill>
                <a:latin typeface="Cambria"/>
                <a:ea typeface="Cambria"/>
                <a:cs typeface="Cambria"/>
                <a:sym typeface="Cambria"/>
              </a:rPr>
              <a:t>Content</a:t>
            </a:r>
            <a:r>
              <a:rPr b="1" lang="en-US" sz="2400">
                <a:solidFill>
                  <a:schemeClr val="dk1"/>
                </a:solidFill>
                <a:latin typeface="Cambria"/>
                <a:ea typeface="Cambria"/>
                <a:cs typeface="Cambria"/>
                <a:sym typeface="Cambria"/>
              </a:rPr>
              <a:t> </a:t>
            </a:r>
            <a:r>
              <a:rPr b="1" lang="en-US" sz="2400">
                <a:solidFill>
                  <a:srgbClr val="FF0000"/>
                </a:solidFill>
                <a:latin typeface="Cambria"/>
                <a:ea typeface="Cambria"/>
                <a:cs typeface="Cambria"/>
                <a:sym typeface="Cambria"/>
              </a:rPr>
              <a:t>provider</a:t>
            </a:r>
            <a:r>
              <a:rPr b="1" lang="en-US" sz="2400">
                <a:solidFill>
                  <a:schemeClr val="dk1"/>
                </a:solidFill>
                <a:latin typeface="Cambria"/>
                <a:ea typeface="Cambria"/>
                <a:cs typeface="Cambria"/>
                <a:sym typeface="Cambria"/>
              </a:rPr>
              <a:t> </a:t>
            </a:r>
            <a:r>
              <a:rPr lang="en-US" sz="2400">
                <a:solidFill>
                  <a:schemeClr val="dk1"/>
                </a:solidFill>
                <a:latin typeface="Cambria"/>
                <a:ea typeface="Cambria"/>
                <a:cs typeface="Cambria"/>
                <a:sym typeface="Cambria"/>
              </a:rPr>
              <a:t>manages shared set of data</a:t>
            </a:r>
            <a:endParaRPr sz="2400">
              <a:solidFill>
                <a:schemeClr val="dk1"/>
              </a:solidFill>
              <a:latin typeface="Cambria"/>
              <a:ea typeface="Cambria"/>
              <a:cs typeface="Cambria"/>
              <a:sym typeface="Cambria"/>
            </a:endParaRPr>
          </a:p>
        </p:txBody>
      </p:sp>
      <p:sp>
        <p:nvSpPr>
          <p:cNvPr id="283" name="Google Shape;283;p20"/>
          <p:cNvSpPr txBox="1"/>
          <p:nvPr>
            <p:ph type="title"/>
          </p:nvPr>
        </p:nvSpPr>
        <p:spPr>
          <a:xfrm>
            <a:off x="286602" y="2881682"/>
            <a:ext cx="1897039" cy="503945"/>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b="1" lang="en-US" sz="2800">
                <a:solidFill>
                  <a:srgbClr val="FF0000"/>
                </a:solidFill>
              </a:rPr>
              <a:t>1. Activity</a:t>
            </a:r>
            <a:endParaRPr b="1" sz="2800">
              <a:solidFill>
                <a:srgbClr val="FF0000"/>
              </a:solidFill>
            </a:endParaRPr>
          </a:p>
        </p:txBody>
      </p:sp>
      <p:sp>
        <p:nvSpPr>
          <p:cNvPr id="284" name="Google Shape;284;p20"/>
          <p:cNvSpPr/>
          <p:nvPr/>
        </p:nvSpPr>
        <p:spPr>
          <a:xfrm>
            <a:off x="286602" y="3480514"/>
            <a:ext cx="11586949" cy="1703928"/>
          </a:xfrm>
          <a:prstGeom prst="rect">
            <a:avLst/>
          </a:prstGeom>
          <a:noFill/>
          <a:ln>
            <a:noFill/>
          </a:ln>
        </p:spPr>
        <p:txBody>
          <a:bodyPr anchorCtr="0" anchor="t" bIns="45700" lIns="91425" spcFirstLastPara="1" rIns="91425" wrap="square" tIns="45700">
            <a:noAutofit/>
          </a:bodyPr>
          <a:lstStyle/>
          <a:p>
            <a:pPr indent="-228600" lvl="0" marL="228600" marR="0" rtl="0" algn="just">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An Activity object is similar to a WindowsForm. It usually presents a single graphical visual interface (GUI) which in addition to the displaying/collecting of data, provides some kind of ‘code-behind‘ functionality. </a:t>
            </a:r>
            <a:endParaRPr/>
          </a:p>
          <a:p>
            <a:pPr indent="-228600" lvl="0" marL="228600" marR="0" rtl="0" algn="just">
              <a:spcBef>
                <a:spcPts val="60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A typical Android application contains one or more Activity objects.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21"/>
          <p:cNvSpPr txBox="1"/>
          <p:nvPr>
            <p:ph idx="1" type="body"/>
          </p:nvPr>
        </p:nvSpPr>
        <p:spPr>
          <a:xfrm>
            <a:off x="259308" y="697059"/>
            <a:ext cx="11505062" cy="2871547"/>
          </a:xfrm>
          <a:prstGeom prst="rect">
            <a:avLst/>
          </a:prstGeom>
          <a:noFill/>
          <a:ln>
            <a:noFill/>
          </a:ln>
        </p:spPr>
        <p:txBody>
          <a:bodyPr anchorCtr="0" anchor="t" bIns="45700" lIns="91425" spcFirstLastPara="1" rIns="91425" wrap="square" tIns="45700">
            <a:noAutofit/>
          </a:bodyPr>
          <a:lstStyle/>
          <a:p>
            <a:pPr indent="-228600" lvl="0" marL="228600" rtl="0" algn="just">
              <a:lnSpc>
                <a:spcPct val="100000"/>
              </a:lnSpc>
              <a:spcBef>
                <a:spcPts val="0"/>
              </a:spcBef>
              <a:spcAft>
                <a:spcPts val="0"/>
              </a:spcAft>
              <a:buClr>
                <a:schemeClr val="dk1"/>
              </a:buClr>
              <a:buSzPts val="2400"/>
              <a:buChar char="•"/>
            </a:pPr>
            <a:r>
              <a:rPr lang="en-US" sz="2400"/>
              <a:t>Applications must designate one activity as their main task or entry point. That activty is the first to be executed when the app is launched.</a:t>
            </a:r>
            <a:endParaRPr/>
          </a:p>
          <a:p>
            <a:pPr indent="-228600" lvl="0" marL="228600" rtl="0" algn="just">
              <a:lnSpc>
                <a:spcPct val="100000"/>
              </a:lnSpc>
              <a:spcBef>
                <a:spcPts val="600"/>
              </a:spcBef>
              <a:spcAft>
                <a:spcPts val="0"/>
              </a:spcAft>
              <a:buClr>
                <a:schemeClr val="dk1"/>
              </a:buClr>
              <a:buSzPts val="2400"/>
              <a:buChar char="•"/>
            </a:pPr>
            <a:r>
              <a:rPr lang="en-US" sz="2400"/>
              <a:t>An activity may transfer control and data to another activity through an interprocess communication protocol called intents. </a:t>
            </a:r>
            <a:endParaRPr/>
          </a:p>
          <a:p>
            <a:pPr indent="-228600" lvl="0" marL="228600" rtl="0" algn="just">
              <a:lnSpc>
                <a:spcPct val="100000"/>
              </a:lnSpc>
              <a:spcBef>
                <a:spcPts val="600"/>
              </a:spcBef>
              <a:spcAft>
                <a:spcPts val="0"/>
              </a:spcAft>
              <a:buClr>
                <a:schemeClr val="dk1"/>
              </a:buClr>
              <a:buSzPts val="2400"/>
              <a:buChar char="•"/>
            </a:pPr>
            <a:r>
              <a:rPr lang="en-US" sz="2400"/>
              <a:t>For example, a login activity may show a screen to enter user name and password. After clicking a button some authentication process is applied on the data, and before the login activity ends some other activity is called.</a:t>
            </a:r>
            <a:endParaRPr/>
          </a:p>
          <a:p>
            <a:pPr indent="-76200" lvl="0" marL="228600" rtl="0" algn="just">
              <a:lnSpc>
                <a:spcPct val="90000"/>
              </a:lnSpc>
              <a:spcBef>
                <a:spcPts val="1600"/>
              </a:spcBef>
              <a:spcAft>
                <a:spcPts val="0"/>
              </a:spcAft>
              <a:buClr>
                <a:schemeClr val="dk1"/>
              </a:buClr>
              <a:buSzPts val="2400"/>
              <a:buNone/>
            </a:pPr>
            <a:r>
              <a:t/>
            </a:r>
            <a:endParaRPr sz="2400"/>
          </a:p>
        </p:txBody>
      </p:sp>
      <p:sp>
        <p:nvSpPr>
          <p:cNvPr id="290" name="Google Shape;290;p21"/>
          <p:cNvSpPr txBox="1"/>
          <p:nvPr>
            <p:ph idx="12" type="sldNum"/>
          </p:nvPr>
        </p:nvSpPr>
        <p:spPr>
          <a:xfrm>
            <a:off x="9414933" y="642937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FFFFFF"/>
                </a:solidFill>
              </a:rPr>
              <a:t>‹#›</a:t>
            </a:fld>
            <a:endParaRPr>
              <a:solidFill>
                <a:srgbClr val="FFFFFF"/>
              </a:solidFill>
            </a:endParaRPr>
          </a:p>
        </p:txBody>
      </p:sp>
      <p:sp>
        <p:nvSpPr>
          <p:cNvPr id="291" name="Google Shape;291;p21"/>
          <p:cNvSpPr txBox="1"/>
          <p:nvPr>
            <p:ph type="title"/>
          </p:nvPr>
        </p:nvSpPr>
        <p:spPr>
          <a:xfrm>
            <a:off x="259308" y="193114"/>
            <a:ext cx="1897039" cy="503945"/>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b="1" lang="en-US" sz="2800">
                <a:solidFill>
                  <a:srgbClr val="FF0000"/>
                </a:solidFill>
              </a:rPr>
              <a:t>1. Activity</a:t>
            </a:r>
            <a:endParaRPr b="1" sz="2800">
              <a:solidFill>
                <a:srgbClr val="FF0000"/>
              </a:solidFill>
            </a:endParaRPr>
          </a:p>
        </p:txBody>
      </p:sp>
      <p:sp>
        <p:nvSpPr>
          <p:cNvPr id="292" name="Google Shape;292;p21"/>
          <p:cNvSpPr txBox="1"/>
          <p:nvPr/>
        </p:nvSpPr>
        <p:spPr>
          <a:xfrm>
            <a:off x="259308" y="3638892"/>
            <a:ext cx="1986886" cy="403916"/>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1" lang="en-US" sz="2800">
                <a:solidFill>
                  <a:srgbClr val="FF0000"/>
                </a:solidFill>
                <a:latin typeface="Cambria"/>
                <a:ea typeface="Cambria"/>
                <a:cs typeface="Cambria"/>
                <a:sym typeface="Cambria"/>
              </a:rPr>
              <a:t>2. Services</a:t>
            </a:r>
            <a:endParaRPr b="1" sz="2800">
              <a:solidFill>
                <a:srgbClr val="FF0000"/>
              </a:solidFill>
              <a:latin typeface="Cambria"/>
              <a:ea typeface="Cambria"/>
              <a:cs typeface="Cambria"/>
              <a:sym typeface="Cambria"/>
            </a:endParaRPr>
          </a:p>
        </p:txBody>
      </p:sp>
      <p:sp>
        <p:nvSpPr>
          <p:cNvPr id="293" name="Google Shape;293;p21"/>
          <p:cNvSpPr/>
          <p:nvPr/>
        </p:nvSpPr>
        <p:spPr>
          <a:xfrm>
            <a:off x="259308" y="4075661"/>
            <a:ext cx="11505062" cy="851181"/>
          </a:xfrm>
          <a:prstGeom prst="rect">
            <a:avLst/>
          </a:prstGeom>
          <a:noFill/>
          <a:ln>
            <a:noFill/>
          </a:ln>
        </p:spPr>
        <p:txBody>
          <a:bodyPr anchorCtr="0" anchor="t" bIns="45700" lIns="91425" spcFirstLastPara="1" rIns="91425" wrap="square" tIns="45700">
            <a:noAutofit/>
          </a:bodyPr>
          <a:lstStyle/>
          <a:p>
            <a:pPr indent="-228600" lvl="0" marL="228600" marR="0" rtl="0" algn="just">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Services are a special type of activity that do not have a visual user interface. A service object may be active without the user noticing its presence.</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22"/>
          <p:cNvSpPr txBox="1"/>
          <p:nvPr>
            <p:ph type="title"/>
          </p:nvPr>
        </p:nvSpPr>
        <p:spPr>
          <a:xfrm>
            <a:off x="169460" y="327547"/>
            <a:ext cx="1986886" cy="403916"/>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b="1" lang="en-US" sz="2800">
                <a:solidFill>
                  <a:srgbClr val="FF0000"/>
                </a:solidFill>
              </a:rPr>
              <a:t>2. Services</a:t>
            </a:r>
            <a:endParaRPr b="1" sz="2800">
              <a:solidFill>
                <a:srgbClr val="FF0000"/>
              </a:solidFill>
            </a:endParaRPr>
          </a:p>
        </p:txBody>
      </p:sp>
      <p:sp>
        <p:nvSpPr>
          <p:cNvPr id="299" name="Google Shape;299;p22"/>
          <p:cNvSpPr txBox="1"/>
          <p:nvPr>
            <p:ph idx="1" type="body"/>
          </p:nvPr>
        </p:nvSpPr>
        <p:spPr>
          <a:xfrm>
            <a:off x="286603" y="731463"/>
            <a:ext cx="11232108" cy="3635822"/>
          </a:xfrm>
          <a:prstGeom prst="rect">
            <a:avLst/>
          </a:prstGeom>
          <a:noFill/>
          <a:ln>
            <a:noFill/>
          </a:ln>
        </p:spPr>
        <p:txBody>
          <a:bodyPr anchorCtr="0" anchor="t" bIns="45700" lIns="91425" spcFirstLastPara="1" rIns="91425" wrap="square" tIns="45700">
            <a:noAutofit/>
          </a:bodyPr>
          <a:lstStyle/>
          <a:p>
            <a:pPr indent="-228600" lvl="0" marL="228600" rtl="0" algn="just">
              <a:lnSpc>
                <a:spcPct val="100000"/>
              </a:lnSpc>
              <a:spcBef>
                <a:spcPts val="0"/>
              </a:spcBef>
              <a:spcAft>
                <a:spcPts val="0"/>
              </a:spcAft>
              <a:buClr>
                <a:schemeClr val="dk1"/>
              </a:buClr>
              <a:buSzPts val="2400"/>
              <a:buChar char="•"/>
            </a:pPr>
            <a:r>
              <a:rPr lang="en-US" sz="2400"/>
              <a:t>Services are analogous to secondary threads, usually running some kind of background ‘busy-work‘ for an indefinite period of time. </a:t>
            </a:r>
            <a:endParaRPr/>
          </a:p>
          <a:p>
            <a:pPr indent="-228600" lvl="0" marL="228600" rtl="0" algn="just">
              <a:lnSpc>
                <a:spcPct val="100000"/>
              </a:lnSpc>
              <a:spcBef>
                <a:spcPts val="600"/>
              </a:spcBef>
              <a:spcAft>
                <a:spcPts val="0"/>
              </a:spcAft>
              <a:buClr>
                <a:schemeClr val="dk1"/>
              </a:buClr>
              <a:buSzPts val="2400"/>
              <a:buChar char="•"/>
            </a:pPr>
            <a:r>
              <a:rPr lang="en-US" sz="2400"/>
              <a:t>Applications start their own services or connect to services already active.</a:t>
            </a:r>
            <a:endParaRPr/>
          </a:p>
          <a:p>
            <a:pPr indent="-228600" lvl="0" marL="228600" rtl="0" algn="just">
              <a:lnSpc>
                <a:spcPct val="100000"/>
              </a:lnSpc>
              <a:spcBef>
                <a:spcPts val="600"/>
              </a:spcBef>
              <a:spcAft>
                <a:spcPts val="0"/>
              </a:spcAft>
              <a:buClr>
                <a:schemeClr val="dk1"/>
              </a:buClr>
              <a:buSzPts val="2400"/>
              <a:buChar char="•"/>
            </a:pPr>
            <a:r>
              <a:rPr lang="en-US" sz="2400"/>
              <a:t>Examples: </a:t>
            </a:r>
            <a:endParaRPr/>
          </a:p>
          <a:p>
            <a:pPr indent="-228600" lvl="0" marL="228600" rtl="0" algn="just">
              <a:lnSpc>
                <a:spcPct val="100000"/>
              </a:lnSpc>
              <a:spcBef>
                <a:spcPts val="600"/>
              </a:spcBef>
              <a:spcAft>
                <a:spcPts val="0"/>
              </a:spcAft>
              <a:buClr>
                <a:schemeClr val="dk1"/>
              </a:buClr>
              <a:buSzPts val="2400"/>
              <a:buChar char="•"/>
            </a:pPr>
            <a:r>
              <a:rPr lang="en-US" sz="2400"/>
              <a:t>Your background GPS service could be set to quietly run in the backgroud detecting location information from satellites, phone towers or wi-fi routers. The service could periodically broadcast location coordinates to any app listening for that kind of data. An application may opt for binding to the running GPS service and use the data that it supplies.</a:t>
            </a:r>
            <a:endParaRPr/>
          </a:p>
        </p:txBody>
      </p:sp>
      <p:sp>
        <p:nvSpPr>
          <p:cNvPr id="300" name="Google Shape;300;p22"/>
          <p:cNvSpPr txBox="1"/>
          <p:nvPr>
            <p:ph idx="12" type="sldNum"/>
          </p:nvPr>
        </p:nvSpPr>
        <p:spPr>
          <a:xfrm>
            <a:off x="9414933" y="642937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FFFFFF"/>
                </a:solidFill>
              </a:rPr>
              <a:t>‹#›</a:t>
            </a:fld>
            <a:endParaRPr>
              <a:solidFill>
                <a:srgbClr val="FFFFFF"/>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23"/>
          <p:cNvSpPr txBox="1"/>
          <p:nvPr>
            <p:ph type="title"/>
          </p:nvPr>
        </p:nvSpPr>
        <p:spPr>
          <a:xfrm>
            <a:off x="229990" y="253933"/>
            <a:ext cx="3727861" cy="414807"/>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b="1" lang="en-US" sz="2800">
                <a:solidFill>
                  <a:srgbClr val="FF0000"/>
                </a:solidFill>
              </a:rPr>
              <a:t>3. Broadcast Receiver</a:t>
            </a:r>
            <a:endParaRPr b="1" sz="2800">
              <a:solidFill>
                <a:srgbClr val="FF0000"/>
              </a:solidFill>
            </a:endParaRPr>
          </a:p>
        </p:txBody>
      </p:sp>
      <p:sp>
        <p:nvSpPr>
          <p:cNvPr id="306" name="Google Shape;306;p23"/>
          <p:cNvSpPr txBox="1"/>
          <p:nvPr>
            <p:ph idx="1" type="body"/>
          </p:nvPr>
        </p:nvSpPr>
        <p:spPr>
          <a:xfrm>
            <a:off x="229991" y="799701"/>
            <a:ext cx="11534380" cy="3212741"/>
          </a:xfrm>
          <a:prstGeom prst="rect">
            <a:avLst/>
          </a:prstGeom>
          <a:noFill/>
          <a:ln>
            <a:noFill/>
          </a:ln>
        </p:spPr>
        <p:txBody>
          <a:bodyPr anchorCtr="0" anchor="t" bIns="45700" lIns="91425" spcFirstLastPara="1" rIns="91425" wrap="square" tIns="45700">
            <a:noAutofit/>
          </a:bodyPr>
          <a:lstStyle/>
          <a:p>
            <a:pPr indent="-228600" lvl="0" marL="228600" rtl="0" algn="just">
              <a:lnSpc>
                <a:spcPct val="100000"/>
              </a:lnSpc>
              <a:spcBef>
                <a:spcPts val="0"/>
              </a:spcBef>
              <a:spcAft>
                <a:spcPts val="0"/>
              </a:spcAft>
              <a:buClr>
                <a:schemeClr val="dk1"/>
              </a:buClr>
              <a:buSzPts val="2400"/>
              <a:buChar char="•"/>
            </a:pPr>
            <a:r>
              <a:rPr lang="en-US" sz="2400"/>
              <a:t>A BroadcastReceiver is a dedicated listener that waits for a triggering system-wide message to do some work. The message could be something like: low-battery,  wi-fi connection available, earth-quakes in California, speed-camera nearby.</a:t>
            </a:r>
            <a:endParaRPr/>
          </a:p>
          <a:p>
            <a:pPr indent="-228600" lvl="0" marL="228600" rtl="0" algn="just">
              <a:lnSpc>
                <a:spcPct val="100000"/>
              </a:lnSpc>
              <a:spcBef>
                <a:spcPts val="600"/>
              </a:spcBef>
              <a:spcAft>
                <a:spcPts val="0"/>
              </a:spcAft>
              <a:buClr>
                <a:schemeClr val="dk1"/>
              </a:buClr>
              <a:buSzPts val="2400"/>
              <a:buChar char="•"/>
            </a:pPr>
            <a:r>
              <a:rPr lang="en-US" sz="2400"/>
              <a:t>Broadcast receivers do not display a user interface. </a:t>
            </a:r>
            <a:endParaRPr/>
          </a:p>
          <a:p>
            <a:pPr indent="-228600" lvl="0" marL="228600" rtl="0" algn="just">
              <a:lnSpc>
                <a:spcPct val="100000"/>
              </a:lnSpc>
              <a:spcBef>
                <a:spcPts val="600"/>
              </a:spcBef>
              <a:spcAft>
                <a:spcPts val="0"/>
              </a:spcAft>
              <a:buClr>
                <a:schemeClr val="dk1"/>
              </a:buClr>
              <a:buSzPts val="2400"/>
              <a:buChar char="•"/>
            </a:pPr>
            <a:r>
              <a:rPr lang="en-US" sz="2400"/>
              <a:t>They tipically register with the system by means of a filter acting as a key. When the broadcasted message matches the key the receiver is activated. </a:t>
            </a:r>
            <a:endParaRPr/>
          </a:p>
          <a:p>
            <a:pPr indent="-228600" lvl="0" marL="228600" rtl="0" algn="just">
              <a:lnSpc>
                <a:spcPct val="100000"/>
              </a:lnSpc>
              <a:spcBef>
                <a:spcPts val="600"/>
              </a:spcBef>
              <a:spcAft>
                <a:spcPts val="0"/>
              </a:spcAft>
              <a:buClr>
                <a:schemeClr val="dk1"/>
              </a:buClr>
              <a:buSzPts val="2400"/>
              <a:buChar char="•"/>
            </a:pPr>
            <a:r>
              <a:rPr lang="en-US" sz="2400"/>
              <a:t>A broadcast receiver could respond by either executing a specific activity or use the notification mechanism to request the user‘s attention.</a:t>
            </a:r>
            <a:endParaRPr sz="2400"/>
          </a:p>
        </p:txBody>
      </p:sp>
      <p:sp>
        <p:nvSpPr>
          <p:cNvPr id="307" name="Google Shape;307;p23"/>
          <p:cNvSpPr txBox="1"/>
          <p:nvPr>
            <p:ph idx="12" type="sldNum"/>
          </p:nvPr>
        </p:nvSpPr>
        <p:spPr>
          <a:xfrm>
            <a:off x="9414933" y="642937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FFFFFF"/>
                </a:solidFill>
              </a:rPr>
              <a:t>‹#›</a:t>
            </a:fld>
            <a:endParaRPr>
              <a:solidFill>
                <a:srgbClr val="FFFFFF"/>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24"/>
          <p:cNvSpPr txBox="1"/>
          <p:nvPr>
            <p:ph type="title"/>
          </p:nvPr>
        </p:nvSpPr>
        <p:spPr>
          <a:xfrm>
            <a:off x="284581" y="144752"/>
            <a:ext cx="3618679" cy="496693"/>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b="1" lang="en-US" sz="2800">
                <a:solidFill>
                  <a:srgbClr val="FF0000"/>
                </a:solidFill>
              </a:rPr>
              <a:t>4. Content Provider</a:t>
            </a:r>
            <a:endParaRPr b="1" sz="2800">
              <a:solidFill>
                <a:srgbClr val="FF0000"/>
              </a:solidFill>
            </a:endParaRPr>
          </a:p>
        </p:txBody>
      </p:sp>
      <p:sp>
        <p:nvSpPr>
          <p:cNvPr id="313" name="Google Shape;313;p24"/>
          <p:cNvSpPr txBox="1"/>
          <p:nvPr>
            <p:ph idx="1" type="body"/>
          </p:nvPr>
        </p:nvSpPr>
        <p:spPr>
          <a:xfrm>
            <a:off x="284582" y="745110"/>
            <a:ext cx="11534380" cy="2980729"/>
          </a:xfrm>
          <a:prstGeom prst="rect">
            <a:avLst/>
          </a:prstGeom>
          <a:noFill/>
          <a:ln>
            <a:noFill/>
          </a:ln>
        </p:spPr>
        <p:txBody>
          <a:bodyPr anchorCtr="0" anchor="t" bIns="45700" lIns="91425" spcFirstLastPara="1" rIns="91425" wrap="square" tIns="45700">
            <a:noAutofit/>
          </a:bodyPr>
          <a:lstStyle/>
          <a:p>
            <a:pPr indent="-228600" lvl="0" marL="228600" rtl="0" algn="just">
              <a:lnSpc>
                <a:spcPct val="100000"/>
              </a:lnSpc>
              <a:spcBef>
                <a:spcPts val="0"/>
              </a:spcBef>
              <a:spcAft>
                <a:spcPts val="0"/>
              </a:spcAft>
              <a:buClr>
                <a:schemeClr val="dk1"/>
              </a:buClr>
              <a:buSzPts val="2400"/>
              <a:buChar char="•"/>
            </a:pPr>
            <a:r>
              <a:rPr lang="en-US" sz="2400"/>
              <a:t>A content provider is a data-centric service that  makes persistent datasets available to any number of applications.  </a:t>
            </a:r>
            <a:endParaRPr/>
          </a:p>
          <a:p>
            <a:pPr indent="-228600" lvl="0" marL="228600" rtl="0" algn="just">
              <a:lnSpc>
                <a:spcPct val="100000"/>
              </a:lnSpc>
              <a:spcBef>
                <a:spcPts val="600"/>
              </a:spcBef>
              <a:spcAft>
                <a:spcPts val="0"/>
              </a:spcAft>
              <a:buClr>
                <a:schemeClr val="dk1"/>
              </a:buClr>
              <a:buSzPts val="2400"/>
              <a:buChar char="•"/>
            </a:pPr>
            <a:r>
              <a:rPr lang="en-US" sz="2400"/>
              <a:t>Common global datasets include: contacts, pictures, messages, audio files, emails.</a:t>
            </a:r>
            <a:endParaRPr/>
          </a:p>
          <a:p>
            <a:pPr indent="-228600" lvl="0" marL="228600" rtl="0" algn="just">
              <a:lnSpc>
                <a:spcPct val="100000"/>
              </a:lnSpc>
              <a:spcBef>
                <a:spcPts val="600"/>
              </a:spcBef>
              <a:spcAft>
                <a:spcPts val="0"/>
              </a:spcAft>
              <a:buClr>
                <a:schemeClr val="dk1"/>
              </a:buClr>
              <a:buSzPts val="2400"/>
              <a:buChar char="•"/>
            </a:pPr>
            <a:r>
              <a:rPr lang="en-US" sz="2400"/>
              <a:t>The global datasets are usually stored in a SQLite database (however the developer does not need to be an SQL expert)</a:t>
            </a:r>
            <a:endParaRPr/>
          </a:p>
          <a:p>
            <a:pPr indent="-228600" lvl="0" marL="228600" rtl="0" algn="just">
              <a:lnSpc>
                <a:spcPct val="100000"/>
              </a:lnSpc>
              <a:spcBef>
                <a:spcPts val="600"/>
              </a:spcBef>
              <a:spcAft>
                <a:spcPts val="0"/>
              </a:spcAft>
              <a:buClr>
                <a:schemeClr val="dk1"/>
              </a:buClr>
              <a:buSzPts val="2400"/>
              <a:buChar char="•"/>
            </a:pPr>
            <a:r>
              <a:rPr lang="en-US" sz="2400"/>
              <a:t>The content provider class offers a standard set of parametric methods to enable other applications to retrieve, delete, update, and insert data items. </a:t>
            </a:r>
            <a:endParaRPr/>
          </a:p>
        </p:txBody>
      </p:sp>
      <p:sp>
        <p:nvSpPr>
          <p:cNvPr id="314" name="Google Shape;314;p24"/>
          <p:cNvSpPr txBox="1"/>
          <p:nvPr>
            <p:ph idx="12" type="sldNum"/>
          </p:nvPr>
        </p:nvSpPr>
        <p:spPr>
          <a:xfrm>
            <a:off x="9414933" y="642937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FFFFFF"/>
                </a:solidFill>
              </a:rPr>
              <a:t>‹#›</a:t>
            </a:fld>
            <a:endParaRPr>
              <a:solidFill>
                <a:srgbClr val="FFFFFF"/>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25"/>
          <p:cNvSpPr txBox="1"/>
          <p:nvPr>
            <p:ph type="title"/>
          </p:nvPr>
        </p:nvSpPr>
        <p:spPr>
          <a:xfrm>
            <a:off x="163773" y="163773"/>
            <a:ext cx="12158133" cy="576276"/>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b="1" lang="en-US" sz="3600"/>
              <a:t>Android: </a:t>
            </a:r>
            <a:r>
              <a:rPr lang="en-US" sz="3600"/>
              <a:t>Activity</a:t>
            </a:r>
            <a:r>
              <a:rPr b="1" lang="en-US" sz="3600"/>
              <a:t> </a:t>
            </a:r>
            <a:r>
              <a:rPr lang="en-US" sz="3600"/>
              <a:t>Life cycle </a:t>
            </a:r>
            <a:endParaRPr b="1" sz="3600"/>
          </a:p>
        </p:txBody>
      </p:sp>
      <p:sp>
        <p:nvSpPr>
          <p:cNvPr id="321" name="Google Shape;321;p25"/>
          <p:cNvSpPr txBox="1"/>
          <p:nvPr>
            <p:ph idx="12" type="sldNum"/>
          </p:nvPr>
        </p:nvSpPr>
        <p:spPr>
          <a:xfrm>
            <a:off x="9414933" y="642937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FFFFFF"/>
                </a:solidFill>
              </a:rPr>
              <a:t>‹#›</a:t>
            </a:fld>
            <a:endParaRPr>
              <a:solidFill>
                <a:srgbClr val="FFFFFF"/>
              </a:solidFill>
            </a:endParaRPr>
          </a:p>
        </p:txBody>
      </p:sp>
      <p:sp>
        <p:nvSpPr>
          <p:cNvPr id="322" name="Google Shape;322;p25"/>
          <p:cNvSpPr/>
          <p:nvPr/>
        </p:nvSpPr>
        <p:spPr>
          <a:xfrm>
            <a:off x="5140034" y="6519446"/>
            <a:ext cx="6027484"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BF9000"/>
                </a:solidFill>
                <a:latin typeface="Cambria"/>
                <a:ea typeface="Cambria"/>
                <a:cs typeface="Cambria"/>
                <a:sym typeface="Cambria"/>
              </a:rPr>
              <a:t>Image Ref: https://www.androhub.com/android-activity-lifecycle/</a:t>
            </a:r>
            <a:endParaRPr/>
          </a:p>
        </p:txBody>
      </p:sp>
      <p:pic>
        <p:nvPicPr>
          <p:cNvPr id="323" name="Google Shape;323;p25"/>
          <p:cNvPicPr preferRelativeResize="0"/>
          <p:nvPr/>
        </p:nvPicPr>
        <p:blipFill rotWithShape="1">
          <a:blip r:embed="rId3">
            <a:alphaModFix/>
          </a:blip>
          <a:srcRect b="0" l="0" r="0" t="0"/>
          <a:stretch/>
        </p:blipFill>
        <p:spPr>
          <a:xfrm>
            <a:off x="6583922" y="451911"/>
            <a:ext cx="5096959" cy="530897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26"/>
          <p:cNvSpPr txBox="1"/>
          <p:nvPr>
            <p:ph idx="12" type="sldNum"/>
          </p:nvPr>
        </p:nvSpPr>
        <p:spPr>
          <a:xfrm>
            <a:off x="9414933" y="642937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FFFFFF"/>
                </a:solidFill>
              </a:rPr>
              <a:t>‹#›</a:t>
            </a:fld>
            <a:endParaRPr>
              <a:solidFill>
                <a:srgbClr val="FFFFFF"/>
              </a:solidFill>
            </a:endParaRPr>
          </a:p>
        </p:txBody>
      </p:sp>
      <p:sp>
        <p:nvSpPr>
          <p:cNvPr id="329" name="Google Shape;329;p26"/>
          <p:cNvSpPr txBox="1"/>
          <p:nvPr/>
        </p:nvSpPr>
        <p:spPr>
          <a:xfrm>
            <a:off x="191069" y="84627"/>
            <a:ext cx="5991367" cy="585483"/>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1" lang="en-US" sz="2800">
                <a:solidFill>
                  <a:srgbClr val="002060"/>
                </a:solidFill>
                <a:latin typeface="Cambria"/>
                <a:ea typeface="Cambria"/>
                <a:cs typeface="Cambria"/>
                <a:sym typeface="Cambria"/>
              </a:rPr>
              <a:t>Android Activity Lifecycle methods</a:t>
            </a:r>
            <a:endParaRPr/>
          </a:p>
        </p:txBody>
      </p:sp>
      <p:graphicFrame>
        <p:nvGraphicFramePr>
          <p:cNvPr id="330" name="Google Shape;330;p26"/>
          <p:cNvGraphicFramePr/>
          <p:nvPr/>
        </p:nvGraphicFramePr>
        <p:xfrm>
          <a:off x="286602" y="733813"/>
          <a:ext cx="3000000" cy="3000000"/>
        </p:xfrm>
        <a:graphic>
          <a:graphicData uri="http://schemas.openxmlformats.org/drawingml/2006/table">
            <a:tbl>
              <a:tblPr>
                <a:noFill/>
                <a:tableStyleId>{CD9EFA53-4FC6-4C89-AF29-D989BF8BD841}</a:tableStyleId>
              </a:tblPr>
              <a:tblGrid>
                <a:gridCol w="1289750"/>
                <a:gridCol w="5697900"/>
              </a:tblGrid>
              <a:tr h="469500">
                <a:tc>
                  <a:txBody>
                    <a:bodyPr/>
                    <a:lstStyle/>
                    <a:p>
                      <a:pPr indent="0" lvl="0" marL="0" marR="0" rtl="0" algn="l">
                        <a:spcBef>
                          <a:spcPts val="0"/>
                        </a:spcBef>
                        <a:spcAft>
                          <a:spcPts val="0"/>
                        </a:spcAft>
                        <a:buNone/>
                      </a:pPr>
                      <a:r>
                        <a:rPr b="1" lang="en-US" sz="2000" u="none" cap="none" strike="noStrike">
                          <a:solidFill>
                            <a:srgbClr val="FF0000"/>
                          </a:solidFill>
                          <a:latin typeface="Cambria"/>
                          <a:ea typeface="Cambria"/>
                          <a:cs typeface="Cambria"/>
                          <a:sym typeface="Cambria"/>
                        </a:rPr>
                        <a:t>Method</a:t>
                      </a:r>
                      <a:endParaRPr b="1" sz="2000" u="none" cap="none" strike="noStrike">
                        <a:solidFill>
                          <a:srgbClr val="FF0000"/>
                        </a:solidFill>
                        <a:latin typeface="Cambria"/>
                        <a:ea typeface="Cambria"/>
                        <a:cs typeface="Cambria"/>
                        <a:sym typeface="Cambria"/>
                      </a:endParaRPr>
                    </a:p>
                  </a:txBody>
                  <a:tcPr marT="102300" marB="102300" marR="102300" marL="1023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1" lang="en-US" sz="2000" u="none" cap="none" strike="noStrike">
                          <a:solidFill>
                            <a:srgbClr val="FF0000"/>
                          </a:solidFill>
                          <a:latin typeface="Cambria"/>
                          <a:ea typeface="Cambria"/>
                          <a:cs typeface="Cambria"/>
                          <a:sym typeface="Cambria"/>
                        </a:rPr>
                        <a:t>Description</a:t>
                      </a:r>
                      <a:endParaRPr b="1" sz="2000" u="none" cap="none" strike="noStrike">
                        <a:solidFill>
                          <a:srgbClr val="FF0000"/>
                        </a:solidFill>
                        <a:latin typeface="Cambria"/>
                        <a:ea typeface="Cambria"/>
                        <a:cs typeface="Cambria"/>
                        <a:sym typeface="Cambria"/>
                      </a:endParaRPr>
                    </a:p>
                  </a:txBody>
                  <a:tcPr marT="102300" marB="102300" marR="102300" marL="1023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8550">
                <a:tc>
                  <a:txBody>
                    <a:bodyPr/>
                    <a:lstStyle/>
                    <a:p>
                      <a:pPr indent="0" lvl="0" marL="0" marR="0" rtl="0" algn="l">
                        <a:spcBef>
                          <a:spcPts val="0"/>
                        </a:spcBef>
                        <a:spcAft>
                          <a:spcPts val="0"/>
                        </a:spcAft>
                        <a:buNone/>
                      </a:pPr>
                      <a:r>
                        <a:rPr b="1" lang="en-US" sz="1800" u="none" cap="none" strike="noStrike">
                          <a:latin typeface="Cambria"/>
                          <a:ea typeface="Cambria"/>
                          <a:cs typeface="Cambria"/>
                          <a:sym typeface="Cambria"/>
                        </a:rPr>
                        <a:t>onCreate</a:t>
                      </a:r>
                      <a:endParaRPr b="1" sz="1800" u="none" cap="none" strike="noStrike">
                        <a:solidFill>
                          <a:srgbClr val="000000"/>
                        </a:solidFill>
                        <a:latin typeface="Cambria"/>
                        <a:ea typeface="Cambria"/>
                        <a:cs typeface="Cambria"/>
                        <a:sym typeface="Cambria"/>
                      </a:endParaRPr>
                    </a:p>
                  </a:txBody>
                  <a:tcPr marT="68200" marB="68200" marR="68200" marL="682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u="none" cap="none" strike="noStrike">
                          <a:latin typeface="Cambria"/>
                          <a:ea typeface="Cambria"/>
                          <a:cs typeface="Cambria"/>
                          <a:sym typeface="Cambria"/>
                        </a:rPr>
                        <a:t>called when activity is first created.</a:t>
                      </a:r>
                      <a:endParaRPr sz="1800" u="none" cap="none" strike="noStrike">
                        <a:solidFill>
                          <a:srgbClr val="000000"/>
                        </a:solidFill>
                        <a:latin typeface="Cambria"/>
                        <a:ea typeface="Cambria"/>
                        <a:cs typeface="Cambria"/>
                        <a:sym typeface="Cambria"/>
                      </a:endParaRPr>
                    </a:p>
                  </a:txBody>
                  <a:tcPr marT="68200" marB="68200" marR="68200" marL="682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60750">
                <a:tc>
                  <a:txBody>
                    <a:bodyPr/>
                    <a:lstStyle/>
                    <a:p>
                      <a:pPr indent="0" lvl="0" marL="0" marR="0" rtl="0" algn="l">
                        <a:spcBef>
                          <a:spcPts val="0"/>
                        </a:spcBef>
                        <a:spcAft>
                          <a:spcPts val="0"/>
                        </a:spcAft>
                        <a:buNone/>
                      </a:pPr>
                      <a:r>
                        <a:rPr b="1" lang="en-US" sz="1800" u="none" cap="none" strike="noStrike">
                          <a:latin typeface="Cambria"/>
                          <a:ea typeface="Cambria"/>
                          <a:cs typeface="Cambria"/>
                          <a:sym typeface="Cambria"/>
                        </a:rPr>
                        <a:t>onStart</a:t>
                      </a:r>
                      <a:endParaRPr b="1" sz="1800" u="none" cap="none" strike="noStrike">
                        <a:solidFill>
                          <a:srgbClr val="000000"/>
                        </a:solidFill>
                        <a:latin typeface="Cambria"/>
                        <a:ea typeface="Cambria"/>
                        <a:cs typeface="Cambria"/>
                        <a:sym typeface="Cambria"/>
                      </a:endParaRPr>
                    </a:p>
                  </a:txBody>
                  <a:tcPr marT="68200" marB="68200" marR="68200" marL="682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u="none" cap="none" strike="noStrike">
                          <a:latin typeface="Cambria"/>
                          <a:ea typeface="Cambria"/>
                          <a:cs typeface="Cambria"/>
                          <a:sym typeface="Cambria"/>
                        </a:rPr>
                        <a:t>called when activity is becoming visible to the user.</a:t>
                      </a:r>
                      <a:endParaRPr sz="1800" u="none" cap="none" strike="noStrike">
                        <a:solidFill>
                          <a:srgbClr val="000000"/>
                        </a:solidFill>
                        <a:latin typeface="Cambria"/>
                        <a:ea typeface="Cambria"/>
                        <a:cs typeface="Cambria"/>
                        <a:sym typeface="Cambria"/>
                      </a:endParaRPr>
                    </a:p>
                  </a:txBody>
                  <a:tcPr marT="68200" marB="68200" marR="68200" marL="682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60750">
                <a:tc>
                  <a:txBody>
                    <a:bodyPr/>
                    <a:lstStyle/>
                    <a:p>
                      <a:pPr indent="0" lvl="0" marL="0" marR="0" rtl="0" algn="l">
                        <a:spcBef>
                          <a:spcPts val="0"/>
                        </a:spcBef>
                        <a:spcAft>
                          <a:spcPts val="0"/>
                        </a:spcAft>
                        <a:buNone/>
                      </a:pPr>
                      <a:r>
                        <a:rPr b="1" lang="en-US" sz="1800" u="none" cap="none" strike="noStrike">
                          <a:latin typeface="Cambria"/>
                          <a:ea typeface="Cambria"/>
                          <a:cs typeface="Cambria"/>
                          <a:sym typeface="Cambria"/>
                        </a:rPr>
                        <a:t>onResume</a:t>
                      </a:r>
                      <a:endParaRPr b="1" sz="1800" u="none" cap="none" strike="noStrike">
                        <a:solidFill>
                          <a:srgbClr val="000000"/>
                        </a:solidFill>
                        <a:latin typeface="Cambria"/>
                        <a:ea typeface="Cambria"/>
                        <a:cs typeface="Cambria"/>
                        <a:sym typeface="Cambria"/>
                      </a:endParaRPr>
                    </a:p>
                  </a:txBody>
                  <a:tcPr marT="68200" marB="68200" marR="68200" marL="682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u="none" cap="none" strike="noStrike">
                          <a:latin typeface="Cambria"/>
                          <a:ea typeface="Cambria"/>
                          <a:cs typeface="Cambria"/>
                          <a:sym typeface="Cambria"/>
                        </a:rPr>
                        <a:t>called when activity will start interacting with the user.</a:t>
                      </a:r>
                      <a:endParaRPr sz="1800" u="none" cap="none" strike="noStrike">
                        <a:solidFill>
                          <a:srgbClr val="000000"/>
                        </a:solidFill>
                        <a:latin typeface="Cambria"/>
                        <a:ea typeface="Cambria"/>
                        <a:cs typeface="Cambria"/>
                        <a:sym typeface="Cambria"/>
                      </a:endParaRPr>
                    </a:p>
                  </a:txBody>
                  <a:tcPr marT="68200" marB="68200" marR="68200" marL="682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137050">
                <a:tc>
                  <a:txBody>
                    <a:bodyPr/>
                    <a:lstStyle/>
                    <a:p>
                      <a:pPr indent="0" lvl="0" marL="0" marR="0" rtl="0" algn="l">
                        <a:spcBef>
                          <a:spcPts val="0"/>
                        </a:spcBef>
                        <a:spcAft>
                          <a:spcPts val="0"/>
                        </a:spcAft>
                        <a:buNone/>
                      </a:pPr>
                      <a:r>
                        <a:rPr b="1" lang="en-US" sz="1800" u="none" cap="none" strike="noStrike">
                          <a:latin typeface="Cambria"/>
                          <a:ea typeface="Cambria"/>
                          <a:cs typeface="Cambria"/>
                          <a:sym typeface="Cambria"/>
                        </a:rPr>
                        <a:t>onPause</a:t>
                      </a:r>
                      <a:endParaRPr b="1" sz="1800" u="none" cap="none" strike="noStrike">
                        <a:solidFill>
                          <a:srgbClr val="000000"/>
                        </a:solidFill>
                        <a:latin typeface="Cambria"/>
                        <a:ea typeface="Cambria"/>
                        <a:cs typeface="Cambria"/>
                        <a:sym typeface="Cambria"/>
                      </a:endParaRPr>
                    </a:p>
                  </a:txBody>
                  <a:tcPr marT="68200" marB="68200" marR="68200" marL="682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u="none" cap="none" strike="noStrike">
                          <a:latin typeface="Cambria"/>
                          <a:ea typeface="Cambria"/>
                          <a:cs typeface="Cambria"/>
                          <a:sym typeface="Cambria"/>
                        </a:rPr>
                        <a:t>called when activity does not receive user input and cannot execute any code and called when the current activity is being paused and the previous activity is being resumed.</a:t>
                      </a:r>
                      <a:endParaRPr sz="1800" u="none" cap="none" strike="noStrike">
                        <a:solidFill>
                          <a:srgbClr val="000000"/>
                        </a:solidFill>
                        <a:latin typeface="Cambria"/>
                        <a:ea typeface="Cambria"/>
                        <a:cs typeface="Cambria"/>
                        <a:sym typeface="Cambria"/>
                      </a:endParaRPr>
                    </a:p>
                  </a:txBody>
                  <a:tcPr marT="68200" marB="68200" marR="68200" marL="682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60750">
                <a:tc>
                  <a:txBody>
                    <a:bodyPr/>
                    <a:lstStyle/>
                    <a:p>
                      <a:pPr indent="0" lvl="0" marL="0" marR="0" rtl="0" algn="l">
                        <a:spcBef>
                          <a:spcPts val="0"/>
                        </a:spcBef>
                        <a:spcAft>
                          <a:spcPts val="0"/>
                        </a:spcAft>
                        <a:buNone/>
                      </a:pPr>
                      <a:r>
                        <a:rPr b="1" lang="en-US" sz="1800" u="none" cap="none" strike="noStrike">
                          <a:latin typeface="Cambria"/>
                          <a:ea typeface="Cambria"/>
                          <a:cs typeface="Cambria"/>
                          <a:sym typeface="Cambria"/>
                        </a:rPr>
                        <a:t>onStop</a:t>
                      </a:r>
                      <a:endParaRPr b="1" sz="1800" u="none" cap="none" strike="noStrike">
                        <a:solidFill>
                          <a:srgbClr val="000000"/>
                        </a:solidFill>
                        <a:latin typeface="Cambria"/>
                        <a:ea typeface="Cambria"/>
                        <a:cs typeface="Cambria"/>
                        <a:sym typeface="Cambria"/>
                      </a:endParaRPr>
                    </a:p>
                  </a:txBody>
                  <a:tcPr marT="68200" marB="68200" marR="68200" marL="682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u="none" cap="none" strike="noStrike">
                          <a:latin typeface="Cambria"/>
                          <a:ea typeface="Cambria"/>
                          <a:cs typeface="Cambria"/>
                          <a:sym typeface="Cambria"/>
                        </a:rPr>
                        <a:t>called when activity is no longer visible to the user.</a:t>
                      </a:r>
                      <a:endParaRPr sz="1800" u="none" cap="none" strike="noStrike">
                        <a:solidFill>
                          <a:srgbClr val="000000"/>
                        </a:solidFill>
                        <a:latin typeface="Cambria"/>
                        <a:ea typeface="Cambria"/>
                        <a:cs typeface="Cambria"/>
                        <a:sym typeface="Cambria"/>
                      </a:endParaRPr>
                    </a:p>
                  </a:txBody>
                  <a:tcPr marT="68200" marB="68200" marR="68200" marL="682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60750">
                <a:tc>
                  <a:txBody>
                    <a:bodyPr/>
                    <a:lstStyle/>
                    <a:p>
                      <a:pPr indent="0" lvl="0" marL="0" marR="0" rtl="0" algn="l">
                        <a:spcBef>
                          <a:spcPts val="0"/>
                        </a:spcBef>
                        <a:spcAft>
                          <a:spcPts val="0"/>
                        </a:spcAft>
                        <a:buNone/>
                      </a:pPr>
                      <a:r>
                        <a:rPr b="1" lang="en-US" sz="1800" u="none" cap="none" strike="noStrike">
                          <a:latin typeface="Cambria"/>
                          <a:ea typeface="Cambria"/>
                          <a:cs typeface="Cambria"/>
                          <a:sym typeface="Cambria"/>
                        </a:rPr>
                        <a:t>onRestart</a:t>
                      </a:r>
                      <a:endParaRPr b="1" sz="1800" u="none" cap="none" strike="noStrike">
                        <a:solidFill>
                          <a:srgbClr val="000000"/>
                        </a:solidFill>
                        <a:latin typeface="Cambria"/>
                        <a:ea typeface="Cambria"/>
                        <a:cs typeface="Cambria"/>
                        <a:sym typeface="Cambria"/>
                      </a:endParaRPr>
                    </a:p>
                  </a:txBody>
                  <a:tcPr marT="68200" marB="68200" marR="68200" marL="682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u="none" cap="none" strike="noStrike">
                          <a:latin typeface="Cambria"/>
                          <a:ea typeface="Cambria"/>
                          <a:cs typeface="Cambria"/>
                          <a:sym typeface="Cambria"/>
                        </a:rPr>
                        <a:t>called after your activity is stopped, prior to start.</a:t>
                      </a:r>
                      <a:endParaRPr sz="1800" u="none" cap="none" strike="noStrike">
                        <a:solidFill>
                          <a:srgbClr val="000000"/>
                        </a:solidFill>
                        <a:latin typeface="Cambria"/>
                        <a:ea typeface="Cambria"/>
                        <a:cs typeface="Cambria"/>
                        <a:sym typeface="Cambria"/>
                      </a:endParaRPr>
                    </a:p>
                  </a:txBody>
                  <a:tcPr marT="68200" marB="68200" marR="68200" marL="682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8550">
                <a:tc>
                  <a:txBody>
                    <a:bodyPr/>
                    <a:lstStyle/>
                    <a:p>
                      <a:pPr indent="0" lvl="0" marL="0" marR="0" rtl="0" algn="l">
                        <a:spcBef>
                          <a:spcPts val="0"/>
                        </a:spcBef>
                        <a:spcAft>
                          <a:spcPts val="0"/>
                        </a:spcAft>
                        <a:buNone/>
                      </a:pPr>
                      <a:r>
                        <a:rPr b="1" lang="en-US" sz="1800" u="none" cap="none" strike="noStrike">
                          <a:latin typeface="Cambria"/>
                          <a:ea typeface="Cambria"/>
                          <a:cs typeface="Cambria"/>
                          <a:sym typeface="Cambria"/>
                        </a:rPr>
                        <a:t>onDestroy</a:t>
                      </a:r>
                      <a:endParaRPr b="1" sz="1800" u="none" cap="none" strike="noStrike">
                        <a:solidFill>
                          <a:srgbClr val="000000"/>
                        </a:solidFill>
                        <a:latin typeface="Cambria"/>
                        <a:ea typeface="Cambria"/>
                        <a:cs typeface="Cambria"/>
                        <a:sym typeface="Cambria"/>
                      </a:endParaRPr>
                    </a:p>
                  </a:txBody>
                  <a:tcPr marT="68200" marB="68200" marR="68200" marL="682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u="none" cap="none" strike="noStrike">
                          <a:latin typeface="Cambria"/>
                          <a:ea typeface="Cambria"/>
                          <a:cs typeface="Cambria"/>
                          <a:sym typeface="Cambria"/>
                        </a:rPr>
                        <a:t>called before the activity is destroyed by the system.</a:t>
                      </a:r>
                      <a:endParaRPr sz="1800" u="none" cap="none" strike="noStrike">
                        <a:solidFill>
                          <a:srgbClr val="000000"/>
                        </a:solidFill>
                        <a:latin typeface="Cambria"/>
                        <a:ea typeface="Cambria"/>
                        <a:cs typeface="Cambria"/>
                        <a:sym typeface="Cambria"/>
                      </a:endParaRPr>
                    </a:p>
                  </a:txBody>
                  <a:tcPr marT="68200" marB="68200" marR="68200" marL="682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331" name="Google Shape;331;p26"/>
          <p:cNvSpPr/>
          <p:nvPr/>
        </p:nvSpPr>
        <p:spPr>
          <a:xfrm>
            <a:off x="4898237" y="6020040"/>
            <a:ext cx="7075398"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BF9000"/>
                </a:solidFill>
                <a:latin typeface="Cambria"/>
                <a:ea typeface="Cambria"/>
                <a:cs typeface="Cambria"/>
                <a:sym typeface="Cambria"/>
              </a:rPr>
              <a:t>Image Ref: </a:t>
            </a:r>
            <a:endParaRPr sz="1600">
              <a:solidFill>
                <a:srgbClr val="BF9000"/>
              </a:solidFill>
              <a:latin typeface="Cambria"/>
              <a:ea typeface="Cambria"/>
              <a:cs typeface="Cambria"/>
              <a:sym typeface="Cambria"/>
            </a:endParaRPr>
          </a:p>
          <a:p>
            <a:pPr indent="0" lvl="0" marL="0" marR="0" rtl="0" algn="l">
              <a:spcBef>
                <a:spcPts val="0"/>
              </a:spcBef>
              <a:spcAft>
                <a:spcPts val="0"/>
              </a:spcAft>
              <a:buNone/>
            </a:pPr>
            <a:r>
              <a:rPr lang="en-US" sz="1600">
                <a:solidFill>
                  <a:srgbClr val="BF9000"/>
                </a:solidFill>
                <a:latin typeface="Cambria"/>
                <a:ea typeface="Cambria"/>
                <a:cs typeface="Cambria"/>
                <a:sym typeface="Cambria"/>
              </a:rPr>
              <a:t>https://www.androhub.com/android-activity-lifecycle/</a:t>
            </a:r>
            <a:endParaRPr/>
          </a:p>
          <a:p>
            <a:pPr indent="0" lvl="0" marL="0" marR="0" rtl="0" algn="l">
              <a:spcBef>
                <a:spcPts val="0"/>
              </a:spcBef>
              <a:spcAft>
                <a:spcPts val="0"/>
              </a:spcAft>
              <a:buNone/>
            </a:pPr>
            <a:r>
              <a:rPr lang="en-US" sz="1600">
                <a:solidFill>
                  <a:srgbClr val="BF9000"/>
                </a:solidFill>
                <a:latin typeface="Cambria"/>
                <a:ea typeface="Cambria"/>
                <a:cs typeface="Cambria"/>
                <a:sym typeface="Cambria"/>
              </a:rPr>
              <a:t>https://developer.android.com/guide/components/activities/activity-lifecycle</a:t>
            </a:r>
            <a:endParaRPr/>
          </a:p>
        </p:txBody>
      </p:sp>
      <p:pic>
        <p:nvPicPr>
          <p:cNvPr descr="https://developer.android.com/guide/components/images/activity_lifecycle.png" id="332" name="Google Shape;332;p26"/>
          <p:cNvPicPr preferRelativeResize="0"/>
          <p:nvPr/>
        </p:nvPicPr>
        <p:blipFill rotWithShape="1">
          <a:blip r:embed="rId3">
            <a:alphaModFix/>
          </a:blip>
          <a:srcRect b="0" l="0" r="0" t="0"/>
          <a:stretch/>
        </p:blipFill>
        <p:spPr>
          <a:xfrm>
            <a:off x="7305676" y="228184"/>
            <a:ext cx="4540582" cy="5868238"/>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27"/>
          <p:cNvSpPr txBox="1"/>
          <p:nvPr>
            <p:ph type="title"/>
          </p:nvPr>
        </p:nvSpPr>
        <p:spPr>
          <a:xfrm>
            <a:off x="373039" y="259306"/>
            <a:ext cx="8129515" cy="422937"/>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b="1" lang="en-US" sz="3200">
                <a:solidFill>
                  <a:srgbClr val="002060"/>
                </a:solidFill>
              </a:rPr>
              <a:t>SDK (software development kit) Manager</a:t>
            </a:r>
            <a:endParaRPr/>
          </a:p>
        </p:txBody>
      </p:sp>
      <p:sp>
        <p:nvSpPr>
          <p:cNvPr id="338" name="Google Shape;338;p27"/>
          <p:cNvSpPr txBox="1"/>
          <p:nvPr>
            <p:ph idx="1" type="body"/>
          </p:nvPr>
        </p:nvSpPr>
        <p:spPr>
          <a:xfrm>
            <a:off x="373039" y="782724"/>
            <a:ext cx="11445921" cy="2105654"/>
          </a:xfrm>
          <a:prstGeom prst="rect">
            <a:avLst/>
          </a:prstGeom>
          <a:noFill/>
          <a:ln>
            <a:noFill/>
          </a:ln>
        </p:spPr>
        <p:txBody>
          <a:bodyPr anchorCtr="0" anchor="t" bIns="45700" lIns="91425" spcFirstLastPara="1" rIns="91425" wrap="square" tIns="45700">
            <a:noAutofit/>
          </a:bodyPr>
          <a:lstStyle/>
          <a:p>
            <a:pPr indent="-228600" lvl="0" marL="228600" rtl="0" algn="just">
              <a:lnSpc>
                <a:spcPct val="100000"/>
              </a:lnSpc>
              <a:spcBef>
                <a:spcPts val="0"/>
              </a:spcBef>
              <a:spcAft>
                <a:spcPts val="0"/>
              </a:spcAft>
              <a:buClr>
                <a:schemeClr val="dk1"/>
              </a:buClr>
              <a:buSzPts val="2400"/>
              <a:buChar char="•"/>
            </a:pPr>
            <a:r>
              <a:rPr lang="en-US" sz="2400"/>
              <a:t>The first and most important piece of software you need to download is, of course, the Android</a:t>
            </a:r>
            <a:endParaRPr/>
          </a:p>
          <a:p>
            <a:pPr indent="-228600" lvl="0" marL="228600" rtl="0" algn="just">
              <a:lnSpc>
                <a:spcPct val="100000"/>
              </a:lnSpc>
              <a:spcBef>
                <a:spcPts val="600"/>
              </a:spcBef>
              <a:spcAft>
                <a:spcPts val="0"/>
              </a:spcAft>
              <a:buClr>
                <a:schemeClr val="dk1"/>
              </a:buClr>
              <a:buSzPts val="2400"/>
              <a:buChar char="•"/>
            </a:pPr>
            <a:r>
              <a:rPr lang="en-US" sz="2400"/>
              <a:t>SDK. The Android SDK contains a debugger, libraries, an emulator, documentation, sample code and tutorials.</a:t>
            </a:r>
            <a:endParaRPr/>
          </a:p>
          <a:p>
            <a:pPr indent="-228600" lvl="0" marL="228600" rtl="0" algn="just">
              <a:lnSpc>
                <a:spcPct val="100000"/>
              </a:lnSpc>
              <a:spcBef>
                <a:spcPts val="600"/>
              </a:spcBef>
              <a:spcAft>
                <a:spcPts val="0"/>
              </a:spcAft>
              <a:buClr>
                <a:schemeClr val="dk1"/>
              </a:buClr>
              <a:buSzPts val="2400"/>
              <a:buChar char="•"/>
            </a:pPr>
            <a:r>
              <a:rPr lang="en-US" sz="2400"/>
              <a:t>You can download the Android SDK from </a:t>
            </a:r>
            <a:r>
              <a:rPr b="1" lang="en-US" sz="2000">
                <a:solidFill>
                  <a:srgbClr val="002060"/>
                </a:solidFill>
              </a:rPr>
              <a:t>http://developer.android.com/sdk/index.html</a:t>
            </a:r>
            <a:endParaRPr/>
          </a:p>
        </p:txBody>
      </p:sp>
      <p:sp>
        <p:nvSpPr>
          <p:cNvPr id="339" name="Google Shape;339;p27"/>
          <p:cNvSpPr txBox="1"/>
          <p:nvPr>
            <p:ph idx="12" type="sldNum"/>
          </p:nvPr>
        </p:nvSpPr>
        <p:spPr>
          <a:xfrm>
            <a:off x="9414933" y="642937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FFFFFF"/>
                </a:solidFill>
              </a:rPr>
              <a:t>‹#›</a:t>
            </a:fld>
            <a:endParaRPr>
              <a:solidFill>
                <a:srgbClr val="FFFFFF"/>
              </a:solidFill>
            </a:endParaRPr>
          </a:p>
        </p:txBody>
      </p:sp>
      <p:sp>
        <p:nvSpPr>
          <p:cNvPr id="340" name="Google Shape;340;p27"/>
          <p:cNvSpPr txBox="1"/>
          <p:nvPr/>
        </p:nvSpPr>
        <p:spPr>
          <a:xfrm>
            <a:off x="373039" y="2988859"/>
            <a:ext cx="5732060" cy="423081"/>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1" lang="en-US" sz="3200">
                <a:solidFill>
                  <a:srgbClr val="002060"/>
                </a:solidFill>
                <a:latin typeface="Cambria"/>
                <a:ea typeface="Cambria"/>
                <a:cs typeface="Cambria"/>
                <a:sym typeface="Cambria"/>
              </a:rPr>
              <a:t>Android Debug Bridge (ADB)</a:t>
            </a:r>
            <a:endParaRPr/>
          </a:p>
        </p:txBody>
      </p:sp>
      <p:sp>
        <p:nvSpPr>
          <p:cNvPr id="341" name="Google Shape;341;p27"/>
          <p:cNvSpPr txBox="1"/>
          <p:nvPr/>
        </p:nvSpPr>
        <p:spPr>
          <a:xfrm>
            <a:off x="373039" y="3411940"/>
            <a:ext cx="11445921" cy="1678675"/>
          </a:xfrm>
          <a:prstGeom prst="rect">
            <a:avLst/>
          </a:prstGeom>
          <a:noFill/>
          <a:ln>
            <a:noFill/>
          </a:ln>
        </p:spPr>
        <p:txBody>
          <a:bodyPr anchorCtr="0" anchor="t" bIns="45700" lIns="91425" spcFirstLastPara="1" rIns="91425" wrap="square" tIns="45700">
            <a:noAutofit/>
          </a:bodyPr>
          <a:lstStyle/>
          <a:p>
            <a:pPr indent="-228600" lvl="0" marL="228600" marR="0" rtl="0" algn="just">
              <a:lnSpc>
                <a:spcPct val="100000"/>
              </a:lnSpc>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ADB is a versatile command-line tool that lets you communicate with a device.</a:t>
            </a:r>
            <a:endParaRPr/>
          </a:p>
          <a:p>
            <a:pPr indent="-228600" lvl="0" marL="228600" marR="0" rtl="0" algn="just">
              <a:lnSpc>
                <a:spcPct val="100000"/>
              </a:lnSpc>
              <a:spcBef>
                <a:spcPts val="60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The ADB command facilitates a variety of device actions, such as installing and debugging apps, and it provides access to a Unix shell that you can use to run a variety of commands on a device.</a:t>
            </a:r>
            <a:endParaRPr sz="2400">
              <a:solidFill>
                <a:schemeClr val="dk1"/>
              </a:solidFill>
              <a:latin typeface="Cambria"/>
              <a:ea typeface="Cambria"/>
              <a:cs typeface="Cambria"/>
              <a:sym typeface="Cambria"/>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28"/>
          <p:cNvSpPr txBox="1"/>
          <p:nvPr>
            <p:ph idx="1" type="body"/>
          </p:nvPr>
        </p:nvSpPr>
        <p:spPr>
          <a:xfrm>
            <a:off x="209265" y="739368"/>
            <a:ext cx="11582401" cy="2904584"/>
          </a:xfrm>
          <a:prstGeom prst="rect">
            <a:avLst/>
          </a:prstGeom>
          <a:noFill/>
          <a:ln>
            <a:noFill/>
          </a:ln>
        </p:spPr>
        <p:txBody>
          <a:bodyPr anchorCtr="0" anchor="t" bIns="45700" lIns="91425" spcFirstLastPara="1" rIns="91425" wrap="square" tIns="45700">
            <a:noAutofit/>
          </a:bodyPr>
          <a:lstStyle/>
          <a:p>
            <a:pPr indent="-228600" lvl="0" marL="228600" rtl="0" algn="just">
              <a:lnSpc>
                <a:spcPct val="100000"/>
              </a:lnSpc>
              <a:spcBef>
                <a:spcPts val="0"/>
              </a:spcBef>
              <a:spcAft>
                <a:spcPts val="0"/>
              </a:spcAft>
              <a:buClr>
                <a:schemeClr val="dk1"/>
              </a:buClr>
              <a:buSzPts val="2400"/>
              <a:buChar char="•"/>
            </a:pPr>
            <a:r>
              <a:rPr lang="en-US" sz="2400"/>
              <a:t>It is a client-server program that includes three components:</a:t>
            </a:r>
            <a:endParaRPr/>
          </a:p>
          <a:p>
            <a:pPr indent="-228600" lvl="0" marL="228600" rtl="0" algn="just">
              <a:lnSpc>
                <a:spcPct val="100000"/>
              </a:lnSpc>
              <a:spcBef>
                <a:spcPts val="600"/>
              </a:spcBef>
              <a:spcAft>
                <a:spcPts val="0"/>
              </a:spcAft>
              <a:buClr>
                <a:schemeClr val="dk1"/>
              </a:buClr>
              <a:buSzPts val="2400"/>
              <a:buChar char="•"/>
            </a:pPr>
            <a:r>
              <a:rPr lang="en-US" sz="2400"/>
              <a:t>A client, which sends commands. The client runs on your development machine. You can invoke a client from a command-line terminal by issuing an ADB command.</a:t>
            </a:r>
            <a:endParaRPr/>
          </a:p>
          <a:p>
            <a:pPr indent="-228600" lvl="0" marL="228600" rtl="0" algn="just">
              <a:lnSpc>
                <a:spcPct val="100000"/>
              </a:lnSpc>
              <a:spcBef>
                <a:spcPts val="600"/>
              </a:spcBef>
              <a:spcAft>
                <a:spcPts val="0"/>
              </a:spcAft>
              <a:buClr>
                <a:schemeClr val="dk1"/>
              </a:buClr>
              <a:buSzPts val="2400"/>
              <a:buChar char="•"/>
            </a:pPr>
            <a:r>
              <a:rPr lang="en-US" sz="2400"/>
              <a:t>A daemon (ADBD), which runs commands on a device. The daemon runs as a background process on each device.</a:t>
            </a:r>
            <a:endParaRPr/>
          </a:p>
          <a:p>
            <a:pPr indent="-228600" lvl="0" marL="228600" rtl="0" algn="just">
              <a:lnSpc>
                <a:spcPct val="100000"/>
              </a:lnSpc>
              <a:spcBef>
                <a:spcPts val="600"/>
              </a:spcBef>
              <a:spcAft>
                <a:spcPts val="0"/>
              </a:spcAft>
              <a:buClr>
                <a:schemeClr val="dk1"/>
              </a:buClr>
              <a:buSzPts val="2400"/>
              <a:buChar char="•"/>
            </a:pPr>
            <a:r>
              <a:rPr lang="en-US" sz="2400"/>
              <a:t>A server, which manages communication between the client and the daemon. The server runs as a background process on your development machine.</a:t>
            </a:r>
            <a:endParaRPr/>
          </a:p>
        </p:txBody>
      </p:sp>
      <p:sp>
        <p:nvSpPr>
          <p:cNvPr id="347" name="Google Shape;347;p28"/>
          <p:cNvSpPr txBox="1"/>
          <p:nvPr>
            <p:ph idx="12" type="sldNum"/>
          </p:nvPr>
        </p:nvSpPr>
        <p:spPr>
          <a:xfrm>
            <a:off x="9414933" y="642937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FFFFFF"/>
                </a:solidFill>
              </a:rPr>
              <a:t>‹#›</a:t>
            </a:fld>
            <a:endParaRPr>
              <a:solidFill>
                <a:srgbClr val="FFFFFF"/>
              </a:solidFill>
            </a:endParaRPr>
          </a:p>
        </p:txBody>
      </p:sp>
      <p:sp>
        <p:nvSpPr>
          <p:cNvPr id="348" name="Google Shape;348;p28"/>
          <p:cNvSpPr txBox="1"/>
          <p:nvPr/>
        </p:nvSpPr>
        <p:spPr>
          <a:xfrm>
            <a:off x="209265" y="202399"/>
            <a:ext cx="5732060" cy="423081"/>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1" lang="en-US" sz="3200">
                <a:solidFill>
                  <a:srgbClr val="002060"/>
                </a:solidFill>
                <a:latin typeface="Cambria"/>
                <a:ea typeface="Cambria"/>
                <a:cs typeface="Cambria"/>
                <a:sym typeface="Cambria"/>
              </a:rPr>
              <a:t>Android Debug Bridge (ADB)</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29"/>
          <p:cNvSpPr txBox="1"/>
          <p:nvPr>
            <p:ph idx="1" type="body"/>
          </p:nvPr>
        </p:nvSpPr>
        <p:spPr>
          <a:xfrm>
            <a:off x="209265" y="739368"/>
            <a:ext cx="11582401" cy="2904584"/>
          </a:xfrm>
          <a:prstGeom prst="rect">
            <a:avLst/>
          </a:prstGeom>
          <a:noFill/>
          <a:ln>
            <a:noFill/>
          </a:ln>
        </p:spPr>
        <p:txBody>
          <a:bodyPr anchorCtr="0" anchor="t" bIns="45700" lIns="91425" spcFirstLastPara="1" rIns="91425" wrap="square" tIns="45700">
            <a:noAutofit/>
          </a:bodyPr>
          <a:lstStyle/>
          <a:p>
            <a:pPr indent="-228600" lvl="0" marL="228600" rtl="0" algn="just">
              <a:lnSpc>
                <a:spcPct val="100000"/>
              </a:lnSpc>
              <a:spcBef>
                <a:spcPts val="0"/>
              </a:spcBef>
              <a:spcAft>
                <a:spcPts val="0"/>
              </a:spcAft>
              <a:buClr>
                <a:schemeClr val="dk1"/>
              </a:buClr>
              <a:buSzPts val="2400"/>
              <a:buChar char="•"/>
            </a:pPr>
            <a:r>
              <a:rPr lang="en-US" sz="2400"/>
              <a:t>MainActivity is the main or parent thread over which other activity / child thread will be created</a:t>
            </a:r>
            <a:endParaRPr/>
          </a:p>
          <a:p>
            <a:pPr indent="-228600" lvl="0" marL="228600" rtl="0" algn="just">
              <a:lnSpc>
                <a:spcPct val="100000"/>
              </a:lnSpc>
              <a:spcBef>
                <a:spcPts val="600"/>
              </a:spcBef>
              <a:spcAft>
                <a:spcPts val="0"/>
              </a:spcAft>
              <a:buClr>
                <a:schemeClr val="dk1"/>
              </a:buClr>
              <a:buSzPts val="2400"/>
              <a:buChar char="•"/>
            </a:pPr>
            <a:r>
              <a:rPr lang="en-US" sz="2400"/>
              <a:t>Every Activity gets created with onCreate() method</a:t>
            </a:r>
            <a:endParaRPr/>
          </a:p>
          <a:p>
            <a:pPr indent="-228600" lvl="0" marL="228600" rtl="0" algn="just">
              <a:lnSpc>
                <a:spcPct val="100000"/>
              </a:lnSpc>
              <a:spcBef>
                <a:spcPts val="600"/>
              </a:spcBef>
              <a:spcAft>
                <a:spcPts val="0"/>
              </a:spcAft>
              <a:buClr>
                <a:schemeClr val="dk1"/>
              </a:buClr>
              <a:buSzPts val="2400"/>
              <a:buChar char="•"/>
            </a:pPr>
            <a:r>
              <a:rPr lang="en-US" sz="2400"/>
              <a:t>Starts with onStart() and dies with onDestroy()</a:t>
            </a:r>
            <a:endParaRPr/>
          </a:p>
          <a:p>
            <a:pPr indent="-228600" lvl="0" marL="228600" rtl="0" algn="just">
              <a:lnSpc>
                <a:spcPct val="100000"/>
              </a:lnSpc>
              <a:spcBef>
                <a:spcPts val="600"/>
              </a:spcBef>
              <a:spcAft>
                <a:spcPts val="0"/>
              </a:spcAft>
              <a:buClr>
                <a:schemeClr val="dk1"/>
              </a:buClr>
              <a:buSzPts val="2400"/>
              <a:buChar char="•"/>
            </a:pPr>
            <a:r>
              <a:rPr lang="en-US" sz="2400"/>
              <a:t>If many child activity gets created, then the running thread moves to pause state with onPause() </a:t>
            </a:r>
            <a:endParaRPr/>
          </a:p>
          <a:p>
            <a:pPr indent="-228600" lvl="0" marL="228600" rtl="0" algn="just">
              <a:lnSpc>
                <a:spcPct val="100000"/>
              </a:lnSpc>
              <a:spcBef>
                <a:spcPts val="600"/>
              </a:spcBef>
              <a:spcAft>
                <a:spcPts val="0"/>
              </a:spcAft>
              <a:buClr>
                <a:schemeClr val="dk1"/>
              </a:buClr>
              <a:buSzPts val="2400"/>
              <a:buChar char="•"/>
            </a:pPr>
            <a:r>
              <a:rPr lang="en-US" sz="2400"/>
              <a:t>When second activity stoped/completd/paused with onPause()/onStop()again first activity moves to running state with onResume()</a:t>
            </a:r>
            <a:endParaRPr/>
          </a:p>
          <a:p>
            <a:pPr indent="-228600" lvl="0" marL="228600" rtl="0" algn="just">
              <a:lnSpc>
                <a:spcPct val="100000"/>
              </a:lnSpc>
              <a:spcBef>
                <a:spcPts val="600"/>
              </a:spcBef>
              <a:spcAft>
                <a:spcPts val="0"/>
              </a:spcAft>
              <a:buClr>
                <a:schemeClr val="dk1"/>
              </a:buClr>
              <a:buSzPts val="2400"/>
              <a:buChar char="•"/>
            </a:pPr>
            <a:r>
              <a:rPr lang="en-US" sz="2400"/>
              <a:t>We can restart an activity for memory clean by invoking onRestart()</a:t>
            </a:r>
            <a:endParaRPr sz="2400"/>
          </a:p>
        </p:txBody>
      </p:sp>
      <p:sp>
        <p:nvSpPr>
          <p:cNvPr id="354" name="Google Shape;354;p29"/>
          <p:cNvSpPr txBox="1"/>
          <p:nvPr>
            <p:ph idx="12" type="sldNum"/>
          </p:nvPr>
        </p:nvSpPr>
        <p:spPr>
          <a:xfrm>
            <a:off x="9414933" y="642937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FFFFFF"/>
                </a:solidFill>
              </a:rPr>
              <a:t>‹#›</a:t>
            </a:fld>
            <a:endParaRPr>
              <a:solidFill>
                <a:srgbClr val="FFFFFF"/>
              </a:solidFill>
            </a:endParaRPr>
          </a:p>
        </p:txBody>
      </p:sp>
      <p:sp>
        <p:nvSpPr>
          <p:cNvPr id="355" name="Google Shape;355;p29"/>
          <p:cNvSpPr txBox="1"/>
          <p:nvPr/>
        </p:nvSpPr>
        <p:spPr>
          <a:xfrm>
            <a:off x="209265" y="202399"/>
            <a:ext cx="5732060" cy="423081"/>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1" lang="en-US" sz="3200">
                <a:solidFill>
                  <a:srgbClr val="002060"/>
                </a:solidFill>
                <a:latin typeface="Cambria"/>
                <a:ea typeface="Cambria"/>
                <a:cs typeface="Cambria"/>
                <a:sym typeface="Cambria"/>
              </a:rPr>
              <a:t>Lifecycle</a:t>
            </a:r>
            <a:endParaRPr b="1" sz="3200">
              <a:solidFill>
                <a:srgbClr val="002060"/>
              </a:solidFill>
              <a:latin typeface="Cambria"/>
              <a:ea typeface="Cambria"/>
              <a:cs typeface="Cambria"/>
              <a:sym typeface="Cambria"/>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pic>
        <p:nvPicPr>
          <p:cNvPr id="360" name="Google Shape;360;p30"/>
          <p:cNvPicPr preferRelativeResize="0"/>
          <p:nvPr>
            <p:ph idx="1" type="body"/>
          </p:nvPr>
        </p:nvPicPr>
        <p:blipFill rotWithShape="1">
          <a:blip r:embed="rId3">
            <a:alphaModFix/>
          </a:blip>
          <a:srcRect b="0" l="0" r="0" t="0"/>
          <a:stretch/>
        </p:blipFill>
        <p:spPr>
          <a:xfrm>
            <a:off x="1639488" y="1292571"/>
            <a:ext cx="8603673" cy="2475866"/>
          </a:xfrm>
          <a:prstGeom prst="rect">
            <a:avLst/>
          </a:prstGeom>
          <a:noFill/>
          <a:ln>
            <a:noFill/>
          </a:ln>
        </p:spPr>
      </p:pic>
      <p:sp>
        <p:nvSpPr>
          <p:cNvPr id="361" name="Google Shape;361;p30"/>
          <p:cNvSpPr txBox="1"/>
          <p:nvPr>
            <p:ph idx="12" type="sldNum"/>
          </p:nvPr>
        </p:nvSpPr>
        <p:spPr>
          <a:xfrm>
            <a:off x="9414933" y="642937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FFFFFF"/>
                </a:solidFill>
              </a:rPr>
              <a:t>‹#›</a:t>
            </a:fld>
            <a:endParaRPr>
              <a:solidFill>
                <a:srgbClr val="FFFFFF"/>
              </a:solidFill>
            </a:endParaRPr>
          </a:p>
        </p:txBody>
      </p:sp>
      <p:sp>
        <p:nvSpPr>
          <p:cNvPr id="362" name="Google Shape;362;p30"/>
          <p:cNvSpPr txBox="1"/>
          <p:nvPr/>
        </p:nvSpPr>
        <p:spPr>
          <a:xfrm>
            <a:off x="209265" y="202399"/>
            <a:ext cx="5732060" cy="423081"/>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1" lang="en-US" sz="3200">
                <a:solidFill>
                  <a:srgbClr val="002060"/>
                </a:solidFill>
                <a:latin typeface="Cambria"/>
                <a:ea typeface="Cambria"/>
                <a:cs typeface="Cambria"/>
                <a:sym typeface="Cambria"/>
              </a:rPr>
              <a:t>View class</a:t>
            </a:r>
            <a:endParaRPr b="1" sz="3200">
              <a:solidFill>
                <a:srgbClr val="002060"/>
              </a:solidFill>
              <a:latin typeface="Cambria"/>
              <a:ea typeface="Cambria"/>
              <a:cs typeface="Cambria"/>
              <a:sym typeface="Cambria"/>
            </a:endParaRPr>
          </a:p>
        </p:txBody>
      </p:sp>
      <p:sp>
        <p:nvSpPr>
          <p:cNvPr id="363" name="Google Shape;363;p30"/>
          <p:cNvSpPr/>
          <p:nvPr/>
        </p:nvSpPr>
        <p:spPr>
          <a:xfrm>
            <a:off x="1094509" y="4026615"/>
            <a:ext cx="10252364" cy="1631216"/>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000">
                <a:solidFill>
                  <a:schemeClr val="dk1"/>
                </a:solidFill>
                <a:latin typeface="Calibri"/>
                <a:ea typeface="Calibri"/>
                <a:cs typeface="Calibri"/>
                <a:sym typeface="Calibri"/>
              </a:rPr>
              <a:t>View is base class of all UI elements</a:t>
            </a:r>
            <a:endParaRPr/>
          </a:p>
          <a:p>
            <a:pPr indent="0" lvl="0" marL="0" marR="0" rtl="0" algn="just">
              <a:spcBef>
                <a:spcPts val="0"/>
              </a:spcBef>
              <a:spcAft>
                <a:spcPts val="0"/>
              </a:spcAft>
              <a:buNone/>
            </a:pPr>
            <a:r>
              <a:rPr lang="en-US" sz="2000">
                <a:solidFill>
                  <a:schemeClr val="dk1"/>
                </a:solidFill>
                <a:latin typeface="Calibri"/>
                <a:ea typeface="Calibri"/>
                <a:cs typeface="Calibri"/>
                <a:sym typeface="Calibri"/>
              </a:rPr>
              <a:t>The classes those are not under ViewGroup are called widgets the classes those are under viewGroup are called parents ConstraintLayout sets constraints relative to parents by default</a:t>
            </a:r>
            <a:endParaRPr/>
          </a:p>
          <a:p>
            <a:pPr indent="0" lvl="0" marL="0" marR="0" rtl="0" algn="just">
              <a:spcBef>
                <a:spcPts val="0"/>
              </a:spcBef>
              <a:spcAft>
                <a:spcPts val="0"/>
              </a:spcAft>
              <a:buNone/>
            </a:pPr>
            <a:r>
              <a:rPr lang="en-US" sz="2000">
                <a:solidFill>
                  <a:schemeClr val="dk1"/>
                </a:solidFill>
                <a:latin typeface="Calibri"/>
                <a:ea typeface="Calibri"/>
                <a:cs typeface="Calibri"/>
                <a:sym typeface="Calibri"/>
              </a:rPr>
              <a:t>(margin-constraint,height and width</a:t>
            </a:r>
            <a:endParaRPr/>
          </a:p>
          <a:p>
            <a:pPr indent="0" lvl="0" marL="0" marR="0" rtl="0" algn="just">
              <a:spcBef>
                <a:spcPts val="0"/>
              </a:spcBef>
              <a:spcAft>
                <a:spcPts val="0"/>
              </a:spcAft>
              <a:buNone/>
            </a:pPr>
            <a:r>
              <a:rPr lang="en-US" sz="2000">
                <a:solidFill>
                  <a:schemeClr val="dk1"/>
                </a:solidFill>
                <a:latin typeface="Calibri"/>
                <a:ea typeface="Calibri"/>
                <a:cs typeface="Calibri"/>
                <a:sym typeface="Calibri"/>
              </a:rPr>
              <a:t>  constraint (basic)</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31"/>
          <p:cNvSpPr txBox="1"/>
          <p:nvPr>
            <p:ph idx="1" type="body"/>
          </p:nvPr>
        </p:nvSpPr>
        <p:spPr>
          <a:xfrm>
            <a:off x="209265" y="739367"/>
            <a:ext cx="11582401" cy="5287359"/>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400"/>
              <a:buChar char="•"/>
            </a:pPr>
            <a:r>
              <a:rPr lang="en-US" sz="2400"/>
              <a:t>It is used to define a layout by assigning constraints for every child view/widget relative to other views present. A constraintLayout is similar to RelativeLayout , but with more power. The aim of ConstraintLayout is to improve the performance of the applications by removing the nested views with a flat and flexible design.</a:t>
            </a:r>
            <a:endParaRPr/>
          </a:p>
          <a:p>
            <a:pPr indent="-228600" lvl="0" marL="228600" rtl="0" algn="l">
              <a:lnSpc>
                <a:spcPct val="90000"/>
              </a:lnSpc>
              <a:spcBef>
                <a:spcPts val="1000"/>
              </a:spcBef>
              <a:spcAft>
                <a:spcPts val="0"/>
              </a:spcAft>
              <a:buClr>
                <a:schemeClr val="dk1"/>
              </a:buClr>
              <a:buSzPts val="2400"/>
              <a:buChar char="•"/>
            </a:pPr>
            <a:r>
              <a:rPr lang="en-US" sz="2400"/>
              <a:t>A view inside the ConstraintLayout has </a:t>
            </a:r>
            <a:r>
              <a:rPr lang="en-US" sz="2400">
                <a:solidFill>
                  <a:srgbClr val="FF0000"/>
                </a:solidFill>
              </a:rPr>
              <a:t>anchor points/handles </a:t>
            </a:r>
            <a:r>
              <a:rPr lang="en-US" sz="2400"/>
              <a:t>on each side which are used to assign the constraints.</a:t>
            </a:r>
            <a:endParaRPr/>
          </a:p>
          <a:p>
            <a:pPr indent="-76200" lvl="0" marL="228600" rtl="0" algn="l">
              <a:lnSpc>
                <a:spcPct val="90000"/>
              </a:lnSpc>
              <a:spcBef>
                <a:spcPts val="1000"/>
              </a:spcBef>
              <a:spcAft>
                <a:spcPts val="0"/>
              </a:spcAft>
              <a:buClr>
                <a:schemeClr val="dk1"/>
              </a:buClr>
              <a:buSzPts val="2400"/>
              <a:buNone/>
            </a:pPr>
            <a:r>
              <a:t/>
            </a:r>
            <a:endParaRPr sz="2400"/>
          </a:p>
          <a:p>
            <a:pPr indent="-76200" lvl="0" marL="228600" rtl="0" algn="l">
              <a:lnSpc>
                <a:spcPct val="90000"/>
              </a:lnSpc>
              <a:spcBef>
                <a:spcPts val="1000"/>
              </a:spcBef>
              <a:spcAft>
                <a:spcPts val="0"/>
              </a:spcAft>
              <a:buClr>
                <a:schemeClr val="dk1"/>
              </a:buClr>
              <a:buSzPts val="2400"/>
              <a:buNone/>
            </a:pPr>
            <a:r>
              <a:t/>
            </a:r>
            <a:endParaRPr sz="2400"/>
          </a:p>
        </p:txBody>
      </p:sp>
      <p:sp>
        <p:nvSpPr>
          <p:cNvPr id="369" name="Google Shape;369;p31"/>
          <p:cNvSpPr txBox="1"/>
          <p:nvPr>
            <p:ph idx="12" type="sldNum"/>
          </p:nvPr>
        </p:nvSpPr>
        <p:spPr>
          <a:xfrm>
            <a:off x="9414933" y="642937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FFFFFF"/>
                </a:solidFill>
              </a:rPr>
              <a:t>‹#›</a:t>
            </a:fld>
            <a:endParaRPr>
              <a:solidFill>
                <a:srgbClr val="FFFFFF"/>
              </a:solidFill>
            </a:endParaRPr>
          </a:p>
        </p:txBody>
      </p:sp>
      <p:sp>
        <p:nvSpPr>
          <p:cNvPr id="370" name="Google Shape;370;p31"/>
          <p:cNvSpPr txBox="1"/>
          <p:nvPr/>
        </p:nvSpPr>
        <p:spPr>
          <a:xfrm>
            <a:off x="209265" y="202399"/>
            <a:ext cx="5732060" cy="423081"/>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1" lang="en-US" sz="3200">
                <a:solidFill>
                  <a:srgbClr val="002060"/>
                </a:solidFill>
                <a:latin typeface="Cambria"/>
                <a:ea typeface="Cambria"/>
                <a:cs typeface="Cambria"/>
                <a:sym typeface="Cambria"/>
              </a:rPr>
              <a:t>ConstraintLayout</a:t>
            </a:r>
            <a:endParaRPr b="1" sz="3200">
              <a:solidFill>
                <a:srgbClr val="002060"/>
              </a:solidFill>
              <a:latin typeface="Cambria"/>
              <a:ea typeface="Cambria"/>
              <a:cs typeface="Cambria"/>
              <a:sym typeface="Cambria"/>
            </a:endParaRPr>
          </a:p>
        </p:txBody>
      </p:sp>
      <p:pic>
        <p:nvPicPr>
          <p:cNvPr id="371" name="Google Shape;371;p31"/>
          <p:cNvPicPr preferRelativeResize="0"/>
          <p:nvPr/>
        </p:nvPicPr>
        <p:blipFill rotWithShape="1">
          <a:blip r:embed="rId3">
            <a:alphaModFix/>
          </a:blip>
          <a:srcRect b="0" l="0" r="0" t="0"/>
          <a:stretch/>
        </p:blipFill>
        <p:spPr>
          <a:xfrm>
            <a:off x="3820598" y="2911992"/>
            <a:ext cx="5018602" cy="3002331"/>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32"/>
          <p:cNvSpPr txBox="1"/>
          <p:nvPr>
            <p:ph idx="1" type="body"/>
          </p:nvPr>
        </p:nvSpPr>
        <p:spPr>
          <a:xfrm>
            <a:off x="209265" y="739367"/>
            <a:ext cx="11582401" cy="5287359"/>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400"/>
              <a:buChar char="•"/>
            </a:pPr>
            <a:r>
              <a:rPr lang="en-US" sz="2400"/>
              <a:t>The TextView above has three types of handles:</a:t>
            </a:r>
            <a:endParaRPr/>
          </a:p>
          <a:p>
            <a:pPr indent="-228600" lvl="0" marL="228600" rtl="0" algn="l">
              <a:lnSpc>
                <a:spcPct val="90000"/>
              </a:lnSpc>
              <a:spcBef>
                <a:spcPts val="1000"/>
              </a:spcBef>
              <a:spcAft>
                <a:spcPts val="0"/>
              </a:spcAft>
              <a:buClr>
                <a:schemeClr val="dk1"/>
              </a:buClr>
              <a:buSzPts val="2400"/>
              <a:buChar char="•"/>
            </a:pPr>
            <a:r>
              <a:rPr b="1" lang="en-US" sz="2400"/>
              <a:t>Resize handle</a:t>
            </a:r>
            <a:r>
              <a:rPr lang="en-US" sz="2400"/>
              <a:t> - It’s present on the four corners and is used to resize the view, but keeping its constraints intact. </a:t>
            </a:r>
            <a:endParaRPr/>
          </a:p>
          <a:p>
            <a:pPr indent="-228600" lvl="0" marL="228600" rtl="0" algn="l">
              <a:lnSpc>
                <a:spcPct val="90000"/>
              </a:lnSpc>
              <a:spcBef>
                <a:spcPts val="1000"/>
              </a:spcBef>
              <a:spcAft>
                <a:spcPts val="0"/>
              </a:spcAft>
              <a:buClr>
                <a:schemeClr val="dk1"/>
              </a:buClr>
              <a:buSzPts val="2400"/>
              <a:buChar char="•"/>
            </a:pPr>
            <a:r>
              <a:rPr b="1" lang="en-US" sz="2400"/>
              <a:t>Side handle</a:t>
            </a:r>
            <a:r>
              <a:rPr lang="en-US" sz="2400"/>
              <a:t> - It’s the circular handle present on the centre of each side. It’s used to set the top, left, bottom and right constraints of the view. </a:t>
            </a:r>
            <a:endParaRPr/>
          </a:p>
          <a:p>
            <a:pPr indent="-228600" lvl="0" marL="228600" rtl="0" algn="l">
              <a:lnSpc>
                <a:spcPct val="90000"/>
              </a:lnSpc>
              <a:spcBef>
                <a:spcPts val="1000"/>
              </a:spcBef>
              <a:spcAft>
                <a:spcPts val="0"/>
              </a:spcAft>
              <a:buClr>
                <a:schemeClr val="dk1"/>
              </a:buClr>
              <a:buSzPts val="2400"/>
              <a:buChar char="•"/>
            </a:pPr>
            <a:r>
              <a:rPr b="1" lang="en-US" sz="2400"/>
              <a:t>Baseline handle</a:t>
            </a:r>
            <a:r>
              <a:rPr lang="en-US" sz="2400"/>
              <a:t> - It’s used to align the baseline with another textview in the layout.</a:t>
            </a:r>
            <a:endParaRPr/>
          </a:p>
          <a:p>
            <a:pPr indent="-228600" lvl="0" marL="228600" rtl="0" algn="l">
              <a:lnSpc>
                <a:spcPct val="90000"/>
              </a:lnSpc>
              <a:spcBef>
                <a:spcPts val="1000"/>
              </a:spcBef>
              <a:spcAft>
                <a:spcPts val="0"/>
              </a:spcAft>
              <a:buClr>
                <a:schemeClr val="dk1"/>
              </a:buClr>
              <a:buSzPts val="2400"/>
              <a:buChar char="•"/>
            </a:pPr>
            <a:r>
              <a:rPr lang="en-US" sz="2400"/>
              <a:t>Let’s assign the constraints on the TextView and look into the xml code of it.</a:t>
            </a:r>
            <a:endParaRPr/>
          </a:p>
          <a:p>
            <a:pPr indent="-76200" lvl="0" marL="228600" rtl="0" algn="l">
              <a:lnSpc>
                <a:spcPct val="90000"/>
              </a:lnSpc>
              <a:spcBef>
                <a:spcPts val="1000"/>
              </a:spcBef>
              <a:spcAft>
                <a:spcPts val="0"/>
              </a:spcAft>
              <a:buClr>
                <a:schemeClr val="dk1"/>
              </a:buClr>
              <a:buSzPts val="2400"/>
              <a:buNone/>
            </a:pPr>
            <a:r>
              <a:t/>
            </a:r>
            <a:endParaRPr sz="2400"/>
          </a:p>
          <a:p>
            <a:pPr indent="-76200" lvl="0" marL="228600" rtl="0" algn="l">
              <a:lnSpc>
                <a:spcPct val="90000"/>
              </a:lnSpc>
              <a:spcBef>
                <a:spcPts val="1000"/>
              </a:spcBef>
              <a:spcAft>
                <a:spcPts val="0"/>
              </a:spcAft>
              <a:buClr>
                <a:schemeClr val="dk1"/>
              </a:buClr>
              <a:buSzPts val="2400"/>
              <a:buNone/>
            </a:pPr>
            <a:r>
              <a:t/>
            </a:r>
            <a:endParaRPr sz="2400"/>
          </a:p>
          <a:p>
            <a:pPr indent="-76200" lvl="0" marL="228600" rtl="0" algn="l">
              <a:lnSpc>
                <a:spcPct val="90000"/>
              </a:lnSpc>
              <a:spcBef>
                <a:spcPts val="1000"/>
              </a:spcBef>
              <a:spcAft>
                <a:spcPts val="0"/>
              </a:spcAft>
              <a:buClr>
                <a:schemeClr val="dk1"/>
              </a:buClr>
              <a:buSzPts val="2400"/>
              <a:buNone/>
            </a:pPr>
            <a:r>
              <a:t/>
            </a:r>
            <a:endParaRPr sz="2400"/>
          </a:p>
          <a:p>
            <a:pPr indent="-76200" lvl="0" marL="228600" rtl="0" algn="l">
              <a:lnSpc>
                <a:spcPct val="90000"/>
              </a:lnSpc>
              <a:spcBef>
                <a:spcPts val="1000"/>
              </a:spcBef>
              <a:spcAft>
                <a:spcPts val="0"/>
              </a:spcAft>
              <a:buClr>
                <a:schemeClr val="dk1"/>
              </a:buClr>
              <a:buSzPts val="2400"/>
              <a:buNone/>
            </a:pPr>
            <a:r>
              <a:t/>
            </a:r>
            <a:endParaRPr sz="2400"/>
          </a:p>
        </p:txBody>
      </p:sp>
      <p:sp>
        <p:nvSpPr>
          <p:cNvPr id="377" name="Google Shape;377;p32"/>
          <p:cNvSpPr txBox="1"/>
          <p:nvPr>
            <p:ph idx="12" type="sldNum"/>
          </p:nvPr>
        </p:nvSpPr>
        <p:spPr>
          <a:xfrm>
            <a:off x="9414933" y="642937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FFFFFF"/>
                </a:solidFill>
              </a:rPr>
              <a:t>‹#›</a:t>
            </a:fld>
            <a:endParaRPr>
              <a:solidFill>
                <a:srgbClr val="FFFFFF"/>
              </a:solidFill>
            </a:endParaRPr>
          </a:p>
        </p:txBody>
      </p:sp>
      <p:sp>
        <p:nvSpPr>
          <p:cNvPr id="378" name="Google Shape;378;p32"/>
          <p:cNvSpPr txBox="1"/>
          <p:nvPr/>
        </p:nvSpPr>
        <p:spPr>
          <a:xfrm>
            <a:off x="209265" y="202399"/>
            <a:ext cx="5732060" cy="423081"/>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1" lang="en-US" sz="3200">
                <a:solidFill>
                  <a:srgbClr val="002060"/>
                </a:solidFill>
                <a:latin typeface="Cambria"/>
                <a:ea typeface="Cambria"/>
                <a:cs typeface="Cambria"/>
                <a:sym typeface="Cambria"/>
              </a:rPr>
              <a:t>ConstraintLayout</a:t>
            </a:r>
            <a:endParaRPr b="1" sz="3200">
              <a:solidFill>
                <a:srgbClr val="002060"/>
              </a:solidFill>
              <a:latin typeface="Cambria"/>
              <a:ea typeface="Cambria"/>
              <a:cs typeface="Cambria"/>
              <a:sym typeface="Cambria"/>
            </a:endParaRPr>
          </a:p>
        </p:txBody>
      </p:sp>
      <p:pic>
        <p:nvPicPr>
          <p:cNvPr id="379" name="Google Shape;379;p32"/>
          <p:cNvPicPr preferRelativeResize="0"/>
          <p:nvPr/>
        </p:nvPicPr>
        <p:blipFill rotWithShape="1">
          <a:blip r:embed="rId3">
            <a:alphaModFix/>
          </a:blip>
          <a:srcRect b="0" l="0" r="0" t="0"/>
          <a:stretch/>
        </p:blipFill>
        <p:spPr>
          <a:xfrm>
            <a:off x="438120" y="3638161"/>
            <a:ext cx="3787517" cy="2791215"/>
          </a:xfrm>
          <a:prstGeom prst="rect">
            <a:avLst/>
          </a:prstGeom>
          <a:noFill/>
          <a:ln>
            <a:noFill/>
          </a:ln>
        </p:spPr>
      </p:pic>
      <p:pic>
        <p:nvPicPr>
          <p:cNvPr id="380" name="Google Shape;380;p32"/>
          <p:cNvPicPr preferRelativeResize="0"/>
          <p:nvPr/>
        </p:nvPicPr>
        <p:blipFill rotWithShape="1">
          <a:blip r:embed="rId4">
            <a:alphaModFix/>
          </a:blip>
          <a:srcRect b="0" l="0" r="0" t="0"/>
          <a:stretch/>
        </p:blipFill>
        <p:spPr>
          <a:xfrm>
            <a:off x="5486866" y="3707081"/>
            <a:ext cx="5734850" cy="168616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33"/>
          <p:cNvSpPr txBox="1"/>
          <p:nvPr>
            <p:ph idx="1" type="body"/>
          </p:nvPr>
        </p:nvSpPr>
        <p:spPr>
          <a:xfrm>
            <a:off x="209265" y="739367"/>
            <a:ext cx="11582401" cy="5287359"/>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400"/>
              <a:buChar char="•"/>
            </a:pPr>
            <a:r>
              <a:rPr lang="en-US" sz="2400"/>
              <a:t>Notice the Properties inspector pane at the right-hand side:</a:t>
            </a:r>
            <a:endParaRPr/>
          </a:p>
          <a:p>
            <a:pPr indent="-127000" lvl="0" marL="228600" rtl="0" algn="l">
              <a:lnSpc>
                <a:spcPct val="90000"/>
              </a:lnSpc>
              <a:spcBef>
                <a:spcPts val="1000"/>
              </a:spcBef>
              <a:spcAft>
                <a:spcPts val="0"/>
              </a:spcAft>
              <a:buClr>
                <a:schemeClr val="dk1"/>
              </a:buClr>
              <a:buSzPts val="1600"/>
              <a:buNone/>
            </a:pPr>
            <a:r>
              <a:t/>
            </a:r>
            <a:endParaRPr b="1" sz="1600"/>
          </a:p>
          <a:p>
            <a:pPr indent="-228600" lvl="6" marL="2971800" rtl="0" algn="l">
              <a:lnSpc>
                <a:spcPct val="90000"/>
              </a:lnSpc>
              <a:spcBef>
                <a:spcPts val="500"/>
              </a:spcBef>
              <a:spcAft>
                <a:spcPts val="0"/>
              </a:spcAft>
              <a:buClr>
                <a:schemeClr val="dk1"/>
              </a:buClr>
              <a:buSzPts val="1600"/>
              <a:buChar char="•"/>
            </a:pPr>
            <a:r>
              <a:rPr b="1" lang="en-US" sz="1600"/>
              <a:t>It shows the margins set for each side of the view. It also allows to change the size of the view by toggling between the following modes:</a:t>
            </a:r>
            <a:r>
              <a:rPr lang="en-US" sz="2400"/>
              <a:t> </a:t>
            </a:r>
            <a:endParaRPr/>
          </a:p>
          <a:p>
            <a:pPr indent="-228600" lvl="6" marL="2971800" rtl="0" algn="l">
              <a:lnSpc>
                <a:spcPct val="90000"/>
              </a:lnSpc>
              <a:spcBef>
                <a:spcPts val="500"/>
              </a:spcBef>
              <a:spcAft>
                <a:spcPts val="0"/>
              </a:spcAft>
              <a:buClr>
                <a:schemeClr val="dk1"/>
              </a:buClr>
              <a:buSzPts val="2400"/>
              <a:buChar char="•"/>
            </a:pPr>
            <a:r>
              <a:rPr lang="en-US" sz="2400"/>
              <a:t> </a:t>
            </a:r>
            <a:r>
              <a:rPr b="1" lang="en-US" sz="2400"/>
              <a:t>Wrap Content</a:t>
            </a:r>
            <a:r>
              <a:rPr lang="en-US" sz="2400"/>
              <a:t> - This wraps the view to fill it’s content. </a:t>
            </a:r>
            <a:endParaRPr/>
          </a:p>
          <a:p>
            <a:pPr indent="-228600" lvl="6" marL="2971800" rtl="0" algn="l">
              <a:lnSpc>
                <a:spcPct val="90000"/>
              </a:lnSpc>
              <a:spcBef>
                <a:spcPts val="500"/>
              </a:spcBef>
              <a:spcAft>
                <a:spcPts val="0"/>
              </a:spcAft>
              <a:buClr>
                <a:schemeClr val="dk1"/>
              </a:buClr>
              <a:buSzPts val="2400"/>
              <a:buChar char="•"/>
            </a:pPr>
            <a:r>
              <a:rPr b="1" lang="en-US" sz="2400"/>
              <a:t>Any Size</a:t>
            </a:r>
            <a:r>
              <a:rPr lang="en-US" sz="2400"/>
              <a:t> - This is similar to match parent. </a:t>
            </a:r>
            <a:endParaRPr/>
          </a:p>
          <a:p>
            <a:pPr indent="-228600" lvl="6" marL="2971800" rtl="0" algn="l">
              <a:lnSpc>
                <a:spcPct val="90000"/>
              </a:lnSpc>
              <a:spcBef>
                <a:spcPts val="500"/>
              </a:spcBef>
              <a:spcAft>
                <a:spcPts val="0"/>
              </a:spcAft>
              <a:buClr>
                <a:schemeClr val="dk1"/>
              </a:buClr>
              <a:buSzPts val="2400"/>
              <a:buChar char="•"/>
            </a:pPr>
            <a:r>
              <a:rPr b="1" lang="en-US" sz="2400"/>
              <a:t>Fixed Size</a:t>
            </a:r>
            <a:r>
              <a:rPr lang="en-US" sz="2400"/>
              <a:t> - This allows us to set constant width and height. </a:t>
            </a:r>
            <a:endParaRPr sz="2400"/>
          </a:p>
        </p:txBody>
      </p:sp>
      <p:sp>
        <p:nvSpPr>
          <p:cNvPr id="386" name="Google Shape;386;p33"/>
          <p:cNvSpPr txBox="1"/>
          <p:nvPr>
            <p:ph idx="12" type="sldNum"/>
          </p:nvPr>
        </p:nvSpPr>
        <p:spPr>
          <a:xfrm>
            <a:off x="9414933" y="642937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FFFFFF"/>
                </a:solidFill>
              </a:rPr>
              <a:t>‹#›</a:t>
            </a:fld>
            <a:endParaRPr>
              <a:solidFill>
                <a:srgbClr val="FFFFFF"/>
              </a:solidFill>
            </a:endParaRPr>
          </a:p>
        </p:txBody>
      </p:sp>
      <p:sp>
        <p:nvSpPr>
          <p:cNvPr id="387" name="Google Shape;387;p33"/>
          <p:cNvSpPr txBox="1"/>
          <p:nvPr/>
        </p:nvSpPr>
        <p:spPr>
          <a:xfrm>
            <a:off x="209265" y="202399"/>
            <a:ext cx="5732060" cy="423081"/>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1" lang="en-US" sz="3200">
                <a:solidFill>
                  <a:srgbClr val="002060"/>
                </a:solidFill>
                <a:latin typeface="Cambria"/>
                <a:ea typeface="Cambria"/>
                <a:cs typeface="Cambria"/>
                <a:sym typeface="Cambria"/>
              </a:rPr>
              <a:t>ConstraintLayout</a:t>
            </a:r>
            <a:endParaRPr b="1" sz="3200">
              <a:solidFill>
                <a:srgbClr val="002060"/>
              </a:solidFill>
              <a:latin typeface="Cambria"/>
              <a:ea typeface="Cambria"/>
              <a:cs typeface="Cambria"/>
              <a:sym typeface="Cambria"/>
            </a:endParaRPr>
          </a:p>
        </p:txBody>
      </p:sp>
      <p:pic>
        <p:nvPicPr>
          <p:cNvPr descr="Android ConstraintLayout textview properties" id="388" name="Google Shape;388;p33">
            <a:hlinkClick r:id="rId3"/>
          </p:cNvPr>
          <p:cNvPicPr preferRelativeResize="0"/>
          <p:nvPr/>
        </p:nvPicPr>
        <p:blipFill rotWithShape="1">
          <a:blip r:embed="rId4">
            <a:alphaModFix/>
          </a:blip>
          <a:srcRect b="0" l="0" r="0" t="0"/>
          <a:stretch/>
        </p:blipFill>
        <p:spPr>
          <a:xfrm>
            <a:off x="672061" y="1221942"/>
            <a:ext cx="2258060" cy="2003425"/>
          </a:xfrm>
          <a:prstGeom prst="rect">
            <a:avLst/>
          </a:prstGeom>
          <a:noFill/>
          <a:ln>
            <a:noFill/>
          </a:ln>
        </p:spPr>
      </p:pic>
      <p:pic>
        <p:nvPicPr>
          <p:cNvPr descr="Android ConstraintLayout wrap" id="389" name="Google Shape;389;p33">
            <a:hlinkClick r:id="rId5"/>
          </p:cNvPr>
          <p:cNvPicPr preferRelativeResize="0"/>
          <p:nvPr/>
        </p:nvPicPr>
        <p:blipFill rotWithShape="1">
          <a:blip r:embed="rId6">
            <a:alphaModFix/>
          </a:blip>
          <a:srcRect b="0" l="0" r="0" t="0"/>
          <a:stretch/>
        </p:blipFill>
        <p:spPr>
          <a:xfrm>
            <a:off x="10414427" y="2223654"/>
            <a:ext cx="318135" cy="334010"/>
          </a:xfrm>
          <a:prstGeom prst="rect">
            <a:avLst/>
          </a:prstGeom>
          <a:noFill/>
          <a:ln>
            <a:noFill/>
          </a:ln>
        </p:spPr>
      </p:pic>
      <p:pic>
        <p:nvPicPr>
          <p:cNvPr descr="Android ConstraintLayout any size" id="390" name="Google Shape;390;p33">
            <a:hlinkClick r:id="rId7"/>
          </p:cNvPr>
          <p:cNvPicPr preferRelativeResize="0"/>
          <p:nvPr/>
        </p:nvPicPr>
        <p:blipFill rotWithShape="1">
          <a:blip r:embed="rId8">
            <a:alphaModFix/>
          </a:blip>
          <a:srcRect b="0" l="0" r="0" t="0"/>
          <a:stretch/>
        </p:blipFill>
        <p:spPr>
          <a:xfrm>
            <a:off x="9065048" y="2557664"/>
            <a:ext cx="349885" cy="349885"/>
          </a:xfrm>
          <a:prstGeom prst="rect">
            <a:avLst/>
          </a:prstGeom>
          <a:noFill/>
          <a:ln>
            <a:noFill/>
          </a:ln>
        </p:spPr>
      </p:pic>
      <p:pic>
        <p:nvPicPr>
          <p:cNvPr descr="Android ConstraintLayout fixed mode" id="391" name="Google Shape;391;p33">
            <a:hlinkClick r:id="rId9"/>
          </p:cNvPr>
          <p:cNvPicPr preferRelativeResize="0"/>
          <p:nvPr/>
        </p:nvPicPr>
        <p:blipFill rotWithShape="1">
          <a:blip r:embed="rId10">
            <a:alphaModFix/>
          </a:blip>
          <a:srcRect b="0" l="0" r="0" t="0"/>
          <a:stretch/>
        </p:blipFill>
        <p:spPr>
          <a:xfrm>
            <a:off x="10786533" y="2907549"/>
            <a:ext cx="334010" cy="33401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34"/>
          <p:cNvSpPr txBox="1"/>
          <p:nvPr>
            <p:ph idx="2" type="body"/>
          </p:nvPr>
        </p:nvSpPr>
        <p:spPr>
          <a:xfrm>
            <a:off x="839789" y="817418"/>
            <a:ext cx="5157787" cy="5372245"/>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400"/>
              <a:buChar char="•"/>
            </a:pPr>
            <a:r>
              <a:rPr lang="en-US" sz="2400"/>
              <a:t>Sample.xml</a:t>
            </a:r>
            <a:endParaRPr/>
          </a:p>
          <a:p>
            <a:pPr indent="0" lvl="0" marL="0" rtl="0" algn="l">
              <a:lnSpc>
                <a:spcPct val="90000"/>
              </a:lnSpc>
              <a:spcBef>
                <a:spcPts val="1000"/>
              </a:spcBef>
              <a:spcAft>
                <a:spcPts val="0"/>
              </a:spcAft>
              <a:buClr>
                <a:schemeClr val="dk1"/>
              </a:buClr>
              <a:buSzPts val="1600"/>
              <a:buNone/>
            </a:pPr>
            <a:r>
              <a:rPr lang="en-US" sz="1600"/>
              <a:t>&lt;?xml version="1.0" encoding="utf-8"?&gt;</a:t>
            </a:r>
            <a:endParaRPr/>
          </a:p>
          <a:p>
            <a:pPr indent="0" lvl="0" marL="0" rtl="0" algn="l">
              <a:lnSpc>
                <a:spcPct val="90000"/>
              </a:lnSpc>
              <a:spcBef>
                <a:spcPts val="1000"/>
              </a:spcBef>
              <a:spcAft>
                <a:spcPts val="0"/>
              </a:spcAft>
              <a:buClr>
                <a:schemeClr val="dk1"/>
              </a:buClr>
              <a:buSzPts val="1600"/>
              <a:buNone/>
            </a:pPr>
            <a:r>
              <a:rPr lang="en-US" sz="1600"/>
              <a:t>&lt;android.support.constraint.ConstraintLayout</a:t>
            </a:r>
            <a:endParaRPr sz="1600"/>
          </a:p>
          <a:p>
            <a:pPr indent="0" lvl="0" marL="0" rtl="0" algn="l">
              <a:lnSpc>
                <a:spcPct val="90000"/>
              </a:lnSpc>
              <a:spcBef>
                <a:spcPts val="1000"/>
              </a:spcBef>
              <a:spcAft>
                <a:spcPts val="0"/>
              </a:spcAft>
              <a:buClr>
                <a:schemeClr val="dk1"/>
              </a:buClr>
              <a:buSzPts val="1600"/>
              <a:buNone/>
            </a:pPr>
            <a:r>
              <a:rPr lang="en-US" sz="1600"/>
              <a:t>    xmlns:android="https://schemas.android.com/apk/res/android" </a:t>
            </a:r>
            <a:endParaRPr sz="1600"/>
          </a:p>
          <a:p>
            <a:pPr indent="0" lvl="0" marL="0" rtl="0" algn="l">
              <a:lnSpc>
                <a:spcPct val="90000"/>
              </a:lnSpc>
              <a:spcBef>
                <a:spcPts val="1000"/>
              </a:spcBef>
              <a:spcAft>
                <a:spcPts val="0"/>
              </a:spcAft>
              <a:buClr>
                <a:schemeClr val="dk1"/>
              </a:buClr>
              <a:buSzPts val="1600"/>
              <a:buNone/>
            </a:pPr>
            <a:r>
              <a:rPr lang="en-US" sz="1600"/>
              <a:t>    xmlns:app="https://schemas.android.com/apk/res-auto"</a:t>
            </a:r>
            <a:endParaRPr/>
          </a:p>
          <a:p>
            <a:pPr indent="0" lvl="0" marL="0" rtl="0" algn="l">
              <a:lnSpc>
                <a:spcPct val="90000"/>
              </a:lnSpc>
              <a:spcBef>
                <a:spcPts val="1000"/>
              </a:spcBef>
              <a:spcAft>
                <a:spcPts val="0"/>
              </a:spcAft>
              <a:buClr>
                <a:schemeClr val="dk1"/>
              </a:buClr>
              <a:buSzPts val="1600"/>
              <a:buNone/>
            </a:pPr>
            <a:r>
              <a:rPr lang="en-US" sz="1600"/>
              <a:t>    android:layout_width="match_parent"</a:t>
            </a:r>
            <a:endParaRPr/>
          </a:p>
          <a:p>
            <a:pPr indent="0" lvl="0" marL="0" rtl="0" algn="l">
              <a:lnSpc>
                <a:spcPct val="90000"/>
              </a:lnSpc>
              <a:spcBef>
                <a:spcPts val="1000"/>
              </a:spcBef>
              <a:spcAft>
                <a:spcPts val="0"/>
              </a:spcAft>
              <a:buClr>
                <a:schemeClr val="dk1"/>
              </a:buClr>
              <a:buSzPts val="1600"/>
              <a:buNone/>
            </a:pPr>
            <a:r>
              <a:rPr lang="en-US" sz="1600"/>
              <a:t>    android:layout_height="match_parent"&gt;</a:t>
            </a:r>
            <a:endParaRPr/>
          </a:p>
          <a:p>
            <a:pPr indent="0" lvl="0" marL="0" rtl="0" algn="l">
              <a:lnSpc>
                <a:spcPct val="90000"/>
              </a:lnSpc>
              <a:spcBef>
                <a:spcPts val="1000"/>
              </a:spcBef>
              <a:spcAft>
                <a:spcPts val="0"/>
              </a:spcAft>
              <a:buClr>
                <a:schemeClr val="dk1"/>
              </a:buClr>
              <a:buSzPts val="1600"/>
              <a:buNone/>
            </a:pPr>
            <a:r>
              <a:rPr lang="en-US" sz="1600"/>
              <a:t> </a:t>
            </a:r>
            <a:endParaRPr/>
          </a:p>
          <a:p>
            <a:pPr indent="-76200" lvl="0" marL="228600" rtl="0" algn="l">
              <a:lnSpc>
                <a:spcPct val="90000"/>
              </a:lnSpc>
              <a:spcBef>
                <a:spcPts val="1000"/>
              </a:spcBef>
              <a:spcAft>
                <a:spcPts val="0"/>
              </a:spcAft>
              <a:buClr>
                <a:schemeClr val="dk1"/>
              </a:buClr>
              <a:buSzPts val="2400"/>
              <a:buNone/>
            </a:pPr>
            <a:r>
              <a:t/>
            </a:r>
            <a:endParaRPr sz="2400"/>
          </a:p>
        </p:txBody>
      </p:sp>
      <p:sp>
        <p:nvSpPr>
          <p:cNvPr id="397" name="Google Shape;397;p34"/>
          <p:cNvSpPr txBox="1"/>
          <p:nvPr>
            <p:ph idx="4" type="body"/>
          </p:nvPr>
        </p:nvSpPr>
        <p:spPr>
          <a:xfrm>
            <a:off x="6172201" y="498764"/>
            <a:ext cx="5183188" cy="569089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None/>
            </a:pPr>
            <a:r>
              <a:rPr lang="en-US"/>
              <a:t> </a:t>
            </a:r>
            <a:r>
              <a:rPr lang="en-US" sz="1600"/>
              <a:t>&lt;TextView</a:t>
            </a:r>
            <a:endParaRPr sz="1600"/>
          </a:p>
          <a:p>
            <a:pPr indent="0" lvl="0" marL="0" rtl="0" algn="l">
              <a:lnSpc>
                <a:spcPct val="90000"/>
              </a:lnSpc>
              <a:spcBef>
                <a:spcPts val="1000"/>
              </a:spcBef>
              <a:spcAft>
                <a:spcPts val="0"/>
              </a:spcAft>
              <a:buClr>
                <a:schemeClr val="dk1"/>
              </a:buClr>
              <a:buSzPts val="1600"/>
              <a:buNone/>
            </a:pPr>
            <a:r>
              <a:rPr lang="en-US" sz="1600"/>
              <a:t>        android:text="TextView"</a:t>
            </a:r>
            <a:endParaRPr/>
          </a:p>
          <a:p>
            <a:pPr indent="0" lvl="0" marL="0" rtl="0" algn="l">
              <a:lnSpc>
                <a:spcPct val="90000"/>
              </a:lnSpc>
              <a:spcBef>
                <a:spcPts val="1000"/>
              </a:spcBef>
              <a:spcAft>
                <a:spcPts val="0"/>
              </a:spcAft>
              <a:buClr>
                <a:schemeClr val="dk1"/>
              </a:buClr>
              <a:buSzPts val="1600"/>
              <a:buNone/>
            </a:pPr>
            <a:r>
              <a:rPr lang="en-US" sz="1600"/>
              <a:t>        android:layout_width="wrap_content"</a:t>
            </a:r>
            <a:endParaRPr/>
          </a:p>
          <a:p>
            <a:pPr indent="0" lvl="0" marL="0" rtl="0" algn="l">
              <a:lnSpc>
                <a:spcPct val="90000"/>
              </a:lnSpc>
              <a:spcBef>
                <a:spcPts val="1000"/>
              </a:spcBef>
              <a:spcAft>
                <a:spcPts val="0"/>
              </a:spcAft>
              <a:buClr>
                <a:schemeClr val="dk1"/>
              </a:buClr>
              <a:buSzPts val="1600"/>
              <a:buNone/>
            </a:pPr>
            <a:r>
              <a:rPr lang="en-US" sz="1600"/>
              <a:t>        android:layout_height="wrap_content"</a:t>
            </a:r>
            <a:endParaRPr/>
          </a:p>
          <a:p>
            <a:pPr indent="0" lvl="0" marL="0" rtl="0" algn="l">
              <a:lnSpc>
                <a:spcPct val="90000"/>
              </a:lnSpc>
              <a:spcBef>
                <a:spcPts val="1000"/>
              </a:spcBef>
              <a:spcAft>
                <a:spcPts val="0"/>
              </a:spcAft>
              <a:buClr>
                <a:schemeClr val="dk1"/>
              </a:buClr>
              <a:buSzPts val="1600"/>
              <a:buNone/>
            </a:pPr>
            <a:r>
              <a:rPr lang="en-US" sz="1600"/>
              <a:t>        android:id="@+id/textView"</a:t>
            </a:r>
            <a:endParaRPr/>
          </a:p>
          <a:p>
            <a:pPr indent="0" lvl="0" marL="0" rtl="0" algn="l">
              <a:lnSpc>
                <a:spcPct val="90000"/>
              </a:lnSpc>
              <a:spcBef>
                <a:spcPts val="1000"/>
              </a:spcBef>
              <a:spcAft>
                <a:spcPts val="0"/>
              </a:spcAft>
              <a:buClr>
                <a:schemeClr val="dk1"/>
              </a:buClr>
              <a:buSzPts val="1600"/>
              <a:buNone/>
            </a:pPr>
            <a:r>
              <a:rPr lang="en-US" sz="1600"/>
              <a:t>        android:layout_marginStart="16dp"</a:t>
            </a:r>
            <a:endParaRPr/>
          </a:p>
          <a:p>
            <a:pPr indent="0" lvl="0" marL="0" rtl="0" algn="l">
              <a:lnSpc>
                <a:spcPct val="90000"/>
              </a:lnSpc>
              <a:spcBef>
                <a:spcPts val="1000"/>
              </a:spcBef>
              <a:spcAft>
                <a:spcPts val="0"/>
              </a:spcAft>
              <a:buClr>
                <a:schemeClr val="dk1"/>
              </a:buClr>
              <a:buSzPts val="1600"/>
              <a:buNone/>
            </a:pPr>
            <a:r>
              <a:rPr lang="en-US" sz="1600"/>
              <a:t>        android:layout_marginTop="16dp"</a:t>
            </a:r>
            <a:endParaRPr/>
          </a:p>
          <a:p>
            <a:pPr indent="0" lvl="0" marL="0" rtl="0" algn="l">
              <a:lnSpc>
                <a:spcPct val="90000"/>
              </a:lnSpc>
              <a:spcBef>
                <a:spcPts val="1000"/>
              </a:spcBef>
              <a:spcAft>
                <a:spcPts val="0"/>
              </a:spcAft>
              <a:buClr>
                <a:schemeClr val="dk1"/>
              </a:buClr>
              <a:buSzPts val="1600"/>
              <a:buNone/>
            </a:pPr>
            <a:r>
              <a:rPr lang="en-US" sz="1600"/>
              <a:t>        app:layout_constraintLeft_toLeftOf="parent"</a:t>
            </a:r>
            <a:endParaRPr/>
          </a:p>
          <a:p>
            <a:pPr indent="0" lvl="0" marL="0" rtl="0" algn="l">
              <a:lnSpc>
                <a:spcPct val="90000"/>
              </a:lnSpc>
              <a:spcBef>
                <a:spcPts val="1000"/>
              </a:spcBef>
              <a:spcAft>
                <a:spcPts val="0"/>
              </a:spcAft>
              <a:buClr>
                <a:schemeClr val="dk1"/>
              </a:buClr>
              <a:buSzPts val="1600"/>
              <a:buNone/>
            </a:pPr>
            <a:r>
              <a:rPr lang="en-US" sz="1600"/>
              <a:t>        app:layout_constraintTop_toTopOf="parent"</a:t>
            </a:r>
            <a:endParaRPr/>
          </a:p>
          <a:p>
            <a:pPr indent="0" lvl="0" marL="0" rtl="0" algn="l">
              <a:lnSpc>
                <a:spcPct val="90000"/>
              </a:lnSpc>
              <a:spcBef>
                <a:spcPts val="1000"/>
              </a:spcBef>
              <a:spcAft>
                <a:spcPts val="0"/>
              </a:spcAft>
              <a:buClr>
                <a:schemeClr val="dk1"/>
              </a:buClr>
              <a:buSzPts val="1600"/>
              <a:buNone/>
            </a:pPr>
            <a:r>
              <a:rPr lang="en-US" sz="1600"/>
              <a:t>        android:layout_marginLeft="16dp"</a:t>
            </a:r>
            <a:endParaRPr/>
          </a:p>
          <a:p>
            <a:pPr indent="0" lvl="0" marL="0" rtl="0" algn="l">
              <a:lnSpc>
                <a:spcPct val="90000"/>
              </a:lnSpc>
              <a:spcBef>
                <a:spcPts val="1000"/>
              </a:spcBef>
              <a:spcAft>
                <a:spcPts val="0"/>
              </a:spcAft>
              <a:buClr>
                <a:schemeClr val="dk1"/>
              </a:buClr>
              <a:buSzPts val="1600"/>
              <a:buNone/>
            </a:pPr>
            <a:r>
              <a:rPr lang="en-US" sz="1600"/>
              <a:t>        android:layout_marginEnd="16dp"</a:t>
            </a:r>
            <a:endParaRPr/>
          </a:p>
          <a:p>
            <a:pPr indent="0" lvl="0" marL="0" rtl="0" algn="l">
              <a:lnSpc>
                <a:spcPct val="90000"/>
              </a:lnSpc>
              <a:spcBef>
                <a:spcPts val="1000"/>
              </a:spcBef>
              <a:spcAft>
                <a:spcPts val="0"/>
              </a:spcAft>
              <a:buClr>
                <a:schemeClr val="dk1"/>
              </a:buClr>
              <a:buSzPts val="1600"/>
              <a:buNone/>
            </a:pPr>
            <a:r>
              <a:rPr lang="en-US" sz="1600"/>
              <a:t>        app:layout_constraintRight_toRightOf="parent"</a:t>
            </a:r>
            <a:endParaRPr/>
          </a:p>
          <a:p>
            <a:pPr indent="0" lvl="0" marL="0" rtl="0" algn="l">
              <a:lnSpc>
                <a:spcPct val="90000"/>
              </a:lnSpc>
              <a:spcBef>
                <a:spcPts val="1000"/>
              </a:spcBef>
              <a:spcAft>
                <a:spcPts val="0"/>
              </a:spcAft>
              <a:buClr>
                <a:schemeClr val="dk1"/>
              </a:buClr>
              <a:buSzPts val="1600"/>
              <a:buNone/>
            </a:pPr>
            <a:r>
              <a:rPr lang="en-US" sz="1600"/>
              <a:t>        android:layout_marginRight="16dp" /&gt;</a:t>
            </a:r>
            <a:endParaRPr/>
          </a:p>
          <a:p>
            <a:pPr indent="0" lvl="0" marL="0" rtl="0" algn="l">
              <a:lnSpc>
                <a:spcPct val="90000"/>
              </a:lnSpc>
              <a:spcBef>
                <a:spcPts val="1000"/>
              </a:spcBef>
              <a:spcAft>
                <a:spcPts val="0"/>
              </a:spcAft>
              <a:buClr>
                <a:schemeClr val="dk1"/>
              </a:buClr>
              <a:buSzPts val="1600"/>
              <a:buNone/>
            </a:pPr>
            <a:r>
              <a:rPr lang="en-US" sz="1600"/>
              <a:t>&lt;/android.support.constraint.ConstraintLayout&gt;</a:t>
            </a:r>
            <a:endParaRPr/>
          </a:p>
        </p:txBody>
      </p:sp>
      <p:sp>
        <p:nvSpPr>
          <p:cNvPr id="398" name="Google Shape;398;p34"/>
          <p:cNvSpPr txBox="1"/>
          <p:nvPr>
            <p:ph idx="12" type="sldNum"/>
          </p:nvPr>
        </p:nvSpPr>
        <p:spPr>
          <a:xfrm>
            <a:off x="8610600" y="6356351"/>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FFFFFF"/>
                </a:solidFill>
              </a:rPr>
              <a:t>‹#›</a:t>
            </a:fld>
            <a:endParaRPr>
              <a:solidFill>
                <a:srgbClr val="FFFFFF"/>
              </a:solidFill>
            </a:endParaRPr>
          </a:p>
        </p:txBody>
      </p:sp>
      <p:sp>
        <p:nvSpPr>
          <p:cNvPr id="399" name="Google Shape;399;p34"/>
          <p:cNvSpPr txBox="1"/>
          <p:nvPr/>
        </p:nvSpPr>
        <p:spPr>
          <a:xfrm>
            <a:off x="209265" y="146980"/>
            <a:ext cx="5732060" cy="423081"/>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1" lang="en-US" sz="3200">
                <a:solidFill>
                  <a:srgbClr val="002060"/>
                </a:solidFill>
                <a:latin typeface="Cambria"/>
                <a:ea typeface="Cambria"/>
                <a:cs typeface="Cambria"/>
                <a:sym typeface="Cambria"/>
              </a:rPr>
              <a:t>ConstraintLayout</a:t>
            </a:r>
            <a:endParaRPr b="1" sz="3200">
              <a:solidFill>
                <a:srgbClr val="002060"/>
              </a:solidFill>
              <a:latin typeface="Cambria"/>
              <a:ea typeface="Cambria"/>
              <a:cs typeface="Cambria"/>
              <a:sym typeface="Cambria"/>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35"/>
          <p:cNvSpPr txBox="1"/>
          <p:nvPr>
            <p:ph idx="1" type="body"/>
          </p:nvPr>
        </p:nvSpPr>
        <p:spPr>
          <a:xfrm>
            <a:off x="209265" y="739367"/>
            <a:ext cx="11582401" cy="5287359"/>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400"/>
              <a:buChar char="•"/>
            </a:pPr>
            <a:r>
              <a:rPr lang="en-US" sz="2400"/>
              <a:t>TextView with another TextView </a:t>
            </a:r>
            <a:endParaRPr/>
          </a:p>
          <a:p>
            <a:pPr indent="-228600" lvl="0" marL="228600" rtl="0" algn="l">
              <a:lnSpc>
                <a:spcPct val="90000"/>
              </a:lnSpc>
              <a:spcBef>
                <a:spcPts val="1000"/>
              </a:spcBef>
              <a:spcAft>
                <a:spcPts val="0"/>
              </a:spcAft>
              <a:buClr>
                <a:schemeClr val="dk1"/>
              </a:buClr>
              <a:buSzPts val="2400"/>
              <a:buChar char="•"/>
            </a:pPr>
            <a:r>
              <a:rPr lang="en-US" sz="2400"/>
              <a:t>Baseline allignment</a:t>
            </a:r>
            <a:endParaRPr sz="2400"/>
          </a:p>
          <a:p>
            <a:pPr indent="-76200" lvl="0" marL="228600" rtl="0" algn="l">
              <a:lnSpc>
                <a:spcPct val="90000"/>
              </a:lnSpc>
              <a:spcBef>
                <a:spcPts val="1000"/>
              </a:spcBef>
              <a:spcAft>
                <a:spcPts val="0"/>
              </a:spcAft>
              <a:buClr>
                <a:schemeClr val="dk1"/>
              </a:buClr>
              <a:buSzPts val="2400"/>
              <a:buNone/>
            </a:pPr>
            <a:r>
              <a:t/>
            </a:r>
            <a:endParaRPr sz="2400"/>
          </a:p>
          <a:p>
            <a:pPr indent="-76200" lvl="0" marL="228600" rtl="0" algn="l">
              <a:lnSpc>
                <a:spcPct val="90000"/>
              </a:lnSpc>
              <a:spcBef>
                <a:spcPts val="1000"/>
              </a:spcBef>
              <a:spcAft>
                <a:spcPts val="0"/>
              </a:spcAft>
              <a:buClr>
                <a:schemeClr val="dk1"/>
              </a:buClr>
              <a:buSzPts val="2400"/>
              <a:buNone/>
            </a:pPr>
            <a:r>
              <a:t/>
            </a:r>
            <a:endParaRPr sz="2400"/>
          </a:p>
          <a:p>
            <a:pPr indent="-76200" lvl="0" marL="228600" rtl="0" algn="l">
              <a:lnSpc>
                <a:spcPct val="90000"/>
              </a:lnSpc>
              <a:spcBef>
                <a:spcPts val="1000"/>
              </a:spcBef>
              <a:spcAft>
                <a:spcPts val="0"/>
              </a:spcAft>
              <a:buClr>
                <a:schemeClr val="dk1"/>
              </a:buClr>
              <a:buSzPts val="2400"/>
              <a:buNone/>
            </a:pPr>
            <a:r>
              <a:t/>
            </a:r>
            <a:endParaRPr sz="2400"/>
          </a:p>
          <a:p>
            <a:pPr indent="-76200" lvl="0" marL="228600" rtl="0" algn="l">
              <a:lnSpc>
                <a:spcPct val="90000"/>
              </a:lnSpc>
              <a:spcBef>
                <a:spcPts val="1000"/>
              </a:spcBef>
              <a:spcAft>
                <a:spcPts val="0"/>
              </a:spcAft>
              <a:buClr>
                <a:schemeClr val="dk1"/>
              </a:buClr>
              <a:buSzPts val="2400"/>
              <a:buNone/>
            </a:pPr>
            <a:r>
              <a:t/>
            </a:r>
            <a:endParaRPr sz="2400"/>
          </a:p>
        </p:txBody>
      </p:sp>
      <p:sp>
        <p:nvSpPr>
          <p:cNvPr id="405" name="Google Shape;405;p35"/>
          <p:cNvSpPr txBox="1"/>
          <p:nvPr>
            <p:ph idx="12" type="sldNum"/>
          </p:nvPr>
        </p:nvSpPr>
        <p:spPr>
          <a:xfrm>
            <a:off x="9414933" y="642937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FFFFFF"/>
                </a:solidFill>
              </a:rPr>
              <a:t>‹#›</a:t>
            </a:fld>
            <a:endParaRPr>
              <a:solidFill>
                <a:srgbClr val="FFFFFF"/>
              </a:solidFill>
            </a:endParaRPr>
          </a:p>
        </p:txBody>
      </p:sp>
      <p:sp>
        <p:nvSpPr>
          <p:cNvPr id="406" name="Google Shape;406;p35"/>
          <p:cNvSpPr txBox="1"/>
          <p:nvPr/>
        </p:nvSpPr>
        <p:spPr>
          <a:xfrm>
            <a:off x="209265" y="202399"/>
            <a:ext cx="5732060" cy="423081"/>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1" lang="en-US" sz="3200">
                <a:solidFill>
                  <a:srgbClr val="002060"/>
                </a:solidFill>
                <a:latin typeface="Cambria"/>
                <a:ea typeface="Cambria"/>
                <a:cs typeface="Cambria"/>
                <a:sym typeface="Cambria"/>
              </a:rPr>
              <a:t>ConstraintLayout</a:t>
            </a:r>
            <a:endParaRPr b="1" sz="3200">
              <a:solidFill>
                <a:srgbClr val="002060"/>
              </a:solidFill>
              <a:latin typeface="Cambria"/>
              <a:ea typeface="Cambria"/>
              <a:cs typeface="Cambria"/>
              <a:sym typeface="Cambria"/>
            </a:endParaRPr>
          </a:p>
        </p:txBody>
      </p:sp>
      <p:pic>
        <p:nvPicPr>
          <p:cNvPr descr="Android ConstraintLayout tutorial" id="407" name="Google Shape;407;p35">
            <a:hlinkClick r:id="rId3"/>
          </p:cNvPr>
          <p:cNvPicPr preferRelativeResize="0"/>
          <p:nvPr/>
        </p:nvPicPr>
        <p:blipFill rotWithShape="1">
          <a:blip r:embed="rId4">
            <a:alphaModFix/>
          </a:blip>
          <a:srcRect b="0" l="0" r="0" t="0"/>
          <a:stretch/>
        </p:blipFill>
        <p:spPr>
          <a:xfrm>
            <a:off x="3229610" y="2587625"/>
            <a:ext cx="5732780" cy="16827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36"/>
          <p:cNvSpPr txBox="1"/>
          <p:nvPr>
            <p:ph idx="2" type="body"/>
          </p:nvPr>
        </p:nvSpPr>
        <p:spPr>
          <a:xfrm>
            <a:off x="839789" y="817418"/>
            <a:ext cx="5157787" cy="5372245"/>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400"/>
              <a:buChar char="•"/>
            </a:pPr>
            <a:r>
              <a:rPr lang="en-US" sz="2400"/>
              <a:t>baseline.xml</a:t>
            </a:r>
            <a:endParaRPr/>
          </a:p>
          <a:p>
            <a:pPr indent="0" lvl="0" marL="0" rtl="0" algn="l">
              <a:lnSpc>
                <a:spcPct val="90000"/>
              </a:lnSpc>
              <a:spcBef>
                <a:spcPts val="1000"/>
              </a:spcBef>
              <a:spcAft>
                <a:spcPts val="0"/>
              </a:spcAft>
              <a:buClr>
                <a:schemeClr val="dk1"/>
              </a:buClr>
              <a:buSzPts val="1600"/>
              <a:buNone/>
            </a:pPr>
            <a:r>
              <a:rPr lang="en-US" sz="1600"/>
              <a:t>&lt;TextView</a:t>
            </a:r>
            <a:endParaRPr sz="1600"/>
          </a:p>
          <a:p>
            <a:pPr indent="0" lvl="0" marL="0" rtl="0" algn="l">
              <a:lnSpc>
                <a:spcPct val="90000"/>
              </a:lnSpc>
              <a:spcBef>
                <a:spcPts val="1000"/>
              </a:spcBef>
              <a:spcAft>
                <a:spcPts val="0"/>
              </a:spcAft>
              <a:buClr>
                <a:schemeClr val="dk1"/>
              </a:buClr>
              <a:buSzPts val="1600"/>
              <a:buNone/>
            </a:pPr>
            <a:r>
              <a:rPr lang="en-US" sz="1600"/>
              <a:t>        android:text="TextView"</a:t>
            </a:r>
            <a:endParaRPr/>
          </a:p>
          <a:p>
            <a:pPr indent="0" lvl="0" marL="0" rtl="0" algn="l">
              <a:lnSpc>
                <a:spcPct val="90000"/>
              </a:lnSpc>
              <a:spcBef>
                <a:spcPts val="1000"/>
              </a:spcBef>
              <a:spcAft>
                <a:spcPts val="0"/>
              </a:spcAft>
              <a:buClr>
                <a:schemeClr val="dk1"/>
              </a:buClr>
              <a:buSzPts val="1600"/>
              <a:buNone/>
            </a:pPr>
            <a:r>
              <a:rPr lang="en-US" sz="1600"/>
              <a:t>        android:layout_width="wrap_content"</a:t>
            </a:r>
            <a:endParaRPr/>
          </a:p>
          <a:p>
            <a:pPr indent="0" lvl="0" marL="0" rtl="0" algn="l">
              <a:lnSpc>
                <a:spcPct val="90000"/>
              </a:lnSpc>
              <a:spcBef>
                <a:spcPts val="1000"/>
              </a:spcBef>
              <a:spcAft>
                <a:spcPts val="0"/>
              </a:spcAft>
              <a:buClr>
                <a:schemeClr val="dk1"/>
              </a:buClr>
              <a:buSzPts val="1600"/>
              <a:buNone/>
            </a:pPr>
            <a:r>
              <a:rPr lang="en-US" sz="1600"/>
              <a:t>        android:layout_height="wrap_content"</a:t>
            </a:r>
            <a:endParaRPr/>
          </a:p>
          <a:p>
            <a:pPr indent="0" lvl="0" marL="0" rtl="0" algn="l">
              <a:lnSpc>
                <a:spcPct val="90000"/>
              </a:lnSpc>
              <a:spcBef>
                <a:spcPts val="1000"/>
              </a:spcBef>
              <a:spcAft>
                <a:spcPts val="0"/>
              </a:spcAft>
              <a:buClr>
                <a:schemeClr val="dk1"/>
              </a:buClr>
              <a:buSzPts val="1600"/>
              <a:buNone/>
            </a:pPr>
            <a:r>
              <a:rPr lang="en-US" sz="1600"/>
              <a:t>        android:id="@+id/textView"</a:t>
            </a:r>
            <a:endParaRPr/>
          </a:p>
          <a:p>
            <a:pPr indent="0" lvl="0" marL="0" rtl="0" algn="l">
              <a:lnSpc>
                <a:spcPct val="90000"/>
              </a:lnSpc>
              <a:spcBef>
                <a:spcPts val="1000"/>
              </a:spcBef>
              <a:spcAft>
                <a:spcPts val="0"/>
              </a:spcAft>
              <a:buClr>
                <a:schemeClr val="dk1"/>
              </a:buClr>
              <a:buSzPts val="1600"/>
              <a:buNone/>
            </a:pPr>
            <a:r>
              <a:rPr lang="en-US" sz="1600"/>
              <a:t>        android:layout_marginStart="16dp"</a:t>
            </a:r>
            <a:endParaRPr/>
          </a:p>
          <a:p>
            <a:pPr indent="0" lvl="0" marL="0" rtl="0" algn="l">
              <a:lnSpc>
                <a:spcPct val="90000"/>
              </a:lnSpc>
              <a:spcBef>
                <a:spcPts val="1000"/>
              </a:spcBef>
              <a:spcAft>
                <a:spcPts val="0"/>
              </a:spcAft>
              <a:buClr>
                <a:schemeClr val="dk1"/>
              </a:buClr>
              <a:buSzPts val="1600"/>
              <a:buNone/>
            </a:pPr>
            <a:r>
              <a:rPr lang="en-US" sz="1600"/>
              <a:t>        app:layout_constraintLeft_toLeftOf="parent"</a:t>
            </a:r>
            <a:endParaRPr/>
          </a:p>
          <a:p>
            <a:pPr indent="0" lvl="0" marL="0" rtl="0" algn="l">
              <a:lnSpc>
                <a:spcPct val="90000"/>
              </a:lnSpc>
              <a:spcBef>
                <a:spcPts val="1000"/>
              </a:spcBef>
              <a:spcAft>
                <a:spcPts val="0"/>
              </a:spcAft>
              <a:buClr>
                <a:schemeClr val="dk1"/>
              </a:buClr>
              <a:buSzPts val="1600"/>
              <a:buNone/>
            </a:pPr>
            <a:r>
              <a:rPr lang="en-US" sz="1600"/>
              <a:t>        android:layout_marginLeft="16dp"</a:t>
            </a:r>
            <a:endParaRPr/>
          </a:p>
          <a:p>
            <a:pPr indent="0" lvl="0" marL="0" rtl="0" algn="l">
              <a:lnSpc>
                <a:spcPct val="90000"/>
              </a:lnSpc>
              <a:spcBef>
                <a:spcPts val="1000"/>
              </a:spcBef>
              <a:spcAft>
                <a:spcPts val="0"/>
              </a:spcAft>
              <a:buClr>
                <a:schemeClr val="dk1"/>
              </a:buClr>
              <a:buSzPts val="1600"/>
              <a:buNone/>
            </a:pPr>
            <a:r>
              <a:rPr lang="en-US" sz="1600"/>
              <a:t>        android:layout_marginEnd="16dp"</a:t>
            </a:r>
            <a:endParaRPr/>
          </a:p>
          <a:p>
            <a:pPr indent="0" lvl="0" marL="0" rtl="0" algn="l">
              <a:lnSpc>
                <a:spcPct val="90000"/>
              </a:lnSpc>
              <a:spcBef>
                <a:spcPts val="1000"/>
              </a:spcBef>
              <a:spcAft>
                <a:spcPts val="0"/>
              </a:spcAft>
              <a:buClr>
                <a:schemeClr val="dk1"/>
              </a:buClr>
              <a:buSzPts val="1600"/>
              <a:buNone/>
            </a:pPr>
            <a:r>
              <a:rPr lang="en-US" sz="1600"/>
              <a:t>        app:layout_constraintRight_toRightOf="parent"</a:t>
            </a:r>
            <a:endParaRPr/>
          </a:p>
          <a:p>
            <a:pPr indent="0" lvl="0" marL="0" rtl="0" algn="l">
              <a:lnSpc>
                <a:spcPct val="90000"/>
              </a:lnSpc>
              <a:spcBef>
                <a:spcPts val="1000"/>
              </a:spcBef>
              <a:spcAft>
                <a:spcPts val="0"/>
              </a:spcAft>
              <a:buClr>
                <a:schemeClr val="dk1"/>
              </a:buClr>
              <a:buSzPts val="1600"/>
              <a:buNone/>
            </a:pPr>
            <a:r>
              <a:rPr lang="en-US" sz="1600"/>
              <a:t>        android:layout_marginRight="16dp"</a:t>
            </a:r>
            <a:endParaRPr/>
          </a:p>
          <a:p>
            <a:pPr indent="0" lvl="0" marL="0" rtl="0" algn="l">
              <a:lnSpc>
                <a:spcPct val="90000"/>
              </a:lnSpc>
              <a:spcBef>
                <a:spcPts val="1000"/>
              </a:spcBef>
              <a:spcAft>
                <a:spcPts val="0"/>
              </a:spcAft>
              <a:buClr>
                <a:schemeClr val="dk1"/>
              </a:buClr>
              <a:buSzPts val="1600"/>
              <a:buNone/>
            </a:pPr>
            <a:r>
              <a:rPr lang="en-US" sz="1600"/>
              <a:t>        android:layout_marginTop="16dp"</a:t>
            </a:r>
            <a:endParaRPr/>
          </a:p>
          <a:p>
            <a:pPr indent="0" lvl="0" marL="0" rtl="0" algn="l">
              <a:lnSpc>
                <a:spcPct val="90000"/>
              </a:lnSpc>
              <a:spcBef>
                <a:spcPts val="1000"/>
              </a:spcBef>
              <a:spcAft>
                <a:spcPts val="0"/>
              </a:spcAft>
              <a:buClr>
                <a:schemeClr val="dk1"/>
              </a:buClr>
              <a:buSzPts val="1600"/>
              <a:buNone/>
            </a:pPr>
            <a:r>
              <a:rPr lang="en-US" sz="1600"/>
              <a:t>        app:layout_constraintTop_toTopOf="parent" /&gt;</a:t>
            </a:r>
            <a:endParaRPr/>
          </a:p>
          <a:p>
            <a:pPr indent="0" lvl="0" marL="0" rtl="0" algn="l">
              <a:lnSpc>
                <a:spcPct val="90000"/>
              </a:lnSpc>
              <a:spcBef>
                <a:spcPts val="1000"/>
              </a:spcBef>
              <a:spcAft>
                <a:spcPts val="0"/>
              </a:spcAft>
              <a:buClr>
                <a:schemeClr val="dk1"/>
              </a:buClr>
              <a:buSzPts val="1600"/>
              <a:buNone/>
            </a:pPr>
            <a:r>
              <a:t/>
            </a:r>
            <a:endParaRPr sz="1600"/>
          </a:p>
          <a:p>
            <a:pPr indent="0" lvl="0" marL="0" rtl="0" algn="l">
              <a:lnSpc>
                <a:spcPct val="90000"/>
              </a:lnSpc>
              <a:spcBef>
                <a:spcPts val="1000"/>
              </a:spcBef>
              <a:spcAft>
                <a:spcPts val="0"/>
              </a:spcAft>
              <a:buClr>
                <a:schemeClr val="dk1"/>
              </a:buClr>
              <a:buSzPts val="1600"/>
              <a:buNone/>
            </a:pPr>
            <a:r>
              <a:rPr lang="en-US" sz="1600"/>
              <a:t>    </a:t>
            </a:r>
            <a:endParaRPr sz="1600"/>
          </a:p>
          <a:p>
            <a:pPr indent="-76200" lvl="0" marL="228600" rtl="0" algn="l">
              <a:lnSpc>
                <a:spcPct val="90000"/>
              </a:lnSpc>
              <a:spcBef>
                <a:spcPts val="1000"/>
              </a:spcBef>
              <a:spcAft>
                <a:spcPts val="0"/>
              </a:spcAft>
              <a:buClr>
                <a:schemeClr val="dk1"/>
              </a:buClr>
              <a:buSzPts val="2400"/>
              <a:buNone/>
            </a:pPr>
            <a:r>
              <a:t/>
            </a:r>
            <a:endParaRPr sz="2400"/>
          </a:p>
        </p:txBody>
      </p:sp>
      <p:sp>
        <p:nvSpPr>
          <p:cNvPr id="413" name="Google Shape;413;p36"/>
          <p:cNvSpPr txBox="1"/>
          <p:nvPr>
            <p:ph idx="4" type="body"/>
          </p:nvPr>
        </p:nvSpPr>
        <p:spPr>
          <a:xfrm>
            <a:off x="5638800" y="498764"/>
            <a:ext cx="5716589" cy="569089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None/>
            </a:pPr>
            <a:r>
              <a:rPr lang="en-US"/>
              <a:t> </a:t>
            </a:r>
            <a:r>
              <a:rPr lang="en-US" sz="1600"/>
              <a:t>&lt;TextView</a:t>
            </a:r>
            <a:endParaRPr sz="1600"/>
          </a:p>
          <a:p>
            <a:pPr indent="0" lvl="0" marL="0" rtl="0" algn="l">
              <a:lnSpc>
                <a:spcPct val="90000"/>
              </a:lnSpc>
              <a:spcBef>
                <a:spcPts val="1000"/>
              </a:spcBef>
              <a:spcAft>
                <a:spcPts val="0"/>
              </a:spcAft>
              <a:buClr>
                <a:schemeClr val="dk1"/>
              </a:buClr>
              <a:buSzPts val="1600"/>
              <a:buNone/>
            </a:pPr>
            <a:r>
              <a:rPr lang="en-US" sz="1600"/>
              <a:t>        android:text="TextView"</a:t>
            </a:r>
            <a:endParaRPr/>
          </a:p>
          <a:p>
            <a:pPr indent="0" lvl="0" marL="0" rtl="0" algn="l">
              <a:lnSpc>
                <a:spcPct val="90000"/>
              </a:lnSpc>
              <a:spcBef>
                <a:spcPts val="1000"/>
              </a:spcBef>
              <a:spcAft>
                <a:spcPts val="0"/>
              </a:spcAft>
              <a:buClr>
                <a:schemeClr val="dk1"/>
              </a:buClr>
              <a:buSzPts val="1600"/>
              <a:buNone/>
            </a:pPr>
            <a:r>
              <a:rPr lang="en-US" sz="1600"/>
              <a:t>        android:layout_width="wrap_content"</a:t>
            </a:r>
            <a:endParaRPr/>
          </a:p>
          <a:p>
            <a:pPr indent="0" lvl="0" marL="0" rtl="0" algn="l">
              <a:lnSpc>
                <a:spcPct val="90000"/>
              </a:lnSpc>
              <a:spcBef>
                <a:spcPts val="1000"/>
              </a:spcBef>
              <a:spcAft>
                <a:spcPts val="0"/>
              </a:spcAft>
              <a:buClr>
                <a:schemeClr val="dk1"/>
              </a:buClr>
              <a:buSzPts val="1600"/>
              <a:buNone/>
            </a:pPr>
            <a:r>
              <a:rPr lang="en-US" sz="1600"/>
              <a:t>        android:layout_height="wrap_content"</a:t>
            </a:r>
            <a:endParaRPr/>
          </a:p>
          <a:p>
            <a:pPr indent="0" lvl="0" marL="0" rtl="0" algn="l">
              <a:lnSpc>
                <a:spcPct val="90000"/>
              </a:lnSpc>
              <a:spcBef>
                <a:spcPts val="1000"/>
              </a:spcBef>
              <a:spcAft>
                <a:spcPts val="0"/>
              </a:spcAft>
              <a:buClr>
                <a:schemeClr val="dk1"/>
              </a:buClr>
              <a:buSzPts val="1600"/>
              <a:buNone/>
            </a:pPr>
            <a:r>
              <a:rPr lang="en-US" sz="1600"/>
              <a:t>        android:id="@+id/textView2"        app:layout_constraintBaseline_toBaselineOf="@+id/textView"</a:t>
            </a:r>
            <a:endParaRPr/>
          </a:p>
          <a:p>
            <a:pPr indent="0" lvl="0" marL="0" rtl="0" algn="l">
              <a:lnSpc>
                <a:spcPct val="90000"/>
              </a:lnSpc>
              <a:spcBef>
                <a:spcPts val="1000"/>
              </a:spcBef>
              <a:spcAft>
                <a:spcPts val="0"/>
              </a:spcAft>
              <a:buClr>
                <a:schemeClr val="dk1"/>
              </a:buClr>
              <a:buSzPts val="1600"/>
              <a:buNone/>
            </a:pPr>
            <a:r>
              <a:rPr lang="en-US" sz="1600"/>
              <a:t>        android:layout_marginStart="16dp"</a:t>
            </a:r>
            <a:endParaRPr/>
          </a:p>
          <a:p>
            <a:pPr indent="0" lvl="0" marL="0" rtl="0" algn="l">
              <a:lnSpc>
                <a:spcPct val="90000"/>
              </a:lnSpc>
              <a:spcBef>
                <a:spcPts val="1000"/>
              </a:spcBef>
              <a:spcAft>
                <a:spcPts val="0"/>
              </a:spcAft>
              <a:buClr>
                <a:schemeClr val="dk1"/>
              </a:buClr>
              <a:buSzPts val="1600"/>
              <a:buNone/>
            </a:pPr>
            <a:r>
              <a:rPr lang="en-US" sz="1600"/>
              <a:t>        app:layout_constraintLeft_toLeftOf="parent"</a:t>
            </a:r>
            <a:endParaRPr/>
          </a:p>
          <a:p>
            <a:pPr indent="0" lvl="0" marL="0" rtl="0" algn="l">
              <a:lnSpc>
                <a:spcPct val="90000"/>
              </a:lnSpc>
              <a:spcBef>
                <a:spcPts val="1000"/>
              </a:spcBef>
              <a:spcAft>
                <a:spcPts val="0"/>
              </a:spcAft>
              <a:buClr>
                <a:schemeClr val="dk1"/>
              </a:buClr>
              <a:buSzPts val="1600"/>
              <a:buNone/>
            </a:pPr>
            <a:r>
              <a:rPr lang="en-US" sz="1600"/>
              <a:t>        android:layout_marginLeft="16dp"</a:t>
            </a:r>
            <a:endParaRPr/>
          </a:p>
          <a:p>
            <a:pPr indent="0" lvl="0" marL="0" rtl="0" algn="l">
              <a:lnSpc>
                <a:spcPct val="90000"/>
              </a:lnSpc>
              <a:spcBef>
                <a:spcPts val="1000"/>
              </a:spcBef>
              <a:spcAft>
                <a:spcPts val="0"/>
              </a:spcAft>
              <a:buClr>
                <a:schemeClr val="dk1"/>
              </a:buClr>
              <a:buSzPts val="1600"/>
              <a:buNone/>
            </a:pPr>
            <a:r>
              <a:rPr lang="en-US" sz="1600"/>
              <a:t>        app:layout_constraintRight_toLeftOf="@+id/textView"</a:t>
            </a:r>
            <a:endParaRPr/>
          </a:p>
          <a:p>
            <a:pPr indent="0" lvl="0" marL="0" rtl="0" algn="l">
              <a:lnSpc>
                <a:spcPct val="90000"/>
              </a:lnSpc>
              <a:spcBef>
                <a:spcPts val="1000"/>
              </a:spcBef>
              <a:spcAft>
                <a:spcPts val="0"/>
              </a:spcAft>
              <a:buClr>
                <a:schemeClr val="dk1"/>
              </a:buClr>
              <a:buSzPts val="1600"/>
              <a:buNone/>
            </a:pPr>
            <a:r>
              <a:rPr lang="en-US" sz="1600"/>
              <a:t>        android:layout_marginEnd="8dp"</a:t>
            </a:r>
            <a:endParaRPr/>
          </a:p>
          <a:p>
            <a:pPr indent="0" lvl="0" marL="0" rtl="0" algn="l">
              <a:lnSpc>
                <a:spcPct val="90000"/>
              </a:lnSpc>
              <a:spcBef>
                <a:spcPts val="1000"/>
              </a:spcBef>
              <a:spcAft>
                <a:spcPts val="0"/>
              </a:spcAft>
              <a:buClr>
                <a:schemeClr val="dk1"/>
              </a:buClr>
              <a:buSzPts val="1600"/>
              <a:buNone/>
            </a:pPr>
            <a:r>
              <a:rPr lang="en-US" sz="1600"/>
              <a:t>        android:layout_marginRight="8dp" /&gt; &lt;/android.support.constraint.ConstraintLayout&gt;</a:t>
            </a:r>
            <a:endParaRPr/>
          </a:p>
        </p:txBody>
      </p:sp>
      <p:sp>
        <p:nvSpPr>
          <p:cNvPr id="414" name="Google Shape;414;p36"/>
          <p:cNvSpPr txBox="1"/>
          <p:nvPr>
            <p:ph idx="12" type="sldNum"/>
          </p:nvPr>
        </p:nvSpPr>
        <p:spPr>
          <a:xfrm>
            <a:off x="8610600" y="6356351"/>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FFFFFF"/>
                </a:solidFill>
              </a:rPr>
              <a:t>‹#›</a:t>
            </a:fld>
            <a:endParaRPr>
              <a:solidFill>
                <a:srgbClr val="FFFFFF"/>
              </a:solidFill>
            </a:endParaRPr>
          </a:p>
        </p:txBody>
      </p:sp>
      <p:sp>
        <p:nvSpPr>
          <p:cNvPr id="415" name="Google Shape;415;p36"/>
          <p:cNvSpPr txBox="1"/>
          <p:nvPr/>
        </p:nvSpPr>
        <p:spPr>
          <a:xfrm>
            <a:off x="209265" y="146980"/>
            <a:ext cx="5732060" cy="423081"/>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1" lang="en-US" sz="3200">
                <a:solidFill>
                  <a:srgbClr val="002060"/>
                </a:solidFill>
                <a:latin typeface="Cambria"/>
                <a:ea typeface="Cambria"/>
                <a:cs typeface="Cambria"/>
                <a:sym typeface="Cambria"/>
              </a:rPr>
              <a:t>ConstraintLayout</a:t>
            </a:r>
            <a:endParaRPr b="1" sz="3200">
              <a:solidFill>
                <a:srgbClr val="002060"/>
              </a:solidFill>
              <a:latin typeface="Cambria"/>
              <a:ea typeface="Cambria"/>
              <a:cs typeface="Cambria"/>
              <a:sym typeface="Cambria"/>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37"/>
          <p:cNvSpPr txBox="1"/>
          <p:nvPr>
            <p:ph idx="1" type="body"/>
          </p:nvPr>
        </p:nvSpPr>
        <p:spPr>
          <a:xfrm>
            <a:off x="209265" y="739367"/>
            <a:ext cx="11582401" cy="5287359"/>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400"/>
              <a:buChar char="•"/>
            </a:pPr>
            <a:r>
              <a:rPr lang="en-US" sz="2400"/>
              <a:t>There are two other tools Auto-connect and Inferences that are used to created constraints automatically.</a:t>
            </a:r>
            <a:endParaRPr/>
          </a:p>
          <a:p>
            <a:pPr indent="-228600" lvl="0" marL="228600" rtl="0" algn="l">
              <a:lnSpc>
                <a:spcPct val="90000"/>
              </a:lnSpc>
              <a:spcBef>
                <a:spcPts val="1000"/>
              </a:spcBef>
              <a:spcAft>
                <a:spcPts val="0"/>
              </a:spcAft>
              <a:buClr>
                <a:schemeClr val="dk1"/>
              </a:buClr>
              <a:buSzPts val="2400"/>
              <a:buChar char="•"/>
            </a:pPr>
            <a:r>
              <a:rPr b="1" lang="en-US" sz="2400"/>
              <a:t>Auto-Connect</a:t>
            </a:r>
            <a:r>
              <a:rPr lang="en-US" sz="2400"/>
              <a:t> - This feature can be enabled by clicking : </a:t>
            </a:r>
            <a:endParaRPr/>
          </a:p>
          <a:p>
            <a:pPr indent="-228600" lvl="0" marL="228600" rtl="0" algn="l">
              <a:lnSpc>
                <a:spcPct val="90000"/>
              </a:lnSpc>
              <a:spcBef>
                <a:spcPts val="1000"/>
              </a:spcBef>
              <a:spcAft>
                <a:spcPts val="0"/>
              </a:spcAft>
              <a:buClr>
                <a:schemeClr val="dk1"/>
              </a:buClr>
              <a:buSzPts val="2400"/>
              <a:buChar char="•"/>
            </a:pPr>
            <a:r>
              <a:rPr lang="en-US" sz="2400"/>
              <a:t>As the name suggests, Auto-connect creates constraints automatically between two neighbouring views</a:t>
            </a:r>
            <a:endParaRPr/>
          </a:p>
          <a:p>
            <a:pPr indent="-228600" lvl="0" marL="228600" rtl="0" algn="l">
              <a:lnSpc>
                <a:spcPct val="90000"/>
              </a:lnSpc>
              <a:spcBef>
                <a:spcPts val="1000"/>
              </a:spcBef>
              <a:spcAft>
                <a:spcPts val="0"/>
              </a:spcAft>
              <a:buClr>
                <a:schemeClr val="dk1"/>
              </a:buClr>
              <a:buSzPts val="2400"/>
              <a:buChar char="•"/>
            </a:pPr>
            <a:r>
              <a:rPr b="1" lang="en-US" sz="2400"/>
              <a:t>Inference</a:t>
            </a:r>
            <a:r>
              <a:rPr lang="en-US" sz="2400"/>
              <a:t> - This feature is enabled by clicking: </a:t>
            </a:r>
            <a:endParaRPr/>
          </a:p>
          <a:p>
            <a:pPr indent="-228600" lvl="0" marL="228600" rtl="0" algn="l">
              <a:lnSpc>
                <a:spcPct val="90000"/>
              </a:lnSpc>
              <a:spcBef>
                <a:spcPts val="1000"/>
              </a:spcBef>
              <a:spcAft>
                <a:spcPts val="0"/>
              </a:spcAft>
              <a:buClr>
                <a:schemeClr val="dk1"/>
              </a:buClr>
              <a:buSzPts val="2400"/>
              <a:buChar char="•"/>
            </a:pPr>
            <a:r>
              <a:rPr lang="en-US" sz="2400"/>
              <a:t>The Inference engine creates constraints among all elements in a layout. The inference engine tries to find and create optimal connections based on various factors such as the positions of the widgets and their size.</a:t>
            </a:r>
            <a:endParaRPr/>
          </a:p>
          <a:p>
            <a:pPr indent="-76200" lvl="0" marL="228600" rtl="0" algn="l">
              <a:lnSpc>
                <a:spcPct val="90000"/>
              </a:lnSpc>
              <a:spcBef>
                <a:spcPts val="1000"/>
              </a:spcBef>
              <a:spcAft>
                <a:spcPts val="0"/>
              </a:spcAft>
              <a:buClr>
                <a:schemeClr val="dk1"/>
              </a:buClr>
              <a:buSzPts val="2400"/>
              <a:buNone/>
            </a:pPr>
            <a:r>
              <a:t/>
            </a:r>
            <a:endParaRPr sz="2400"/>
          </a:p>
          <a:p>
            <a:pPr indent="-76200" lvl="0" marL="228600" rtl="0" algn="l">
              <a:lnSpc>
                <a:spcPct val="90000"/>
              </a:lnSpc>
              <a:spcBef>
                <a:spcPts val="1000"/>
              </a:spcBef>
              <a:spcAft>
                <a:spcPts val="0"/>
              </a:spcAft>
              <a:buClr>
                <a:schemeClr val="dk1"/>
              </a:buClr>
              <a:buSzPts val="2400"/>
              <a:buNone/>
            </a:pPr>
            <a:r>
              <a:t/>
            </a:r>
            <a:endParaRPr sz="2400"/>
          </a:p>
        </p:txBody>
      </p:sp>
      <p:sp>
        <p:nvSpPr>
          <p:cNvPr id="421" name="Google Shape;421;p37"/>
          <p:cNvSpPr txBox="1"/>
          <p:nvPr>
            <p:ph idx="12" type="sldNum"/>
          </p:nvPr>
        </p:nvSpPr>
        <p:spPr>
          <a:xfrm>
            <a:off x="9414933" y="642937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FFFFFF"/>
                </a:solidFill>
              </a:rPr>
              <a:t>‹#›</a:t>
            </a:fld>
            <a:endParaRPr>
              <a:solidFill>
                <a:srgbClr val="FFFFFF"/>
              </a:solidFill>
            </a:endParaRPr>
          </a:p>
        </p:txBody>
      </p:sp>
      <p:sp>
        <p:nvSpPr>
          <p:cNvPr id="422" name="Google Shape;422;p37"/>
          <p:cNvSpPr txBox="1"/>
          <p:nvPr/>
        </p:nvSpPr>
        <p:spPr>
          <a:xfrm>
            <a:off x="209265" y="202399"/>
            <a:ext cx="5732060" cy="423081"/>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1" lang="en-US" sz="3200">
                <a:solidFill>
                  <a:srgbClr val="002060"/>
                </a:solidFill>
                <a:latin typeface="Cambria"/>
                <a:ea typeface="Cambria"/>
                <a:cs typeface="Cambria"/>
                <a:sym typeface="Cambria"/>
              </a:rPr>
              <a:t>ConstraintLayout</a:t>
            </a:r>
            <a:endParaRPr b="1" sz="3200">
              <a:solidFill>
                <a:srgbClr val="002060"/>
              </a:solidFill>
              <a:latin typeface="Cambria"/>
              <a:ea typeface="Cambria"/>
              <a:cs typeface="Cambria"/>
              <a:sym typeface="Cambria"/>
            </a:endParaRPr>
          </a:p>
        </p:txBody>
      </p:sp>
      <p:pic>
        <p:nvPicPr>
          <p:cNvPr descr="Android ConstraintLayout example" id="423" name="Google Shape;423;p37">
            <a:hlinkClick r:id="rId3"/>
          </p:cNvPr>
          <p:cNvPicPr preferRelativeResize="0"/>
          <p:nvPr/>
        </p:nvPicPr>
        <p:blipFill rotWithShape="1">
          <a:blip r:embed="rId4">
            <a:alphaModFix/>
          </a:blip>
          <a:srcRect b="0" l="0" r="0" t="0"/>
          <a:stretch/>
        </p:blipFill>
        <p:spPr>
          <a:xfrm>
            <a:off x="7975802" y="1631910"/>
            <a:ext cx="230505" cy="158750"/>
          </a:xfrm>
          <a:prstGeom prst="rect">
            <a:avLst/>
          </a:prstGeom>
          <a:noFill/>
          <a:ln>
            <a:noFill/>
          </a:ln>
        </p:spPr>
      </p:pic>
      <p:pic>
        <p:nvPicPr>
          <p:cNvPr descr="Android ConstraintLayout example tutorial" id="424" name="Google Shape;424;p37">
            <a:hlinkClick r:id="rId5"/>
          </p:cNvPr>
          <p:cNvPicPr preferRelativeResize="0"/>
          <p:nvPr/>
        </p:nvPicPr>
        <p:blipFill rotWithShape="1">
          <a:blip r:embed="rId6">
            <a:alphaModFix/>
          </a:blip>
          <a:srcRect b="0" l="0" r="0" t="0"/>
          <a:stretch/>
        </p:blipFill>
        <p:spPr>
          <a:xfrm>
            <a:off x="6665306" y="2729866"/>
            <a:ext cx="302260" cy="334010"/>
          </a:xfrm>
          <a:prstGeom prst="rect">
            <a:avLst/>
          </a:prstGeom>
          <a:noFill/>
          <a:ln>
            <a:noFill/>
          </a:ln>
        </p:spPr>
      </p:pic>
      <p:pic>
        <p:nvPicPr>
          <p:cNvPr id="425" name="Google Shape;425;p37"/>
          <p:cNvPicPr preferRelativeResize="0"/>
          <p:nvPr/>
        </p:nvPicPr>
        <p:blipFill rotWithShape="1">
          <a:blip r:embed="rId7">
            <a:alphaModFix/>
          </a:blip>
          <a:srcRect b="0" l="0" r="0" t="0"/>
          <a:stretch/>
        </p:blipFill>
        <p:spPr>
          <a:xfrm>
            <a:off x="6043346" y="4308764"/>
            <a:ext cx="4352115" cy="2367868"/>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38"/>
          <p:cNvSpPr txBox="1"/>
          <p:nvPr>
            <p:ph idx="2" type="body"/>
          </p:nvPr>
        </p:nvSpPr>
        <p:spPr>
          <a:xfrm>
            <a:off x="839789" y="817418"/>
            <a:ext cx="5157787" cy="5372245"/>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400"/>
              <a:buChar char="•"/>
            </a:pPr>
            <a:r>
              <a:rPr lang="en-US" sz="2400"/>
              <a:t>sample.xml</a:t>
            </a:r>
            <a:endParaRPr/>
          </a:p>
          <a:p>
            <a:pPr indent="0" lvl="0" marL="0" rtl="0" algn="l">
              <a:lnSpc>
                <a:spcPct val="90000"/>
              </a:lnSpc>
              <a:spcBef>
                <a:spcPts val="1000"/>
              </a:spcBef>
              <a:spcAft>
                <a:spcPts val="0"/>
              </a:spcAft>
              <a:buClr>
                <a:schemeClr val="dk1"/>
              </a:buClr>
              <a:buSzPts val="1600"/>
              <a:buNone/>
            </a:pPr>
            <a:r>
              <a:rPr lang="en-US" sz="1600"/>
              <a:t>&lt;ImageView</a:t>
            </a:r>
            <a:endParaRPr sz="1600"/>
          </a:p>
          <a:p>
            <a:pPr indent="0" lvl="0" marL="0" rtl="0" algn="l">
              <a:lnSpc>
                <a:spcPct val="90000"/>
              </a:lnSpc>
              <a:spcBef>
                <a:spcPts val="1000"/>
              </a:spcBef>
              <a:spcAft>
                <a:spcPts val="0"/>
              </a:spcAft>
              <a:buClr>
                <a:schemeClr val="dk1"/>
              </a:buClr>
              <a:buSzPts val="1600"/>
              <a:buNone/>
            </a:pPr>
            <a:r>
              <a:rPr lang="en-US" sz="1600"/>
              <a:t>        android:layout_width="wrap_content"</a:t>
            </a:r>
            <a:endParaRPr/>
          </a:p>
          <a:p>
            <a:pPr indent="0" lvl="0" marL="0" rtl="0" algn="l">
              <a:lnSpc>
                <a:spcPct val="90000"/>
              </a:lnSpc>
              <a:spcBef>
                <a:spcPts val="1000"/>
              </a:spcBef>
              <a:spcAft>
                <a:spcPts val="0"/>
              </a:spcAft>
              <a:buClr>
                <a:schemeClr val="dk1"/>
              </a:buClr>
              <a:buSzPts val="1600"/>
              <a:buNone/>
            </a:pPr>
            <a:r>
              <a:rPr lang="en-US" sz="1600"/>
              <a:t>        android:layout_height="wrap_content"</a:t>
            </a:r>
            <a:endParaRPr/>
          </a:p>
          <a:p>
            <a:pPr indent="0" lvl="0" marL="0" rtl="0" algn="l">
              <a:lnSpc>
                <a:spcPct val="90000"/>
              </a:lnSpc>
              <a:spcBef>
                <a:spcPts val="1000"/>
              </a:spcBef>
              <a:spcAft>
                <a:spcPts val="0"/>
              </a:spcAft>
              <a:buClr>
                <a:schemeClr val="dk1"/>
              </a:buClr>
              <a:buSzPts val="1600"/>
              <a:buNone/>
            </a:pPr>
            <a:r>
              <a:rPr lang="en-US" sz="1600"/>
              <a:t>        app:srcCompat="@mipmap/ic_launcher"</a:t>
            </a:r>
            <a:endParaRPr/>
          </a:p>
          <a:p>
            <a:pPr indent="0" lvl="0" marL="0" rtl="0" algn="l">
              <a:lnSpc>
                <a:spcPct val="90000"/>
              </a:lnSpc>
              <a:spcBef>
                <a:spcPts val="1000"/>
              </a:spcBef>
              <a:spcAft>
                <a:spcPts val="0"/>
              </a:spcAft>
              <a:buClr>
                <a:schemeClr val="dk1"/>
              </a:buClr>
              <a:buSzPts val="1600"/>
              <a:buNone/>
            </a:pPr>
            <a:r>
              <a:rPr lang="en-US" sz="1600"/>
              <a:t>        android:id="@+id/imageView7"</a:t>
            </a:r>
            <a:endParaRPr/>
          </a:p>
          <a:p>
            <a:pPr indent="0" lvl="0" marL="0" rtl="0" algn="l">
              <a:lnSpc>
                <a:spcPct val="90000"/>
              </a:lnSpc>
              <a:spcBef>
                <a:spcPts val="1000"/>
              </a:spcBef>
              <a:spcAft>
                <a:spcPts val="0"/>
              </a:spcAft>
              <a:buClr>
                <a:schemeClr val="dk1"/>
              </a:buClr>
              <a:buSzPts val="1600"/>
              <a:buNone/>
            </a:pPr>
            <a:r>
              <a:rPr lang="en-US" sz="1600"/>
              <a:t>        app:layout_constraintBottom_toBottomOf="parent"</a:t>
            </a:r>
            <a:endParaRPr/>
          </a:p>
          <a:p>
            <a:pPr indent="0" lvl="0" marL="0" rtl="0" algn="l">
              <a:lnSpc>
                <a:spcPct val="90000"/>
              </a:lnSpc>
              <a:spcBef>
                <a:spcPts val="1000"/>
              </a:spcBef>
              <a:spcAft>
                <a:spcPts val="0"/>
              </a:spcAft>
              <a:buClr>
                <a:schemeClr val="dk1"/>
              </a:buClr>
              <a:buSzPts val="1600"/>
              <a:buNone/>
            </a:pPr>
            <a:r>
              <a:rPr lang="en-US" sz="1600"/>
              <a:t>        app:layout_constraintRight_toRightOf="parent"</a:t>
            </a:r>
            <a:endParaRPr/>
          </a:p>
          <a:p>
            <a:pPr indent="0" lvl="0" marL="0" rtl="0" algn="l">
              <a:lnSpc>
                <a:spcPct val="90000"/>
              </a:lnSpc>
              <a:spcBef>
                <a:spcPts val="1000"/>
              </a:spcBef>
              <a:spcAft>
                <a:spcPts val="0"/>
              </a:spcAft>
              <a:buClr>
                <a:schemeClr val="dk1"/>
              </a:buClr>
              <a:buSzPts val="1600"/>
              <a:buNone/>
            </a:pPr>
            <a:r>
              <a:rPr lang="en-US" sz="1600"/>
              <a:t>        app:layout_constraintLeft_toLeftOf="parent"</a:t>
            </a:r>
            <a:endParaRPr/>
          </a:p>
          <a:p>
            <a:pPr indent="0" lvl="0" marL="0" rtl="0" algn="l">
              <a:lnSpc>
                <a:spcPct val="90000"/>
              </a:lnSpc>
              <a:spcBef>
                <a:spcPts val="1000"/>
              </a:spcBef>
              <a:spcAft>
                <a:spcPts val="0"/>
              </a:spcAft>
              <a:buClr>
                <a:schemeClr val="dk1"/>
              </a:buClr>
              <a:buSzPts val="1600"/>
              <a:buNone/>
            </a:pPr>
            <a:r>
              <a:rPr lang="en-US" sz="1600"/>
              <a:t>        app:layout_constraintTop_toTopOf="parent"</a:t>
            </a:r>
            <a:endParaRPr/>
          </a:p>
          <a:p>
            <a:pPr indent="0" lvl="0" marL="0" rtl="0" algn="l">
              <a:lnSpc>
                <a:spcPct val="90000"/>
              </a:lnSpc>
              <a:spcBef>
                <a:spcPts val="1000"/>
              </a:spcBef>
              <a:spcAft>
                <a:spcPts val="0"/>
              </a:spcAft>
              <a:buClr>
                <a:schemeClr val="dk1"/>
              </a:buClr>
              <a:buSzPts val="1600"/>
              <a:buNone/>
            </a:pPr>
            <a:r>
              <a:rPr lang="en-US" sz="1600"/>
              <a:t>        app:layout_constraintVertical_bias="0.58000004"</a:t>
            </a:r>
            <a:endParaRPr/>
          </a:p>
          <a:p>
            <a:pPr indent="0" lvl="0" marL="0" rtl="0" algn="l">
              <a:lnSpc>
                <a:spcPct val="90000"/>
              </a:lnSpc>
              <a:spcBef>
                <a:spcPts val="1000"/>
              </a:spcBef>
              <a:spcAft>
                <a:spcPts val="0"/>
              </a:spcAft>
              <a:buClr>
                <a:schemeClr val="dk1"/>
              </a:buClr>
              <a:buSzPts val="1600"/>
              <a:buNone/>
            </a:pPr>
            <a:r>
              <a:rPr lang="en-US" sz="1600"/>
              <a:t>        app:layout_constraintHorizontal_bias="0.47" /&gt;</a:t>
            </a:r>
            <a:endParaRPr/>
          </a:p>
          <a:p>
            <a:pPr indent="0" lvl="0" marL="0" rtl="0" algn="l">
              <a:lnSpc>
                <a:spcPct val="90000"/>
              </a:lnSpc>
              <a:spcBef>
                <a:spcPts val="1000"/>
              </a:spcBef>
              <a:spcAft>
                <a:spcPts val="0"/>
              </a:spcAft>
              <a:buClr>
                <a:schemeClr val="dk1"/>
              </a:buClr>
              <a:buSzPts val="1600"/>
              <a:buNone/>
            </a:pPr>
            <a:r>
              <a:rPr lang="en-US" sz="1600"/>
              <a:t>    </a:t>
            </a:r>
            <a:endParaRPr sz="1600"/>
          </a:p>
          <a:p>
            <a:pPr indent="-76200" lvl="0" marL="228600" rtl="0" algn="l">
              <a:lnSpc>
                <a:spcPct val="90000"/>
              </a:lnSpc>
              <a:spcBef>
                <a:spcPts val="1000"/>
              </a:spcBef>
              <a:spcAft>
                <a:spcPts val="0"/>
              </a:spcAft>
              <a:buClr>
                <a:schemeClr val="dk1"/>
              </a:buClr>
              <a:buSzPts val="2400"/>
              <a:buNone/>
            </a:pPr>
            <a:r>
              <a:t/>
            </a:r>
            <a:endParaRPr sz="2400"/>
          </a:p>
        </p:txBody>
      </p:sp>
      <p:sp>
        <p:nvSpPr>
          <p:cNvPr id="431" name="Google Shape;431;p38"/>
          <p:cNvSpPr txBox="1"/>
          <p:nvPr>
            <p:ph idx="4" type="body"/>
          </p:nvPr>
        </p:nvSpPr>
        <p:spPr>
          <a:xfrm>
            <a:off x="5638800" y="498764"/>
            <a:ext cx="5716589" cy="569089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None/>
            </a:pPr>
            <a:r>
              <a:rPr lang="en-US"/>
              <a:t> </a:t>
            </a:r>
            <a:r>
              <a:rPr lang="en-US" sz="1600"/>
              <a:t>&lt;TextView</a:t>
            </a:r>
            <a:endParaRPr sz="1600"/>
          </a:p>
          <a:p>
            <a:pPr indent="0" lvl="0" marL="0" rtl="0" algn="l">
              <a:lnSpc>
                <a:spcPct val="90000"/>
              </a:lnSpc>
              <a:spcBef>
                <a:spcPts val="1000"/>
              </a:spcBef>
              <a:spcAft>
                <a:spcPts val="0"/>
              </a:spcAft>
              <a:buClr>
                <a:schemeClr val="dk1"/>
              </a:buClr>
              <a:buSzPts val="1600"/>
              <a:buNone/>
            </a:pPr>
            <a:r>
              <a:rPr lang="en-US" sz="1600"/>
              <a:t>        android:text="TextView"</a:t>
            </a:r>
            <a:endParaRPr/>
          </a:p>
          <a:p>
            <a:pPr indent="0" lvl="0" marL="0" rtl="0" algn="l">
              <a:lnSpc>
                <a:spcPct val="90000"/>
              </a:lnSpc>
              <a:spcBef>
                <a:spcPts val="1000"/>
              </a:spcBef>
              <a:spcAft>
                <a:spcPts val="0"/>
              </a:spcAft>
              <a:buClr>
                <a:schemeClr val="dk1"/>
              </a:buClr>
              <a:buSzPts val="1600"/>
              <a:buNone/>
            </a:pPr>
            <a:r>
              <a:rPr lang="en-US" sz="1600"/>
              <a:t>        android:layout_width="wrap_content"</a:t>
            </a:r>
            <a:endParaRPr/>
          </a:p>
          <a:p>
            <a:pPr indent="0" lvl="0" marL="0" rtl="0" algn="l">
              <a:lnSpc>
                <a:spcPct val="90000"/>
              </a:lnSpc>
              <a:spcBef>
                <a:spcPts val="1000"/>
              </a:spcBef>
              <a:spcAft>
                <a:spcPts val="0"/>
              </a:spcAft>
              <a:buClr>
                <a:schemeClr val="dk1"/>
              </a:buClr>
              <a:buSzPts val="1600"/>
              <a:buNone/>
            </a:pPr>
            <a:r>
              <a:rPr lang="en-US" sz="1600"/>
              <a:t>        android:layout_height="wrap_content"</a:t>
            </a:r>
            <a:endParaRPr/>
          </a:p>
          <a:p>
            <a:pPr indent="0" lvl="0" marL="0" rtl="0" algn="l">
              <a:lnSpc>
                <a:spcPct val="90000"/>
              </a:lnSpc>
              <a:spcBef>
                <a:spcPts val="1000"/>
              </a:spcBef>
              <a:spcAft>
                <a:spcPts val="0"/>
              </a:spcAft>
              <a:buClr>
                <a:schemeClr val="dk1"/>
              </a:buClr>
              <a:buSzPts val="1600"/>
              <a:buNone/>
            </a:pPr>
            <a:r>
              <a:rPr lang="en-US" sz="1600"/>
              <a:t>        android:id="@+id/textView2"        app:layout_constraintBaseline_toBaselineOf="@+id/textView"</a:t>
            </a:r>
            <a:endParaRPr/>
          </a:p>
          <a:p>
            <a:pPr indent="0" lvl="0" marL="0" rtl="0" algn="l">
              <a:lnSpc>
                <a:spcPct val="90000"/>
              </a:lnSpc>
              <a:spcBef>
                <a:spcPts val="1000"/>
              </a:spcBef>
              <a:spcAft>
                <a:spcPts val="0"/>
              </a:spcAft>
              <a:buClr>
                <a:schemeClr val="dk1"/>
              </a:buClr>
              <a:buSzPts val="1600"/>
              <a:buNone/>
            </a:pPr>
            <a:r>
              <a:rPr lang="en-US" sz="1600"/>
              <a:t>        android:layout_marginStart="16dp"</a:t>
            </a:r>
            <a:endParaRPr/>
          </a:p>
          <a:p>
            <a:pPr indent="0" lvl="0" marL="0" rtl="0" algn="l">
              <a:lnSpc>
                <a:spcPct val="90000"/>
              </a:lnSpc>
              <a:spcBef>
                <a:spcPts val="1000"/>
              </a:spcBef>
              <a:spcAft>
                <a:spcPts val="0"/>
              </a:spcAft>
              <a:buClr>
                <a:schemeClr val="dk1"/>
              </a:buClr>
              <a:buSzPts val="1600"/>
              <a:buNone/>
            </a:pPr>
            <a:r>
              <a:rPr lang="en-US" sz="1600"/>
              <a:t>        app:layout_constraintLeft_toLeftOf="parent"</a:t>
            </a:r>
            <a:endParaRPr/>
          </a:p>
          <a:p>
            <a:pPr indent="0" lvl="0" marL="0" rtl="0" algn="l">
              <a:lnSpc>
                <a:spcPct val="90000"/>
              </a:lnSpc>
              <a:spcBef>
                <a:spcPts val="1000"/>
              </a:spcBef>
              <a:spcAft>
                <a:spcPts val="0"/>
              </a:spcAft>
              <a:buClr>
                <a:schemeClr val="dk1"/>
              </a:buClr>
              <a:buSzPts val="1600"/>
              <a:buNone/>
            </a:pPr>
            <a:r>
              <a:rPr lang="en-US" sz="1600"/>
              <a:t>        android:layout_marginLeft="16dp"</a:t>
            </a:r>
            <a:endParaRPr/>
          </a:p>
          <a:p>
            <a:pPr indent="0" lvl="0" marL="0" rtl="0" algn="l">
              <a:lnSpc>
                <a:spcPct val="90000"/>
              </a:lnSpc>
              <a:spcBef>
                <a:spcPts val="1000"/>
              </a:spcBef>
              <a:spcAft>
                <a:spcPts val="0"/>
              </a:spcAft>
              <a:buClr>
                <a:schemeClr val="dk1"/>
              </a:buClr>
              <a:buSzPts val="1600"/>
              <a:buNone/>
            </a:pPr>
            <a:r>
              <a:rPr lang="en-US" sz="1600"/>
              <a:t>        app:layout_constraintRight_toLeftOf="@+id/textView"</a:t>
            </a:r>
            <a:endParaRPr/>
          </a:p>
          <a:p>
            <a:pPr indent="0" lvl="0" marL="0" rtl="0" algn="l">
              <a:lnSpc>
                <a:spcPct val="90000"/>
              </a:lnSpc>
              <a:spcBef>
                <a:spcPts val="1000"/>
              </a:spcBef>
              <a:spcAft>
                <a:spcPts val="0"/>
              </a:spcAft>
              <a:buClr>
                <a:schemeClr val="dk1"/>
              </a:buClr>
              <a:buSzPts val="1600"/>
              <a:buNone/>
            </a:pPr>
            <a:r>
              <a:rPr lang="en-US" sz="1600"/>
              <a:t>        android:layout_marginEnd="8dp"</a:t>
            </a:r>
            <a:endParaRPr/>
          </a:p>
          <a:p>
            <a:pPr indent="0" lvl="0" marL="0" rtl="0" algn="l">
              <a:lnSpc>
                <a:spcPct val="90000"/>
              </a:lnSpc>
              <a:spcBef>
                <a:spcPts val="1000"/>
              </a:spcBef>
              <a:spcAft>
                <a:spcPts val="0"/>
              </a:spcAft>
              <a:buClr>
                <a:schemeClr val="dk1"/>
              </a:buClr>
              <a:buSzPts val="1600"/>
              <a:buNone/>
            </a:pPr>
            <a:r>
              <a:rPr lang="en-US" sz="1600"/>
              <a:t>        android:layout_marginRight="8dp" /&gt; &lt;/android.support.constraint.ConstraintLayout&gt;</a:t>
            </a:r>
            <a:endParaRPr/>
          </a:p>
        </p:txBody>
      </p:sp>
      <p:sp>
        <p:nvSpPr>
          <p:cNvPr id="432" name="Google Shape;432;p38"/>
          <p:cNvSpPr txBox="1"/>
          <p:nvPr>
            <p:ph idx="12" type="sldNum"/>
          </p:nvPr>
        </p:nvSpPr>
        <p:spPr>
          <a:xfrm>
            <a:off x="8610600" y="6356351"/>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FFFFFF"/>
                </a:solidFill>
              </a:rPr>
              <a:t>‹#›</a:t>
            </a:fld>
            <a:endParaRPr>
              <a:solidFill>
                <a:srgbClr val="FFFFFF"/>
              </a:solidFill>
            </a:endParaRPr>
          </a:p>
        </p:txBody>
      </p:sp>
      <p:sp>
        <p:nvSpPr>
          <p:cNvPr id="433" name="Google Shape;433;p38"/>
          <p:cNvSpPr txBox="1"/>
          <p:nvPr/>
        </p:nvSpPr>
        <p:spPr>
          <a:xfrm>
            <a:off x="209265" y="146980"/>
            <a:ext cx="5732060" cy="423081"/>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1" lang="en-US" sz="3200">
                <a:solidFill>
                  <a:srgbClr val="002060"/>
                </a:solidFill>
                <a:latin typeface="Cambria"/>
                <a:ea typeface="Cambria"/>
                <a:cs typeface="Cambria"/>
                <a:sym typeface="Cambria"/>
              </a:rPr>
              <a:t>ConstraintLayout</a:t>
            </a:r>
            <a:endParaRPr b="1" sz="3200">
              <a:solidFill>
                <a:srgbClr val="002060"/>
              </a:solidFill>
              <a:latin typeface="Cambria"/>
              <a:ea typeface="Cambria"/>
              <a:cs typeface="Cambria"/>
              <a:sym typeface="Cambria"/>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39"/>
          <p:cNvSpPr txBox="1"/>
          <p:nvPr>
            <p:ph idx="1" type="body"/>
          </p:nvPr>
        </p:nvSpPr>
        <p:spPr>
          <a:xfrm>
            <a:off x="209265" y="739367"/>
            <a:ext cx="11582401" cy="5287359"/>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400"/>
              <a:buChar char="•"/>
            </a:pPr>
            <a:r>
              <a:rPr lang="en-US" sz="2400"/>
              <a:t>RelativeLayout is a layout in which we can arrange views/widgets according to the position of other views/widgets. It is independent of horizontal and vertical view and we can arrange it according to one’s satisfaction.</a:t>
            </a:r>
            <a:endParaRPr/>
          </a:p>
          <a:p>
            <a:pPr indent="-76200" lvl="0" marL="228600" rtl="0" algn="l">
              <a:lnSpc>
                <a:spcPct val="90000"/>
              </a:lnSpc>
              <a:spcBef>
                <a:spcPts val="1000"/>
              </a:spcBef>
              <a:spcAft>
                <a:spcPts val="0"/>
              </a:spcAft>
              <a:buClr>
                <a:schemeClr val="dk1"/>
              </a:buClr>
              <a:buSzPts val="2400"/>
              <a:buNone/>
            </a:pPr>
            <a:r>
              <a:t/>
            </a:r>
            <a:endParaRPr sz="2400"/>
          </a:p>
          <a:p>
            <a:pPr indent="-76200" lvl="0" marL="228600" rtl="0" algn="l">
              <a:lnSpc>
                <a:spcPct val="90000"/>
              </a:lnSpc>
              <a:spcBef>
                <a:spcPts val="1000"/>
              </a:spcBef>
              <a:spcAft>
                <a:spcPts val="0"/>
              </a:spcAft>
              <a:buClr>
                <a:schemeClr val="dk1"/>
              </a:buClr>
              <a:buSzPts val="2400"/>
              <a:buNone/>
            </a:pPr>
            <a:r>
              <a:t/>
            </a:r>
            <a:endParaRPr sz="2400"/>
          </a:p>
          <a:p>
            <a:pPr indent="-76200" lvl="0" marL="228600" rtl="0" algn="l">
              <a:lnSpc>
                <a:spcPct val="90000"/>
              </a:lnSpc>
              <a:spcBef>
                <a:spcPts val="1000"/>
              </a:spcBef>
              <a:spcAft>
                <a:spcPts val="0"/>
              </a:spcAft>
              <a:buClr>
                <a:schemeClr val="dk1"/>
              </a:buClr>
              <a:buSzPts val="2400"/>
              <a:buNone/>
            </a:pPr>
            <a:r>
              <a:t/>
            </a:r>
            <a:endParaRPr sz="2400"/>
          </a:p>
          <a:p>
            <a:pPr indent="-76200" lvl="0" marL="228600" rtl="0" algn="l">
              <a:lnSpc>
                <a:spcPct val="90000"/>
              </a:lnSpc>
              <a:spcBef>
                <a:spcPts val="1000"/>
              </a:spcBef>
              <a:spcAft>
                <a:spcPts val="0"/>
              </a:spcAft>
              <a:buClr>
                <a:schemeClr val="dk1"/>
              </a:buClr>
              <a:buSzPts val="2400"/>
              <a:buNone/>
            </a:pPr>
            <a:r>
              <a:t/>
            </a:r>
            <a:endParaRPr sz="2400"/>
          </a:p>
        </p:txBody>
      </p:sp>
      <p:sp>
        <p:nvSpPr>
          <p:cNvPr id="439" name="Google Shape;439;p39"/>
          <p:cNvSpPr txBox="1"/>
          <p:nvPr>
            <p:ph idx="12" type="sldNum"/>
          </p:nvPr>
        </p:nvSpPr>
        <p:spPr>
          <a:xfrm>
            <a:off x="9414933" y="642937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FFFFFF"/>
                </a:solidFill>
              </a:rPr>
              <a:t>‹#›</a:t>
            </a:fld>
            <a:endParaRPr>
              <a:solidFill>
                <a:srgbClr val="FFFFFF"/>
              </a:solidFill>
            </a:endParaRPr>
          </a:p>
        </p:txBody>
      </p:sp>
      <p:sp>
        <p:nvSpPr>
          <p:cNvPr id="440" name="Google Shape;440;p39"/>
          <p:cNvSpPr txBox="1"/>
          <p:nvPr/>
        </p:nvSpPr>
        <p:spPr>
          <a:xfrm>
            <a:off x="209265" y="202399"/>
            <a:ext cx="5732060" cy="423081"/>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1" lang="en-US" sz="3200">
                <a:solidFill>
                  <a:srgbClr val="002060"/>
                </a:solidFill>
                <a:latin typeface="Cambria"/>
                <a:ea typeface="Cambria"/>
                <a:cs typeface="Cambria"/>
                <a:sym typeface="Cambria"/>
              </a:rPr>
              <a:t>RelativeLayout</a:t>
            </a:r>
            <a:endParaRPr b="1" sz="3200">
              <a:solidFill>
                <a:srgbClr val="002060"/>
              </a:solidFill>
              <a:latin typeface="Cambria"/>
              <a:ea typeface="Cambria"/>
              <a:cs typeface="Cambria"/>
              <a:sym typeface="Cambria"/>
            </a:endParaRPr>
          </a:p>
        </p:txBody>
      </p:sp>
      <p:pic>
        <p:nvPicPr>
          <p:cNvPr id="441" name="Google Shape;441;p39"/>
          <p:cNvPicPr preferRelativeResize="0"/>
          <p:nvPr/>
        </p:nvPicPr>
        <p:blipFill rotWithShape="1">
          <a:blip r:embed="rId3">
            <a:alphaModFix/>
          </a:blip>
          <a:srcRect b="0" l="0" r="0" t="0"/>
          <a:stretch/>
        </p:blipFill>
        <p:spPr>
          <a:xfrm>
            <a:off x="2660074" y="1911928"/>
            <a:ext cx="7204362" cy="3532908"/>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40"/>
          <p:cNvSpPr txBox="1"/>
          <p:nvPr>
            <p:ph idx="1" type="body"/>
          </p:nvPr>
        </p:nvSpPr>
        <p:spPr>
          <a:xfrm>
            <a:off x="209265" y="739367"/>
            <a:ext cx="11582401" cy="528735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400"/>
              <a:buNone/>
            </a:pPr>
            <a:r>
              <a:rPr lang="en-US" sz="2400"/>
              <a:t>&lt;RelativeLayout</a:t>
            </a:r>
            <a:endParaRPr sz="2400"/>
          </a:p>
          <a:p>
            <a:pPr indent="0" lvl="0" marL="0" rtl="0" algn="l">
              <a:lnSpc>
                <a:spcPct val="90000"/>
              </a:lnSpc>
              <a:spcBef>
                <a:spcPts val="1000"/>
              </a:spcBef>
              <a:spcAft>
                <a:spcPts val="0"/>
              </a:spcAft>
              <a:buClr>
                <a:schemeClr val="dk1"/>
              </a:buClr>
              <a:buSzPts val="2400"/>
              <a:buNone/>
            </a:pPr>
            <a:r>
              <a:rPr lang="en-US" sz="2400"/>
              <a:t>android:layout_width="wrap_content"</a:t>
            </a:r>
            <a:endParaRPr/>
          </a:p>
          <a:p>
            <a:pPr indent="0" lvl="0" marL="0" rtl="0" algn="l">
              <a:lnSpc>
                <a:spcPct val="90000"/>
              </a:lnSpc>
              <a:spcBef>
                <a:spcPts val="1000"/>
              </a:spcBef>
              <a:spcAft>
                <a:spcPts val="0"/>
              </a:spcAft>
              <a:buClr>
                <a:schemeClr val="dk1"/>
              </a:buClr>
              <a:buSzPts val="2400"/>
              <a:buNone/>
            </a:pPr>
            <a:r>
              <a:rPr lang="en-US" sz="2400"/>
              <a:t>android:layout_height="wrap_content"&gt;</a:t>
            </a:r>
            <a:endParaRPr/>
          </a:p>
          <a:p>
            <a:pPr indent="0" lvl="0" marL="0" rtl="0" algn="l">
              <a:lnSpc>
                <a:spcPct val="90000"/>
              </a:lnSpc>
              <a:spcBef>
                <a:spcPts val="1000"/>
              </a:spcBef>
              <a:spcAft>
                <a:spcPts val="0"/>
              </a:spcAft>
              <a:buClr>
                <a:schemeClr val="dk1"/>
              </a:buClr>
              <a:buSzPts val="2400"/>
              <a:buNone/>
            </a:pPr>
            <a:r>
              <a:rPr lang="en-US" sz="2400"/>
              <a:t> </a:t>
            </a:r>
            <a:endParaRPr/>
          </a:p>
          <a:p>
            <a:pPr indent="0" lvl="0" marL="0" rtl="0" algn="l">
              <a:lnSpc>
                <a:spcPct val="90000"/>
              </a:lnSpc>
              <a:spcBef>
                <a:spcPts val="1000"/>
              </a:spcBef>
              <a:spcAft>
                <a:spcPts val="0"/>
              </a:spcAft>
              <a:buClr>
                <a:schemeClr val="dk1"/>
              </a:buClr>
              <a:buSzPts val="2400"/>
              <a:buNone/>
            </a:pPr>
            <a:r>
              <a:rPr lang="en-US" sz="2400"/>
              <a:t>&lt;!--ImageView, TextView, ButtonView</a:t>
            </a:r>
            <a:endParaRPr sz="2400"/>
          </a:p>
          <a:p>
            <a:pPr indent="0" lvl="0" marL="0" rtl="0" algn="l">
              <a:lnSpc>
                <a:spcPct val="90000"/>
              </a:lnSpc>
              <a:spcBef>
                <a:spcPts val="1000"/>
              </a:spcBef>
              <a:spcAft>
                <a:spcPts val="0"/>
              </a:spcAft>
              <a:buClr>
                <a:schemeClr val="dk1"/>
              </a:buClr>
              <a:buSzPts val="2400"/>
              <a:buNone/>
            </a:pPr>
            <a:r>
              <a:rPr lang="en-US" sz="2400"/>
              <a:t>    etc with specified position--&gt;</a:t>
            </a:r>
            <a:endParaRPr/>
          </a:p>
          <a:p>
            <a:pPr indent="0" lvl="0" marL="0" rtl="0" algn="l">
              <a:lnSpc>
                <a:spcPct val="90000"/>
              </a:lnSpc>
              <a:spcBef>
                <a:spcPts val="1000"/>
              </a:spcBef>
              <a:spcAft>
                <a:spcPts val="0"/>
              </a:spcAft>
              <a:buClr>
                <a:schemeClr val="dk1"/>
              </a:buClr>
              <a:buSzPts val="2400"/>
              <a:buNone/>
            </a:pPr>
            <a:r>
              <a:rPr lang="en-US" sz="2400"/>
              <a:t>     </a:t>
            </a:r>
            <a:endParaRPr/>
          </a:p>
          <a:p>
            <a:pPr indent="0" lvl="0" marL="0" rtl="0" algn="l">
              <a:lnSpc>
                <a:spcPct val="90000"/>
              </a:lnSpc>
              <a:spcBef>
                <a:spcPts val="1000"/>
              </a:spcBef>
              <a:spcAft>
                <a:spcPts val="0"/>
              </a:spcAft>
              <a:buClr>
                <a:schemeClr val="dk1"/>
              </a:buClr>
              <a:buSzPts val="2400"/>
              <a:buNone/>
            </a:pPr>
            <a:r>
              <a:rPr lang="en-US" sz="2400"/>
              <a:t>&lt;/RelativeLayout&gt;</a:t>
            </a:r>
            <a:endParaRPr/>
          </a:p>
          <a:p>
            <a:pPr indent="-76200" lvl="0" marL="228600" rtl="0" algn="l">
              <a:lnSpc>
                <a:spcPct val="90000"/>
              </a:lnSpc>
              <a:spcBef>
                <a:spcPts val="1000"/>
              </a:spcBef>
              <a:spcAft>
                <a:spcPts val="0"/>
              </a:spcAft>
              <a:buClr>
                <a:schemeClr val="dk1"/>
              </a:buClr>
              <a:buSzPts val="2400"/>
              <a:buNone/>
            </a:pPr>
            <a:r>
              <a:t/>
            </a:r>
            <a:endParaRPr sz="2400"/>
          </a:p>
          <a:p>
            <a:pPr indent="-76200" lvl="0" marL="228600" rtl="0" algn="l">
              <a:lnSpc>
                <a:spcPct val="90000"/>
              </a:lnSpc>
              <a:spcBef>
                <a:spcPts val="1000"/>
              </a:spcBef>
              <a:spcAft>
                <a:spcPts val="0"/>
              </a:spcAft>
              <a:buClr>
                <a:schemeClr val="dk1"/>
              </a:buClr>
              <a:buSzPts val="2400"/>
              <a:buNone/>
            </a:pPr>
            <a:r>
              <a:t/>
            </a:r>
            <a:endParaRPr sz="2400"/>
          </a:p>
          <a:p>
            <a:pPr indent="-76200" lvl="0" marL="228600" rtl="0" algn="l">
              <a:lnSpc>
                <a:spcPct val="90000"/>
              </a:lnSpc>
              <a:spcBef>
                <a:spcPts val="1000"/>
              </a:spcBef>
              <a:spcAft>
                <a:spcPts val="0"/>
              </a:spcAft>
              <a:buClr>
                <a:schemeClr val="dk1"/>
              </a:buClr>
              <a:buSzPts val="2400"/>
              <a:buNone/>
            </a:pPr>
            <a:r>
              <a:t/>
            </a:r>
            <a:endParaRPr sz="2400"/>
          </a:p>
          <a:p>
            <a:pPr indent="-76200" lvl="0" marL="228600" rtl="0" algn="l">
              <a:lnSpc>
                <a:spcPct val="90000"/>
              </a:lnSpc>
              <a:spcBef>
                <a:spcPts val="1000"/>
              </a:spcBef>
              <a:spcAft>
                <a:spcPts val="0"/>
              </a:spcAft>
              <a:buClr>
                <a:schemeClr val="dk1"/>
              </a:buClr>
              <a:buSzPts val="2400"/>
              <a:buNone/>
            </a:pPr>
            <a:r>
              <a:t/>
            </a:r>
            <a:endParaRPr sz="2400"/>
          </a:p>
        </p:txBody>
      </p:sp>
      <p:sp>
        <p:nvSpPr>
          <p:cNvPr id="447" name="Google Shape;447;p40"/>
          <p:cNvSpPr txBox="1"/>
          <p:nvPr>
            <p:ph idx="12" type="sldNum"/>
          </p:nvPr>
        </p:nvSpPr>
        <p:spPr>
          <a:xfrm>
            <a:off x="9414933" y="642937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FFFFFF"/>
                </a:solidFill>
              </a:rPr>
              <a:t>‹#›</a:t>
            </a:fld>
            <a:endParaRPr>
              <a:solidFill>
                <a:srgbClr val="FFFFFF"/>
              </a:solidFill>
            </a:endParaRPr>
          </a:p>
        </p:txBody>
      </p:sp>
      <p:sp>
        <p:nvSpPr>
          <p:cNvPr id="448" name="Google Shape;448;p40"/>
          <p:cNvSpPr txBox="1"/>
          <p:nvPr/>
        </p:nvSpPr>
        <p:spPr>
          <a:xfrm>
            <a:off x="209265" y="202399"/>
            <a:ext cx="5732060" cy="423081"/>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1" lang="en-US" sz="3200">
                <a:solidFill>
                  <a:srgbClr val="002060"/>
                </a:solidFill>
                <a:latin typeface="Cambria"/>
                <a:ea typeface="Cambria"/>
                <a:cs typeface="Cambria"/>
                <a:sym typeface="Cambria"/>
              </a:rPr>
              <a:t>RelativeLayout</a:t>
            </a:r>
            <a:endParaRPr b="1" sz="3200">
              <a:solidFill>
                <a:srgbClr val="002060"/>
              </a:solidFill>
              <a:latin typeface="Cambria"/>
              <a:ea typeface="Cambria"/>
              <a:cs typeface="Cambria"/>
              <a:sym typeface="Cambria"/>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41"/>
          <p:cNvSpPr txBox="1"/>
          <p:nvPr>
            <p:ph idx="1" type="body"/>
          </p:nvPr>
        </p:nvSpPr>
        <p:spPr>
          <a:xfrm>
            <a:off x="209265" y="739367"/>
            <a:ext cx="11582401" cy="5287359"/>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400"/>
              <a:buChar char="•"/>
            </a:pPr>
            <a:r>
              <a:rPr lang="en-US" sz="2400"/>
              <a:t>LinearLayout is a type of view group which is responsible for holding views in it either Horizontally or vertically. It is a type of Layout where one can arrange groups either Horizontally or Vertically. </a:t>
            </a:r>
            <a:endParaRPr/>
          </a:p>
          <a:p>
            <a:pPr indent="-76200" lvl="0" marL="228600" rtl="0" algn="l">
              <a:lnSpc>
                <a:spcPct val="90000"/>
              </a:lnSpc>
              <a:spcBef>
                <a:spcPts val="1000"/>
              </a:spcBef>
              <a:spcAft>
                <a:spcPts val="0"/>
              </a:spcAft>
              <a:buClr>
                <a:schemeClr val="dk1"/>
              </a:buClr>
              <a:buSzPts val="2400"/>
              <a:buNone/>
            </a:pPr>
            <a:r>
              <a:t/>
            </a:r>
            <a:endParaRPr sz="2400"/>
          </a:p>
          <a:p>
            <a:pPr indent="-76200" lvl="0" marL="228600" rtl="0" algn="l">
              <a:lnSpc>
                <a:spcPct val="90000"/>
              </a:lnSpc>
              <a:spcBef>
                <a:spcPts val="1000"/>
              </a:spcBef>
              <a:spcAft>
                <a:spcPts val="0"/>
              </a:spcAft>
              <a:buClr>
                <a:schemeClr val="dk1"/>
              </a:buClr>
              <a:buSzPts val="2400"/>
              <a:buNone/>
            </a:pPr>
            <a:r>
              <a:t/>
            </a:r>
            <a:endParaRPr sz="2400"/>
          </a:p>
          <a:p>
            <a:pPr indent="-76200" lvl="0" marL="228600" rtl="0" algn="l">
              <a:lnSpc>
                <a:spcPct val="90000"/>
              </a:lnSpc>
              <a:spcBef>
                <a:spcPts val="1000"/>
              </a:spcBef>
              <a:spcAft>
                <a:spcPts val="0"/>
              </a:spcAft>
              <a:buClr>
                <a:schemeClr val="dk1"/>
              </a:buClr>
              <a:buSzPts val="2400"/>
              <a:buNone/>
            </a:pPr>
            <a:r>
              <a:t/>
            </a:r>
            <a:endParaRPr sz="2400"/>
          </a:p>
          <a:p>
            <a:pPr indent="-76200" lvl="0" marL="228600" rtl="0" algn="l">
              <a:lnSpc>
                <a:spcPct val="90000"/>
              </a:lnSpc>
              <a:spcBef>
                <a:spcPts val="1000"/>
              </a:spcBef>
              <a:spcAft>
                <a:spcPts val="0"/>
              </a:spcAft>
              <a:buClr>
                <a:schemeClr val="dk1"/>
              </a:buClr>
              <a:buSzPts val="2400"/>
              <a:buNone/>
            </a:pPr>
            <a:r>
              <a:t/>
            </a:r>
            <a:endParaRPr sz="2400"/>
          </a:p>
        </p:txBody>
      </p:sp>
      <p:sp>
        <p:nvSpPr>
          <p:cNvPr id="454" name="Google Shape;454;p41"/>
          <p:cNvSpPr txBox="1"/>
          <p:nvPr>
            <p:ph idx="12" type="sldNum"/>
          </p:nvPr>
        </p:nvSpPr>
        <p:spPr>
          <a:xfrm>
            <a:off x="9414933" y="642937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FFFFFF"/>
                </a:solidFill>
              </a:rPr>
              <a:t>‹#›</a:t>
            </a:fld>
            <a:endParaRPr>
              <a:solidFill>
                <a:srgbClr val="FFFFFF"/>
              </a:solidFill>
            </a:endParaRPr>
          </a:p>
        </p:txBody>
      </p:sp>
      <p:sp>
        <p:nvSpPr>
          <p:cNvPr id="455" name="Google Shape;455;p41"/>
          <p:cNvSpPr txBox="1"/>
          <p:nvPr/>
        </p:nvSpPr>
        <p:spPr>
          <a:xfrm>
            <a:off x="209265" y="202399"/>
            <a:ext cx="5732060" cy="423081"/>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1" lang="en-US" sz="3200">
                <a:solidFill>
                  <a:srgbClr val="002060"/>
                </a:solidFill>
                <a:latin typeface="Cambria"/>
                <a:ea typeface="Cambria"/>
                <a:cs typeface="Cambria"/>
                <a:sym typeface="Cambria"/>
              </a:rPr>
              <a:t>LinearLayout</a:t>
            </a:r>
            <a:endParaRPr b="1" sz="3200">
              <a:solidFill>
                <a:srgbClr val="002060"/>
              </a:solidFill>
              <a:latin typeface="Cambria"/>
              <a:ea typeface="Cambria"/>
              <a:cs typeface="Cambria"/>
              <a:sym typeface="Cambria"/>
            </a:endParaRPr>
          </a:p>
        </p:txBody>
      </p:sp>
      <p:pic>
        <p:nvPicPr>
          <p:cNvPr id="456" name="Google Shape;456;p41"/>
          <p:cNvPicPr preferRelativeResize="0"/>
          <p:nvPr/>
        </p:nvPicPr>
        <p:blipFill rotWithShape="1">
          <a:blip r:embed="rId3">
            <a:alphaModFix/>
          </a:blip>
          <a:srcRect b="0" l="0" r="0" t="0"/>
          <a:stretch/>
        </p:blipFill>
        <p:spPr>
          <a:xfrm>
            <a:off x="3524539" y="2127809"/>
            <a:ext cx="4455680" cy="3141562"/>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42"/>
          <p:cNvSpPr txBox="1"/>
          <p:nvPr>
            <p:ph idx="1" type="body"/>
          </p:nvPr>
        </p:nvSpPr>
        <p:spPr>
          <a:xfrm>
            <a:off x="209265" y="739367"/>
            <a:ext cx="11582401" cy="528735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400"/>
              <a:buNone/>
            </a:pPr>
            <a:r>
              <a:rPr lang="en-US" sz="2400"/>
              <a:t>&lt;LinearLayout</a:t>
            </a:r>
            <a:endParaRPr sz="2400"/>
          </a:p>
          <a:p>
            <a:pPr indent="0" lvl="0" marL="0" rtl="0" algn="l">
              <a:lnSpc>
                <a:spcPct val="90000"/>
              </a:lnSpc>
              <a:spcBef>
                <a:spcPts val="1000"/>
              </a:spcBef>
              <a:spcAft>
                <a:spcPts val="0"/>
              </a:spcAft>
              <a:buClr>
                <a:schemeClr val="dk1"/>
              </a:buClr>
              <a:buSzPts val="2400"/>
              <a:buNone/>
            </a:pPr>
            <a:r>
              <a:rPr lang="en-US" sz="2400"/>
              <a:t>android:layout_width="wrap_content"</a:t>
            </a:r>
            <a:endParaRPr/>
          </a:p>
          <a:p>
            <a:pPr indent="0" lvl="0" marL="0" rtl="0" algn="l">
              <a:lnSpc>
                <a:spcPct val="90000"/>
              </a:lnSpc>
              <a:spcBef>
                <a:spcPts val="1000"/>
              </a:spcBef>
              <a:spcAft>
                <a:spcPts val="0"/>
              </a:spcAft>
              <a:buClr>
                <a:schemeClr val="dk1"/>
              </a:buClr>
              <a:buSzPts val="2400"/>
              <a:buNone/>
            </a:pPr>
            <a:r>
              <a:rPr lang="en-US" sz="2400"/>
              <a:t>android:layout_height="wrap_content"</a:t>
            </a:r>
            <a:endParaRPr/>
          </a:p>
          <a:p>
            <a:pPr indent="0" lvl="0" marL="0" rtl="0" algn="l">
              <a:lnSpc>
                <a:spcPct val="90000"/>
              </a:lnSpc>
              <a:spcBef>
                <a:spcPts val="1000"/>
              </a:spcBef>
              <a:spcAft>
                <a:spcPts val="0"/>
              </a:spcAft>
              <a:buClr>
                <a:schemeClr val="dk1"/>
              </a:buClr>
              <a:buSzPts val="2400"/>
              <a:buNone/>
            </a:pPr>
            <a:r>
              <a:rPr lang="en-US" sz="2400"/>
              <a:t>android:orientation="either vertical or horizontal"&gt;</a:t>
            </a:r>
            <a:endParaRPr/>
          </a:p>
          <a:p>
            <a:pPr indent="0" lvl="0" marL="0" rtl="0" algn="l">
              <a:lnSpc>
                <a:spcPct val="90000"/>
              </a:lnSpc>
              <a:spcBef>
                <a:spcPts val="1000"/>
              </a:spcBef>
              <a:spcAft>
                <a:spcPts val="0"/>
              </a:spcAft>
              <a:buClr>
                <a:schemeClr val="dk1"/>
              </a:buClr>
              <a:buSzPts val="2400"/>
              <a:buNone/>
            </a:pPr>
            <a:r>
              <a:rPr lang="en-US" sz="2400"/>
              <a:t> </a:t>
            </a:r>
            <a:endParaRPr/>
          </a:p>
          <a:p>
            <a:pPr indent="0" lvl="0" marL="0" rtl="0" algn="l">
              <a:lnSpc>
                <a:spcPct val="90000"/>
              </a:lnSpc>
              <a:spcBef>
                <a:spcPts val="1000"/>
              </a:spcBef>
              <a:spcAft>
                <a:spcPts val="0"/>
              </a:spcAft>
              <a:buClr>
                <a:schemeClr val="dk1"/>
              </a:buClr>
              <a:buSzPts val="2400"/>
              <a:buNone/>
            </a:pPr>
            <a:r>
              <a:rPr lang="en-US" sz="2400"/>
              <a:t>&lt;!--ImageView, TextView, ButtonView etc.--&gt;</a:t>
            </a:r>
            <a:endParaRPr/>
          </a:p>
          <a:p>
            <a:pPr indent="0" lvl="0" marL="0" rtl="0" algn="l">
              <a:lnSpc>
                <a:spcPct val="90000"/>
              </a:lnSpc>
              <a:spcBef>
                <a:spcPts val="1000"/>
              </a:spcBef>
              <a:spcAft>
                <a:spcPts val="0"/>
              </a:spcAft>
              <a:buClr>
                <a:schemeClr val="dk1"/>
              </a:buClr>
              <a:buSzPts val="2400"/>
              <a:buNone/>
            </a:pPr>
            <a:r>
              <a:rPr lang="en-US" sz="2400"/>
              <a:t> </a:t>
            </a:r>
            <a:endParaRPr/>
          </a:p>
          <a:p>
            <a:pPr indent="0" lvl="0" marL="0" rtl="0" algn="l">
              <a:lnSpc>
                <a:spcPct val="90000"/>
              </a:lnSpc>
              <a:spcBef>
                <a:spcPts val="1000"/>
              </a:spcBef>
              <a:spcAft>
                <a:spcPts val="0"/>
              </a:spcAft>
              <a:buClr>
                <a:schemeClr val="dk1"/>
              </a:buClr>
              <a:buSzPts val="2400"/>
              <a:buNone/>
            </a:pPr>
            <a:r>
              <a:rPr lang="en-US" sz="2400"/>
              <a:t>&lt;/LinearLayout&gt;</a:t>
            </a:r>
            <a:endParaRPr sz="2400"/>
          </a:p>
          <a:p>
            <a:pPr indent="-76200" lvl="0" marL="228600" rtl="0" algn="l">
              <a:lnSpc>
                <a:spcPct val="90000"/>
              </a:lnSpc>
              <a:spcBef>
                <a:spcPts val="1000"/>
              </a:spcBef>
              <a:spcAft>
                <a:spcPts val="0"/>
              </a:spcAft>
              <a:buClr>
                <a:schemeClr val="dk1"/>
              </a:buClr>
              <a:buSzPts val="2400"/>
              <a:buNone/>
            </a:pPr>
            <a:r>
              <a:t/>
            </a:r>
            <a:endParaRPr sz="2400"/>
          </a:p>
          <a:p>
            <a:pPr indent="-76200" lvl="0" marL="228600" rtl="0" algn="l">
              <a:lnSpc>
                <a:spcPct val="90000"/>
              </a:lnSpc>
              <a:spcBef>
                <a:spcPts val="1000"/>
              </a:spcBef>
              <a:spcAft>
                <a:spcPts val="0"/>
              </a:spcAft>
              <a:buClr>
                <a:schemeClr val="dk1"/>
              </a:buClr>
              <a:buSzPts val="2400"/>
              <a:buNone/>
            </a:pPr>
            <a:r>
              <a:t/>
            </a:r>
            <a:endParaRPr sz="2400"/>
          </a:p>
          <a:p>
            <a:pPr indent="-76200" lvl="0" marL="228600" rtl="0" algn="l">
              <a:lnSpc>
                <a:spcPct val="90000"/>
              </a:lnSpc>
              <a:spcBef>
                <a:spcPts val="1000"/>
              </a:spcBef>
              <a:spcAft>
                <a:spcPts val="0"/>
              </a:spcAft>
              <a:buClr>
                <a:schemeClr val="dk1"/>
              </a:buClr>
              <a:buSzPts val="2400"/>
              <a:buNone/>
            </a:pPr>
            <a:r>
              <a:t/>
            </a:r>
            <a:endParaRPr sz="2400"/>
          </a:p>
        </p:txBody>
      </p:sp>
      <p:sp>
        <p:nvSpPr>
          <p:cNvPr id="462" name="Google Shape;462;p42"/>
          <p:cNvSpPr txBox="1"/>
          <p:nvPr>
            <p:ph idx="12" type="sldNum"/>
          </p:nvPr>
        </p:nvSpPr>
        <p:spPr>
          <a:xfrm>
            <a:off x="9414933" y="642937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FFFFFF"/>
                </a:solidFill>
              </a:rPr>
              <a:t>‹#›</a:t>
            </a:fld>
            <a:endParaRPr>
              <a:solidFill>
                <a:srgbClr val="FFFFFF"/>
              </a:solidFill>
            </a:endParaRPr>
          </a:p>
        </p:txBody>
      </p:sp>
      <p:sp>
        <p:nvSpPr>
          <p:cNvPr id="463" name="Google Shape;463;p42"/>
          <p:cNvSpPr txBox="1"/>
          <p:nvPr/>
        </p:nvSpPr>
        <p:spPr>
          <a:xfrm>
            <a:off x="209265" y="202399"/>
            <a:ext cx="5732060" cy="423081"/>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1" lang="en-US" sz="3200">
                <a:solidFill>
                  <a:srgbClr val="002060"/>
                </a:solidFill>
                <a:latin typeface="Cambria"/>
                <a:ea typeface="Cambria"/>
                <a:cs typeface="Cambria"/>
                <a:sym typeface="Cambria"/>
              </a:rPr>
              <a:t>LinearLayout</a:t>
            </a:r>
            <a:endParaRPr b="1" sz="3200">
              <a:solidFill>
                <a:srgbClr val="002060"/>
              </a:solidFill>
              <a:latin typeface="Cambria"/>
              <a:ea typeface="Cambria"/>
              <a:cs typeface="Cambria"/>
              <a:sym typeface="Cambria"/>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43"/>
          <p:cNvSpPr txBox="1"/>
          <p:nvPr>
            <p:ph idx="1" type="body"/>
          </p:nvPr>
        </p:nvSpPr>
        <p:spPr>
          <a:xfrm>
            <a:off x="209265" y="739367"/>
            <a:ext cx="11582401" cy="528735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400"/>
              <a:buNone/>
            </a:pPr>
            <a:r>
              <a:t/>
            </a:r>
            <a:endParaRPr sz="2400"/>
          </a:p>
          <a:p>
            <a:pPr indent="-76200" lvl="0" marL="228600" rtl="0" algn="l">
              <a:lnSpc>
                <a:spcPct val="90000"/>
              </a:lnSpc>
              <a:spcBef>
                <a:spcPts val="1000"/>
              </a:spcBef>
              <a:spcAft>
                <a:spcPts val="0"/>
              </a:spcAft>
              <a:buClr>
                <a:schemeClr val="dk1"/>
              </a:buClr>
              <a:buSzPts val="2400"/>
              <a:buNone/>
            </a:pPr>
            <a:r>
              <a:t/>
            </a:r>
            <a:endParaRPr sz="2400"/>
          </a:p>
          <a:p>
            <a:pPr indent="-76200" lvl="0" marL="228600" rtl="0" algn="l">
              <a:lnSpc>
                <a:spcPct val="90000"/>
              </a:lnSpc>
              <a:spcBef>
                <a:spcPts val="1000"/>
              </a:spcBef>
              <a:spcAft>
                <a:spcPts val="0"/>
              </a:spcAft>
              <a:buClr>
                <a:schemeClr val="dk1"/>
              </a:buClr>
              <a:buSzPts val="2400"/>
              <a:buNone/>
            </a:pPr>
            <a:r>
              <a:t/>
            </a:r>
            <a:endParaRPr sz="2400"/>
          </a:p>
          <a:p>
            <a:pPr indent="-76200" lvl="0" marL="228600" rtl="0" algn="l">
              <a:lnSpc>
                <a:spcPct val="90000"/>
              </a:lnSpc>
              <a:spcBef>
                <a:spcPts val="1000"/>
              </a:spcBef>
              <a:spcAft>
                <a:spcPts val="0"/>
              </a:spcAft>
              <a:buClr>
                <a:schemeClr val="dk1"/>
              </a:buClr>
              <a:buSzPts val="2400"/>
              <a:buNone/>
            </a:pPr>
            <a:r>
              <a:t/>
            </a:r>
            <a:endParaRPr sz="2400"/>
          </a:p>
        </p:txBody>
      </p:sp>
      <p:sp>
        <p:nvSpPr>
          <p:cNvPr id="469" name="Google Shape;469;p43"/>
          <p:cNvSpPr txBox="1"/>
          <p:nvPr>
            <p:ph idx="12" type="sldNum"/>
          </p:nvPr>
        </p:nvSpPr>
        <p:spPr>
          <a:xfrm>
            <a:off x="9414933" y="642937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FFFFFF"/>
                </a:solidFill>
              </a:rPr>
              <a:t>‹#›</a:t>
            </a:fld>
            <a:endParaRPr>
              <a:solidFill>
                <a:srgbClr val="FFFFFF"/>
              </a:solidFill>
            </a:endParaRPr>
          </a:p>
        </p:txBody>
      </p:sp>
      <p:sp>
        <p:nvSpPr>
          <p:cNvPr id="470" name="Google Shape;470;p43"/>
          <p:cNvSpPr txBox="1"/>
          <p:nvPr/>
        </p:nvSpPr>
        <p:spPr>
          <a:xfrm>
            <a:off x="209265" y="202399"/>
            <a:ext cx="7632408" cy="536968"/>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1" lang="en-US" sz="3200">
                <a:solidFill>
                  <a:srgbClr val="002060"/>
                </a:solidFill>
                <a:latin typeface="Cambria"/>
                <a:ea typeface="Cambria"/>
                <a:cs typeface="Cambria"/>
                <a:sym typeface="Cambria"/>
              </a:rPr>
              <a:t>LinearLayout vs RelativeLayout</a:t>
            </a:r>
            <a:endParaRPr b="1" sz="3200">
              <a:solidFill>
                <a:srgbClr val="002060"/>
              </a:solidFill>
              <a:latin typeface="Cambria"/>
              <a:ea typeface="Cambria"/>
              <a:cs typeface="Cambria"/>
              <a:sym typeface="Cambria"/>
            </a:endParaRPr>
          </a:p>
        </p:txBody>
      </p:sp>
      <p:graphicFrame>
        <p:nvGraphicFramePr>
          <p:cNvPr id="471" name="Google Shape;471;p43"/>
          <p:cNvGraphicFramePr/>
          <p:nvPr/>
        </p:nvGraphicFramePr>
        <p:xfrm>
          <a:off x="955961" y="1011380"/>
          <a:ext cx="3000000" cy="3000000"/>
        </p:xfrm>
        <a:graphic>
          <a:graphicData uri="http://schemas.openxmlformats.org/drawingml/2006/table">
            <a:tbl>
              <a:tblPr bandRow="1" firstCol="1" firstRow="1">
                <a:noFill/>
                <a:tableStyleId>{FBC27470-1674-45F5-9505-B99F6786ED92}</a:tableStyleId>
              </a:tblPr>
              <a:tblGrid>
                <a:gridCol w="4987625"/>
                <a:gridCol w="4987625"/>
              </a:tblGrid>
              <a:tr h="375075">
                <a:tc>
                  <a:txBody>
                    <a:bodyPr/>
                    <a:lstStyle/>
                    <a:p>
                      <a:pPr indent="0" lvl="0" marL="0" marR="0" rtl="0" algn="ctr">
                        <a:lnSpc>
                          <a:spcPct val="107000"/>
                        </a:lnSpc>
                        <a:spcBef>
                          <a:spcPts val="0"/>
                        </a:spcBef>
                        <a:spcAft>
                          <a:spcPts val="0"/>
                        </a:spcAft>
                        <a:buNone/>
                      </a:pPr>
                      <a:r>
                        <a:rPr lang="en-US" sz="1100" u="none" cap="none" strike="noStrike"/>
                        <a:t>LinearLayout   </a:t>
                      </a:r>
                      <a:endParaRPr sz="800" u="none" cap="none" strike="noStrike">
                        <a:latin typeface="Calibri"/>
                        <a:ea typeface="Calibri"/>
                        <a:cs typeface="Calibri"/>
                        <a:sym typeface="Calibri"/>
                      </a:endParaRPr>
                    </a:p>
                  </a:txBody>
                  <a:tcPr marT="72075" marB="72075" marR="28825" marL="28825" anchor="b"/>
                </a:tc>
                <a:tc>
                  <a:txBody>
                    <a:bodyPr/>
                    <a:lstStyle/>
                    <a:p>
                      <a:pPr indent="0" lvl="0" marL="0" marR="0" rtl="0" algn="ctr">
                        <a:lnSpc>
                          <a:spcPct val="107000"/>
                        </a:lnSpc>
                        <a:spcBef>
                          <a:spcPts val="0"/>
                        </a:spcBef>
                        <a:spcAft>
                          <a:spcPts val="0"/>
                        </a:spcAft>
                        <a:buNone/>
                      </a:pPr>
                      <a:r>
                        <a:rPr lang="en-US" sz="1100" u="none" cap="none" strike="noStrike"/>
                        <a:t>RelativeLayout   </a:t>
                      </a:r>
                      <a:endParaRPr sz="800" u="none" cap="none" strike="noStrike">
                        <a:latin typeface="Calibri"/>
                        <a:ea typeface="Calibri"/>
                        <a:cs typeface="Calibri"/>
                        <a:sym typeface="Calibri"/>
                      </a:endParaRPr>
                    </a:p>
                  </a:txBody>
                  <a:tcPr marT="72075" marB="72075" marR="72075" marL="72075" anchor="b"/>
                </a:tc>
              </a:tr>
              <a:tr h="421425">
                <a:tc>
                  <a:txBody>
                    <a:bodyPr/>
                    <a:lstStyle/>
                    <a:p>
                      <a:pPr indent="0" lvl="0" marL="0" marR="0" rtl="0" algn="l">
                        <a:lnSpc>
                          <a:spcPct val="107000"/>
                        </a:lnSpc>
                        <a:spcBef>
                          <a:spcPts val="0"/>
                        </a:spcBef>
                        <a:spcAft>
                          <a:spcPts val="0"/>
                        </a:spcAft>
                        <a:buNone/>
                      </a:pPr>
                      <a:r>
                        <a:rPr lang="en-US" sz="900" u="none" cap="none" strike="noStrike"/>
                        <a:t>We can adjust views and widgets linearly i.e Horizontally and vertically.</a:t>
                      </a:r>
                      <a:endParaRPr sz="800" u="none" cap="none" strike="noStrike">
                        <a:latin typeface="Calibri"/>
                        <a:ea typeface="Calibri"/>
                        <a:cs typeface="Calibri"/>
                        <a:sym typeface="Calibri"/>
                      </a:endParaRPr>
                    </a:p>
                  </a:txBody>
                  <a:tcPr marT="100900" marB="100900" marR="72075" marL="72075" anchor="ctr"/>
                </a:tc>
                <a:tc>
                  <a:txBody>
                    <a:bodyPr/>
                    <a:lstStyle/>
                    <a:p>
                      <a:pPr indent="0" lvl="0" marL="0" marR="0" rtl="0" algn="l">
                        <a:lnSpc>
                          <a:spcPct val="107000"/>
                        </a:lnSpc>
                        <a:spcBef>
                          <a:spcPts val="0"/>
                        </a:spcBef>
                        <a:spcAft>
                          <a:spcPts val="0"/>
                        </a:spcAft>
                        <a:buNone/>
                      </a:pPr>
                      <a:r>
                        <a:rPr lang="en-US" sz="900" u="none" cap="none" strike="noStrike"/>
                        <a:t>We can adjust views and widgets according to one’s satisfaction.</a:t>
                      </a:r>
                      <a:endParaRPr sz="800" u="none" cap="none" strike="noStrike">
                        <a:latin typeface="Calibri"/>
                        <a:ea typeface="Calibri"/>
                        <a:cs typeface="Calibri"/>
                        <a:sym typeface="Calibri"/>
                      </a:endParaRPr>
                    </a:p>
                  </a:txBody>
                  <a:tcPr marT="100900" marB="100900" marR="72075" marL="72075" anchor="ctr"/>
                </a:tc>
              </a:tr>
              <a:tr h="1151675">
                <a:tc>
                  <a:txBody>
                    <a:bodyPr/>
                    <a:lstStyle/>
                    <a:p>
                      <a:pPr indent="0" lvl="0" marL="0" marR="0" rtl="0" algn="l">
                        <a:lnSpc>
                          <a:spcPct val="107000"/>
                        </a:lnSpc>
                        <a:spcBef>
                          <a:spcPts val="0"/>
                        </a:spcBef>
                        <a:spcAft>
                          <a:spcPts val="0"/>
                        </a:spcAft>
                        <a:buNone/>
                      </a:pPr>
                      <a:r>
                        <a:rPr lang="en-US" sz="900" u="none" cap="none" strike="noStrike"/>
                        <a:t>layout_weight attribute in the linear layout is used to specify the equal or specific size to the particular widget and view by using the following attribute</a:t>
                      </a:r>
                      <a:endParaRPr sz="800" u="none" cap="none" strike="noStrike"/>
                    </a:p>
                    <a:p>
                      <a:pPr indent="0" lvl="0" marL="0" marR="0" rtl="0" algn="l">
                        <a:lnSpc>
                          <a:spcPct val="107000"/>
                        </a:lnSpc>
                        <a:spcBef>
                          <a:spcPts val="0"/>
                        </a:spcBef>
                        <a:spcAft>
                          <a:spcPts val="0"/>
                        </a:spcAft>
                        <a:buNone/>
                      </a:pPr>
                      <a:r>
                        <a:rPr lang="en-US" sz="900" u="none" cap="none" strike="noStrike"/>
                        <a:t> android:layout_weight = ‘0’ </a:t>
                      </a:r>
                      <a:endParaRPr sz="800" u="none" cap="none" strike="noStrike"/>
                    </a:p>
                    <a:p>
                      <a:pPr indent="0" lvl="0" marL="0" marR="0" rtl="0" algn="l">
                        <a:lnSpc>
                          <a:spcPct val="107000"/>
                        </a:lnSpc>
                        <a:spcBef>
                          <a:spcPts val="0"/>
                        </a:spcBef>
                        <a:spcAft>
                          <a:spcPts val="0"/>
                        </a:spcAft>
                        <a:buNone/>
                      </a:pPr>
                      <a:r>
                        <a:rPr lang="en-US" sz="900" u="none" cap="none" strike="noStrike"/>
                        <a:t>Here Weight is specified as 0 in order to give equal size or space to each view or widget.</a:t>
                      </a:r>
                      <a:endParaRPr sz="800" u="none" cap="none" strike="noStrike">
                        <a:latin typeface="Calibri"/>
                        <a:ea typeface="Calibri"/>
                        <a:cs typeface="Calibri"/>
                        <a:sym typeface="Calibri"/>
                      </a:endParaRPr>
                    </a:p>
                  </a:txBody>
                  <a:tcPr marT="100900" marB="100900" marR="72075" marL="72075" anchor="ctr"/>
                </a:tc>
                <a:tc>
                  <a:txBody>
                    <a:bodyPr/>
                    <a:lstStyle/>
                    <a:p>
                      <a:pPr indent="0" lvl="0" marL="0" marR="0" rtl="0" algn="l">
                        <a:lnSpc>
                          <a:spcPct val="107000"/>
                        </a:lnSpc>
                        <a:spcBef>
                          <a:spcPts val="0"/>
                        </a:spcBef>
                        <a:spcAft>
                          <a:spcPts val="0"/>
                        </a:spcAft>
                        <a:buNone/>
                      </a:pPr>
                      <a:r>
                        <a:rPr lang="en-US" sz="900" u="none" cap="none" strike="noStrike"/>
                        <a:t>Various attributes like: layout_toRightOf, layout_toLeftOf, layout_below, layout_alignParentTop, layout_top, layout_alignParentLeft, layout_alignParentRight are used to specify the position of each view and widget.</a:t>
                      </a:r>
                      <a:endParaRPr sz="800" u="none" cap="none" strike="noStrike">
                        <a:latin typeface="Calibri"/>
                        <a:ea typeface="Calibri"/>
                        <a:cs typeface="Calibri"/>
                        <a:sym typeface="Calibri"/>
                      </a:endParaRPr>
                    </a:p>
                  </a:txBody>
                  <a:tcPr marT="100900" marB="100900" marR="72075" marL="72075" anchor="ctr"/>
                </a:tc>
              </a:tr>
              <a:tr h="421425">
                <a:tc>
                  <a:txBody>
                    <a:bodyPr/>
                    <a:lstStyle/>
                    <a:p>
                      <a:pPr indent="0" lvl="0" marL="0" marR="0" rtl="0" algn="l">
                        <a:lnSpc>
                          <a:spcPct val="107000"/>
                        </a:lnSpc>
                        <a:spcBef>
                          <a:spcPts val="0"/>
                        </a:spcBef>
                        <a:spcAft>
                          <a:spcPts val="0"/>
                        </a:spcAft>
                        <a:buNone/>
                      </a:pPr>
                      <a:r>
                        <a:rPr lang="en-US" sz="900" u="none" cap="none" strike="noStrike"/>
                        <a:t>It is useful when we arrange views in a linear fashion.</a:t>
                      </a:r>
                      <a:endParaRPr sz="800" u="none" cap="none" strike="noStrike">
                        <a:latin typeface="Calibri"/>
                        <a:ea typeface="Calibri"/>
                        <a:cs typeface="Calibri"/>
                        <a:sym typeface="Calibri"/>
                      </a:endParaRPr>
                    </a:p>
                  </a:txBody>
                  <a:tcPr marT="100900" marB="100900" marR="72075" marL="72075" anchor="ctr"/>
                </a:tc>
                <a:tc>
                  <a:txBody>
                    <a:bodyPr/>
                    <a:lstStyle/>
                    <a:p>
                      <a:pPr indent="0" lvl="0" marL="0" marR="0" rtl="0" algn="l">
                        <a:lnSpc>
                          <a:spcPct val="107000"/>
                        </a:lnSpc>
                        <a:spcBef>
                          <a:spcPts val="0"/>
                        </a:spcBef>
                        <a:spcAft>
                          <a:spcPts val="0"/>
                        </a:spcAft>
                        <a:buNone/>
                      </a:pPr>
                      <a:r>
                        <a:rPr lang="en-US" sz="900" u="none" cap="none" strike="noStrike"/>
                        <a:t>It is useful when we arrange views in relative fashion.</a:t>
                      </a:r>
                      <a:endParaRPr sz="800" u="none" cap="none" strike="noStrike">
                        <a:latin typeface="Calibri"/>
                        <a:ea typeface="Calibri"/>
                        <a:cs typeface="Calibri"/>
                        <a:sym typeface="Calibri"/>
                      </a:endParaRPr>
                    </a:p>
                  </a:txBody>
                  <a:tcPr marT="100900" marB="100900" marR="72075" marL="72075" anchor="ctr"/>
                </a:tc>
              </a:tr>
              <a:tr h="1166450">
                <a:tc>
                  <a:txBody>
                    <a:bodyPr/>
                    <a:lstStyle/>
                    <a:p>
                      <a:pPr indent="0" lvl="0" marL="0" marR="0" rtl="0" algn="l">
                        <a:lnSpc>
                          <a:spcPct val="107000"/>
                        </a:lnSpc>
                        <a:spcBef>
                          <a:spcPts val="0"/>
                        </a:spcBef>
                        <a:spcAft>
                          <a:spcPts val="0"/>
                        </a:spcAft>
                        <a:buNone/>
                      </a:pPr>
                      <a:r>
                        <a:rPr lang="en-US" sz="900" u="none" cap="none" strike="noStrike"/>
                        <a:t>Syntax:</a:t>
                      </a:r>
                      <a:endParaRPr sz="800" u="none" cap="none" strike="noStrike"/>
                    </a:p>
                    <a:p>
                      <a:pPr indent="0" lvl="0" marL="0" marR="0" rtl="0" algn="l">
                        <a:lnSpc>
                          <a:spcPct val="107000"/>
                        </a:lnSpc>
                        <a:spcBef>
                          <a:spcPts val="0"/>
                        </a:spcBef>
                        <a:spcAft>
                          <a:spcPts val="0"/>
                        </a:spcAft>
                        <a:buNone/>
                      </a:pPr>
                      <a:r>
                        <a:rPr lang="en-US" sz="900" u="none" cap="none" strike="noStrike"/>
                        <a:t>&lt;LinearLayout&gt;  </a:t>
                      </a:r>
                      <a:endParaRPr sz="800" u="none" cap="none" strike="noStrike"/>
                    </a:p>
                    <a:p>
                      <a:pPr indent="0" lvl="0" marL="0" marR="0" rtl="0" algn="l">
                        <a:lnSpc>
                          <a:spcPct val="107000"/>
                        </a:lnSpc>
                        <a:spcBef>
                          <a:spcPts val="750"/>
                        </a:spcBef>
                        <a:spcAft>
                          <a:spcPts val="0"/>
                        </a:spcAft>
                        <a:buNone/>
                      </a:pPr>
                      <a:r>
                        <a:rPr lang="en-US" sz="900" u="none" cap="none" strike="noStrike"/>
                        <a:t>&lt;!–Views, widgets–&gt;</a:t>
                      </a:r>
                      <a:endParaRPr sz="800" u="none" cap="none" strike="noStrike"/>
                    </a:p>
                    <a:p>
                      <a:pPr indent="0" lvl="0" marL="0" marR="0" rtl="0" algn="l">
                        <a:lnSpc>
                          <a:spcPct val="107000"/>
                        </a:lnSpc>
                        <a:spcBef>
                          <a:spcPts val="750"/>
                        </a:spcBef>
                        <a:spcAft>
                          <a:spcPts val="0"/>
                        </a:spcAft>
                        <a:buNone/>
                      </a:pPr>
                      <a:r>
                        <a:rPr lang="en-US" sz="900" u="none" cap="none" strike="noStrike"/>
                        <a:t>&lt;/LinearLayout&gt;</a:t>
                      </a:r>
                      <a:endParaRPr sz="800" u="none" cap="none" strike="noStrike">
                        <a:latin typeface="Calibri"/>
                        <a:ea typeface="Calibri"/>
                        <a:cs typeface="Calibri"/>
                        <a:sym typeface="Calibri"/>
                      </a:endParaRPr>
                    </a:p>
                  </a:txBody>
                  <a:tcPr marT="100900" marB="100900" marR="72075" marL="72075" anchor="ctr"/>
                </a:tc>
                <a:tc>
                  <a:txBody>
                    <a:bodyPr/>
                    <a:lstStyle/>
                    <a:p>
                      <a:pPr indent="0" lvl="0" marL="0" marR="0" rtl="0" algn="l">
                        <a:lnSpc>
                          <a:spcPct val="107000"/>
                        </a:lnSpc>
                        <a:spcBef>
                          <a:spcPts val="0"/>
                        </a:spcBef>
                        <a:spcAft>
                          <a:spcPts val="0"/>
                        </a:spcAft>
                        <a:buNone/>
                      </a:pPr>
                      <a:r>
                        <a:rPr lang="en-US" sz="900" u="none" cap="none" strike="noStrike"/>
                        <a:t>Syntax:</a:t>
                      </a:r>
                      <a:endParaRPr sz="800" u="none" cap="none" strike="noStrike"/>
                    </a:p>
                    <a:p>
                      <a:pPr indent="0" lvl="0" marL="0" marR="0" rtl="0" algn="l">
                        <a:lnSpc>
                          <a:spcPct val="107000"/>
                        </a:lnSpc>
                        <a:spcBef>
                          <a:spcPts val="0"/>
                        </a:spcBef>
                        <a:spcAft>
                          <a:spcPts val="0"/>
                        </a:spcAft>
                        <a:buNone/>
                      </a:pPr>
                      <a:r>
                        <a:rPr lang="en-US" sz="900" u="none" cap="none" strike="noStrike"/>
                        <a:t>&lt;RelativeLayout&gt;</a:t>
                      </a:r>
                      <a:endParaRPr sz="800" u="none" cap="none" strike="noStrike"/>
                    </a:p>
                    <a:p>
                      <a:pPr indent="0" lvl="0" marL="0" marR="0" rtl="0" algn="l">
                        <a:lnSpc>
                          <a:spcPct val="107000"/>
                        </a:lnSpc>
                        <a:spcBef>
                          <a:spcPts val="750"/>
                        </a:spcBef>
                        <a:spcAft>
                          <a:spcPts val="0"/>
                        </a:spcAft>
                        <a:buNone/>
                      </a:pPr>
                      <a:r>
                        <a:rPr lang="en-US" sz="900" u="none" cap="none" strike="noStrike"/>
                        <a:t>&lt;!–Views, Widgets–&gt;</a:t>
                      </a:r>
                      <a:endParaRPr sz="800" u="none" cap="none" strike="noStrike"/>
                    </a:p>
                    <a:p>
                      <a:pPr indent="0" lvl="0" marL="0" marR="0" rtl="0" algn="l">
                        <a:lnSpc>
                          <a:spcPct val="107000"/>
                        </a:lnSpc>
                        <a:spcBef>
                          <a:spcPts val="750"/>
                        </a:spcBef>
                        <a:spcAft>
                          <a:spcPts val="0"/>
                        </a:spcAft>
                        <a:buNone/>
                      </a:pPr>
                      <a:r>
                        <a:rPr lang="en-US" sz="900" u="none" cap="none" strike="noStrike"/>
                        <a:t>&lt;/RelativeLayout&gt;</a:t>
                      </a:r>
                      <a:endParaRPr sz="800" u="none" cap="none" strike="noStrike">
                        <a:latin typeface="Calibri"/>
                        <a:ea typeface="Calibri"/>
                        <a:cs typeface="Calibri"/>
                        <a:sym typeface="Calibri"/>
                      </a:endParaRPr>
                    </a:p>
                  </a:txBody>
                  <a:tcPr marT="100900" marB="100900" marR="72075" marL="72075" anchor="ctr"/>
                </a:tc>
              </a:tr>
              <a:tr h="786550">
                <a:tc>
                  <a:txBody>
                    <a:bodyPr/>
                    <a:lstStyle/>
                    <a:p>
                      <a:pPr indent="0" lvl="0" marL="0" marR="0" rtl="0" algn="l">
                        <a:lnSpc>
                          <a:spcPct val="107000"/>
                        </a:lnSpc>
                        <a:spcBef>
                          <a:spcPts val="0"/>
                        </a:spcBef>
                        <a:spcAft>
                          <a:spcPts val="0"/>
                        </a:spcAft>
                        <a:buNone/>
                      </a:pPr>
                      <a:r>
                        <a:rPr lang="en-US" sz="900" u="none" cap="none" strike="noStrike"/>
                        <a:t>Example: In various Apps, LinearLayout is mainly applicable in the SignUp screen where Name, Email, Phone Number, Submit, etc. are arranged in a linear fashion.</a:t>
                      </a:r>
                      <a:endParaRPr sz="800" u="none" cap="none" strike="noStrike">
                        <a:latin typeface="Calibri"/>
                        <a:ea typeface="Calibri"/>
                        <a:cs typeface="Calibri"/>
                        <a:sym typeface="Calibri"/>
                      </a:endParaRPr>
                    </a:p>
                  </a:txBody>
                  <a:tcPr marT="100900" marB="100900" marR="72075" marL="72075" anchor="ctr"/>
                </a:tc>
                <a:tc>
                  <a:txBody>
                    <a:bodyPr/>
                    <a:lstStyle/>
                    <a:p>
                      <a:pPr indent="0" lvl="0" marL="0" marR="0" rtl="0" algn="l">
                        <a:lnSpc>
                          <a:spcPct val="107000"/>
                        </a:lnSpc>
                        <a:spcBef>
                          <a:spcPts val="0"/>
                        </a:spcBef>
                        <a:spcAft>
                          <a:spcPts val="0"/>
                        </a:spcAft>
                        <a:buNone/>
                      </a:pPr>
                      <a:r>
                        <a:rPr lang="en-US" sz="900" u="none" cap="none" strike="noStrike"/>
                        <a:t>Example: In Google Play Store, when we open the app, the games, books, movies, and App’s sections all are arranges in Relative Layout Fashion. </a:t>
                      </a:r>
                      <a:endParaRPr sz="800" u="none" cap="none" strike="noStrike">
                        <a:latin typeface="Calibri"/>
                        <a:ea typeface="Calibri"/>
                        <a:cs typeface="Calibri"/>
                        <a:sym typeface="Calibri"/>
                      </a:endParaRPr>
                    </a:p>
                  </a:txBody>
                  <a:tcPr marT="100900" marB="100900" marR="72075" marL="72075" anchor="ctr"/>
                </a:tc>
              </a:tr>
              <a:tr h="421425">
                <a:tc>
                  <a:txBody>
                    <a:bodyPr/>
                    <a:lstStyle/>
                    <a:p>
                      <a:pPr indent="0" lvl="0" marL="0" marR="0" rtl="0" algn="l">
                        <a:lnSpc>
                          <a:spcPct val="107000"/>
                        </a:lnSpc>
                        <a:spcBef>
                          <a:spcPts val="0"/>
                        </a:spcBef>
                        <a:spcAft>
                          <a:spcPts val="0"/>
                        </a:spcAft>
                        <a:buNone/>
                      </a:pPr>
                      <a:r>
                        <a:rPr lang="en-US" sz="900" u="none" cap="none" strike="noStrike"/>
                        <a:t>LinearLayout is less used as compared to RelativeLayout.</a:t>
                      </a:r>
                      <a:endParaRPr sz="800" u="none" cap="none" strike="noStrike">
                        <a:latin typeface="Calibri"/>
                        <a:ea typeface="Calibri"/>
                        <a:cs typeface="Calibri"/>
                        <a:sym typeface="Calibri"/>
                      </a:endParaRPr>
                    </a:p>
                  </a:txBody>
                  <a:tcPr marT="100900" marB="100900" marR="72075" marL="72075" anchor="ctr"/>
                </a:tc>
                <a:tc>
                  <a:txBody>
                    <a:bodyPr/>
                    <a:lstStyle/>
                    <a:p>
                      <a:pPr indent="0" lvl="0" marL="0" marR="0" rtl="0" algn="l">
                        <a:lnSpc>
                          <a:spcPct val="107000"/>
                        </a:lnSpc>
                        <a:spcBef>
                          <a:spcPts val="0"/>
                        </a:spcBef>
                        <a:spcAft>
                          <a:spcPts val="0"/>
                        </a:spcAft>
                        <a:buNone/>
                      </a:pPr>
                      <a:r>
                        <a:rPr lang="en-US" sz="900" u="none" cap="none" strike="noStrike"/>
                        <a:t>RelativeLayout is used more in applications.</a:t>
                      </a:r>
                      <a:endParaRPr sz="800" u="none" cap="none" strike="noStrike">
                        <a:latin typeface="Calibri"/>
                        <a:ea typeface="Calibri"/>
                        <a:cs typeface="Calibri"/>
                        <a:sym typeface="Calibri"/>
                      </a:endParaRPr>
                    </a:p>
                  </a:txBody>
                  <a:tcPr marT="100900" marB="100900" marR="72075" marL="72075" anchor="ctr"/>
                </a:tc>
              </a:tr>
              <a:tr h="421425">
                <a:tc>
                  <a:txBody>
                    <a:bodyPr/>
                    <a:lstStyle/>
                    <a:p>
                      <a:pPr indent="0" lvl="0" marL="0" marR="0" rtl="0" algn="l">
                        <a:lnSpc>
                          <a:spcPct val="107000"/>
                        </a:lnSpc>
                        <a:spcBef>
                          <a:spcPts val="0"/>
                        </a:spcBef>
                        <a:spcAft>
                          <a:spcPts val="0"/>
                        </a:spcAft>
                        <a:buNone/>
                      </a:pPr>
                      <a:r>
                        <a:rPr lang="en-US" sz="900" u="none" cap="none" strike="noStrike"/>
                        <a:t>We can use LinearLayout inside RelativeLayout.</a:t>
                      </a:r>
                      <a:endParaRPr sz="800" u="none" cap="none" strike="noStrike">
                        <a:latin typeface="Calibri"/>
                        <a:ea typeface="Calibri"/>
                        <a:cs typeface="Calibri"/>
                        <a:sym typeface="Calibri"/>
                      </a:endParaRPr>
                    </a:p>
                  </a:txBody>
                  <a:tcPr marT="100900" marB="100900" marR="72075" marL="72075" anchor="ctr"/>
                </a:tc>
                <a:tc>
                  <a:txBody>
                    <a:bodyPr/>
                    <a:lstStyle/>
                    <a:p>
                      <a:pPr indent="0" lvl="0" marL="0" marR="0" rtl="0" algn="l">
                        <a:lnSpc>
                          <a:spcPct val="107000"/>
                        </a:lnSpc>
                        <a:spcBef>
                          <a:spcPts val="0"/>
                        </a:spcBef>
                        <a:spcAft>
                          <a:spcPts val="0"/>
                        </a:spcAft>
                        <a:buNone/>
                      </a:pPr>
                      <a:r>
                        <a:rPr lang="en-US" sz="900" u="none" cap="none" strike="noStrike"/>
                        <a:t>We can also use RelativeLayout as a Child of LinearLayout.</a:t>
                      </a:r>
                      <a:endParaRPr sz="800" u="none" cap="none" strike="noStrike">
                        <a:latin typeface="Calibri"/>
                        <a:ea typeface="Calibri"/>
                        <a:cs typeface="Calibri"/>
                        <a:sym typeface="Calibri"/>
                      </a:endParaRPr>
                    </a:p>
                  </a:txBody>
                  <a:tcPr marT="100900" marB="100900" marR="72075" marL="72075" anchor="ct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44"/>
          <p:cNvSpPr txBox="1"/>
          <p:nvPr>
            <p:ph idx="1" type="body"/>
          </p:nvPr>
        </p:nvSpPr>
        <p:spPr>
          <a:xfrm>
            <a:off x="209265" y="739367"/>
            <a:ext cx="11582401" cy="528735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400"/>
              <a:buNone/>
            </a:pPr>
            <a:r>
              <a:t/>
            </a:r>
            <a:endParaRPr sz="2400"/>
          </a:p>
          <a:p>
            <a:pPr indent="-76200" lvl="0" marL="228600" rtl="0" algn="l">
              <a:lnSpc>
                <a:spcPct val="90000"/>
              </a:lnSpc>
              <a:spcBef>
                <a:spcPts val="1000"/>
              </a:spcBef>
              <a:spcAft>
                <a:spcPts val="0"/>
              </a:spcAft>
              <a:buClr>
                <a:schemeClr val="dk1"/>
              </a:buClr>
              <a:buSzPts val="2400"/>
              <a:buNone/>
            </a:pPr>
            <a:r>
              <a:t/>
            </a:r>
            <a:endParaRPr sz="2400"/>
          </a:p>
          <a:p>
            <a:pPr indent="-76200" lvl="0" marL="228600" rtl="0" algn="l">
              <a:lnSpc>
                <a:spcPct val="90000"/>
              </a:lnSpc>
              <a:spcBef>
                <a:spcPts val="1000"/>
              </a:spcBef>
              <a:spcAft>
                <a:spcPts val="0"/>
              </a:spcAft>
              <a:buClr>
                <a:schemeClr val="dk1"/>
              </a:buClr>
              <a:buSzPts val="2400"/>
              <a:buNone/>
            </a:pPr>
            <a:r>
              <a:t/>
            </a:r>
            <a:endParaRPr sz="2400"/>
          </a:p>
          <a:p>
            <a:pPr indent="-76200" lvl="0" marL="228600" rtl="0" algn="l">
              <a:lnSpc>
                <a:spcPct val="90000"/>
              </a:lnSpc>
              <a:spcBef>
                <a:spcPts val="1000"/>
              </a:spcBef>
              <a:spcAft>
                <a:spcPts val="0"/>
              </a:spcAft>
              <a:buClr>
                <a:schemeClr val="dk1"/>
              </a:buClr>
              <a:buSzPts val="2400"/>
              <a:buNone/>
            </a:pPr>
            <a:r>
              <a:t/>
            </a:r>
            <a:endParaRPr sz="2400"/>
          </a:p>
        </p:txBody>
      </p:sp>
      <p:sp>
        <p:nvSpPr>
          <p:cNvPr id="477" name="Google Shape;477;p44"/>
          <p:cNvSpPr txBox="1"/>
          <p:nvPr>
            <p:ph idx="12" type="sldNum"/>
          </p:nvPr>
        </p:nvSpPr>
        <p:spPr>
          <a:xfrm>
            <a:off x="9414933" y="642937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FFFFFF"/>
                </a:solidFill>
              </a:rPr>
              <a:t>‹#›</a:t>
            </a:fld>
            <a:endParaRPr>
              <a:solidFill>
                <a:srgbClr val="FFFFFF"/>
              </a:solidFill>
            </a:endParaRPr>
          </a:p>
        </p:txBody>
      </p:sp>
      <p:sp>
        <p:nvSpPr>
          <p:cNvPr id="478" name="Google Shape;478;p44"/>
          <p:cNvSpPr txBox="1"/>
          <p:nvPr/>
        </p:nvSpPr>
        <p:spPr>
          <a:xfrm>
            <a:off x="209265" y="202399"/>
            <a:ext cx="7632408" cy="536968"/>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b="1" lang="en-US" sz="3200">
                <a:solidFill>
                  <a:srgbClr val="002060"/>
                </a:solidFill>
                <a:latin typeface="Cambria"/>
                <a:ea typeface="Cambria"/>
                <a:cs typeface="Cambria"/>
                <a:sym typeface="Cambria"/>
              </a:rPr>
              <a:t>More Layouts</a:t>
            </a:r>
            <a:endParaRPr b="1" sz="3200">
              <a:solidFill>
                <a:srgbClr val="002060"/>
              </a:solidFill>
              <a:latin typeface="Cambria"/>
              <a:ea typeface="Cambria"/>
              <a:cs typeface="Cambria"/>
              <a:sym typeface="Cambria"/>
            </a:endParaRPr>
          </a:p>
        </p:txBody>
      </p:sp>
      <p:sp>
        <p:nvSpPr>
          <p:cNvPr id="479" name="Google Shape;479;p44"/>
          <p:cNvSpPr/>
          <p:nvPr/>
        </p:nvSpPr>
        <p:spPr>
          <a:xfrm>
            <a:off x="1551709" y="1100473"/>
            <a:ext cx="6096000" cy="4241418"/>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7000"/>
              </a:lnSpc>
              <a:spcBef>
                <a:spcPts val="0"/>
              </a:spcBef>
              <a:spcAft>
                <a:spcPts val="0"/>
              </a:spcAft>
              <a:buClr>
                <a:srgbClr val="273239"/>
              </a:buClr>
              <a:buSzPts val="1000"/>
              <a:buFont typeface="Noto Sans Symbols"/>
              <a:buChar char="∙"/>
            </a:pPr>
            <a:r>
              <a:rPr b="1" lang="en-US" sz="1800">
                <a:solidFill>
                  <a:srgbClr val="273239"/>
                </a:solidFill>
                <a:latin typeface="Arial"/>
                <a:ea typeface="Arial"/>
                <a:cs typeface="Arial"/>
                <a:sym typeface="Arial"/>
              </a:rPr>
              <a:t>Android Frame Layout: </a:t>
            </a:r>
            <a:r>
              <a:rPr lang="en-US" sz="1800">
                <a:solidFill>
                  <a:srgbClr val="273239"/>
                </a:solidFill>
                <a:latin typeface="Arial"/>
                <a:ea typeface="Arial"/>
                <a:cs typeface="Arial"/>
                <a:sym typeface="Arial"/>
              </a:rPr>
              <a:t>FrameLayout is a ViewGroup subclass, used to specify the position of View elements it contains on the top of each other to display only a single View inside the FrameLayout.</a:t>
            </a:r>
            <a:endParaRPr sz="1400">
              <a:solidFill>
                <a:schemeClr val="dk1"/>
              </a:solidFill>
              <a:latin typeface="Calibri"/>
              <a:ea typeface="Calibri"/>
              <a:cs typeface="Calibri"/>
              <a:sym typeface="Calibri"/>
            </a:endParaRPr>
          </a:p>
          <a:p>
            <a:pPr indent="-342900" lvl="0" marL="342900" marR="0" rtl="0" algn="l">
              <a:lnSpc>
                <a:spcPct val="107000"/>
              </a:lnSpc>
              <a:spcBef>
                <a:spcPts val="0"/>
              </a:spcBef>
              <a:spcAft>
                <a:spcPts val="0"/>
              </a:spcAft>
              <a:buClr>
                <a:srgbClr val="273239"/>
              </a:buClr>
              <a:buSzPts val="1000"/>
              <a:buFont typeface="Noto Sans Symbols"/>
              <a:buChar char="∙"/>
            </a:pPr>
            <a:r>
              <a:rPr b="1" lang="en-US" sz="1800">
                <a:solidFill>
                  <a:srgbClr val="273239"/>
                </a:solidFill>
                <a:latin typeface="Arial"/>
                <a:ea typeface="Arial"/>
                <a:cs typeface="Arial"/>
                <a:sym typeface="Arial"/>
              </a:rPr>
              <a:t>Android Table Layout: </a:t>
            </a:r>
            <a:r>
              <a:rPr lang="en-US" sz="1800">
                <a:solidFill>
                  <a:srgbClr val="273239"/>
                </a:solidFill>
                <a:latin typeface="Arial"/>
                <a:ea typeface="Arial"/>
                <a:cs typeface="Arial"/>
                <a:sym typeface="Arial"/>
              </a:rPr>
              <a:t>TableLayout is a ViewGroup subclass, used to display the child View elements in rows and columns.</a:t>
            </a:r>
            <a:endParaRPr sz="1400">
              <a:solidFill>
                <a:schemeClr val="dk1"/>
              </a:solidFill>
              <a:latin typeface="Calibri"/>
              <a:ea typeface="Calibri"/>
              <a:cs typeface="Calibri"/>
              <a:sym typeface="Calibri"/>
            </a:endParaRPr>
          </a:p>
          <a:p>
            <a:pPr indent="-342900" lvl="0" marL="342900" marR="0" rtl="0" algn="l">
              <a:lnSpc>
                <a:spcPct val="107000"/>
              </a:lnSpc>
              <a:spcBef>
                <a:spcPts val="0"/>
              </a:spcBef>
              <a:spcAft>
                <a:spcPts val="0"/>
              </a:spcAft>
              <a:buClr>
                <a:srgbClr val="273239"/>
              </a:buClr>
              <a:buSzPts val="1000"/>
              <a:buFont typeface="Noto Sans Symbols"/>
              <a:buChar char="∙"/>
            </a:pPr>
            <a:r>
              <a:rPr b="1" lang="en-US" sz="1800">
                <a:solidFill>
                  <a:srgbClr val="273239"/>
                </a:solidFill>
                <a:latin typeface="Arial"/>
                <a:ea typeface="Arial"/>
                <a:cs typeface="Arial"/>
                <a:sym typeface="Arial"/>
              </a:rPr>
              <a:t>Android Web View: </a:t>
            </a:r>
            <a:r>
              <a:rPr lang="en-US" sz="1800">
                <a:solidFill>
                  <a:srgbClr val="273239"/>
                </a:solidFill>
                <a:latin typeface="Arial"/>
                <a:ea typeface="Arial"/>
                <a:cs typeface="Arial"/>
                <a:sym typeface="Arial"/>
              </a:rPr>
              <a:t>WebView is a browser that is used to display the web pages in our activity layout.</a:t>
            </a:r>
            <a:endParaRPr sz="1400">
              <a:solidFill>
                <a:schemeClr val="dk1"/>
              </a:solidFill>
              <a:latin typeface="Calibri"/>
              <a:ea typeface="Calibri"/>
              <a:cs typeface="Calibri"/>
              <a:sym typeface="Calibri"/>
            </a:endParaRPr>
          </a:p>
          <a:p>
            <a:pPr indent="-342900" lvl="0" marL="342900" marR="0" rtl="0" algn="l">
              <a:lnSpc>
                <a:spcPct val="107000"/>
              </a:lnSpc>
              <a:spcBef>
                <a:spcPts val="0"/>
              </a:spcBef>
              <a:spcAft>
                <a:spcPts val="0"/>
              </a:spcAft>
              <a:buClr>
                <a:srgbClr val="273239"/>
              </a:buClr>
              <a:buSzPts val="1000"/>
              <a:buFont typeface="Noto Sans Symbols"/>
              <a:buChar char="∙"/>
            </a:pPr>
            <a:r>
              <a:rPr b="1" lang="en-US" sz="1800">
                <a:solidFill>
                  <a:srgbClr val="273239"/>
                </a:solidFill>
                <a:latin typeface="Arial"/>
                <a:ea typeface="Arial"/>
                <a:cs typeface="Arial"/>
                <a:sym typeface="Arial"/>
              </a:rPr>
              <a:t>Android ListView: </a:t>
            </a:r>
            <a:r>
              <a:rPr lang="en-US" sz="1800">
                <a:solidFill>
                  <a:srgbClr val="273239"/>
                </a:solidFill>
                <a:latin typeface="Arial"/>
                <a:ea typeface="Arial"/>
                <a:cs typeface="Arial"/>
                <a:sym typeface="Arial"/>
              </a:rPr>
              <a:t>ListView is a ViewGroup, used to display scrollable lists of items in a single column.</a:t>
            </a:r>
            <a:endParaRPr sz="1400">
              <a:solidFill>
                <a:schemeClr val="dk1"/>
              </a:solidFill>
              <a:latin typeface="Calibri"/>
              <a:ea typeface="Calibri"/>
              <a:cs typeface="Calibri"/>
              <a:sym typeface="Calibri"/>
            </a:endParaRPr>
          </a:p>
          <a:p>
            <a:pPr indent="-342900" lvl="0" marL="342900" marR="0" rtl="0" algn="l">
              <a:lnSpc>
                <a:spcPct val="107000"/>
              </a:lnSpc>
              <a:spcBef>
                <a:spcPts val="0"/>
              </a:spcBef>
              <a:spcAft>
                <a:spcPts val="0"/>
              </a:spcAft>
              <a:buClr>
                <a:srgbClr val="273239"/>
              </a:buClr>
              <a:buSzPts val="1000"/>
              <a:buFont typeface="Noto Sans Symbols"/>
              <a:buChar char="∙"/>
            </a:pPr>
            <a:r>
              <a:rPr b="1" lang="en-US" sz="1800">
                <a:solidFill>
                  <a:srgbClr val="273239"/>
                </a:solidFill>
                <a:latin typeface="Arial"/>
                <a:ea typeface="Arial"/>
                <a:cs typeface="Arial"/>
                <a:sym typeface="Arial"/>
              </a:rPr>
              <a:t>Android Grid View: </a:t>
            </a:r>
            <a:r>
              <a:rPr lang="en-US" sz="1800">
                <a:solidFill>
                  <a:srgbClr val="273239"/>
                </a:solidFill>
                <a:latin typeface="Arial"/>
                <a:ea typeface="Arial"/>
                <a:cs typeface="Arial"/>
                <a:sym typeface="Arial"/>
              </a:rPr>
              <a:t>GridView is a ViewGroup that is used to display a scrollable list of items in a grid view of rows and columns.</a:t>
            </a:r>
            <a:endParaRPr sz="1400">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45"/>
          <p:cNvSpPr txBox="1"/>
          <p:nvPr>
            <p:ph idx="1" type="body"/>
          </p:nvPr>
        </p:nvSpPr>
        <p:spPr>
          <a:xfrm>
            <a:off x="209265" y="739367"/>
            <a:ext cx="11582401" cy="528735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400"/>
              <a:buNone/>
            </a:pPr>
            <a:r>
              <a:t/>
            </a:r>
            <a:endParaRPr sz="2400"/>
          </a:p>
          <a:p>
            <a:pPr indent="-76200" lvl="0" marL="228600" rtl="0" algn="l">
              <a:lnSpc>
                <a:spcPct val="90000"/>
              </a:lnSpc>
              <a:spcBef>
                <a:spcPts val="1000"/>
              </a:spcBef>
              <a:spcAft>
                <a:spcPts val="0"/>
              </a:spcAft>
              <a:buClr>
                <a:schemeClr val="dk1"/>
              </a:buClr>
              <a:buSzPts val="2400"/>
              <a:buNone/>
            </a:pPr>
            <a:r>
              <a:t/>
            </a:r>
            <a:endParaRPr sz="2400"/>
          </a:p>
          <a:p>
            <a:pPr indent="-76200" lvl="0" marL="228600" rtl="0" algn="l">
              <a:lnSpc>
                <a:spcPct val="90000"/>
              </a:lnSpc>
              <a:spcBef>
                <a:spcPts val="1000"/>
              </a:spcBef>
              <a:spcAft>
                <a:spcPts val="0"/>
              </a:spcAft>
              <a:buClr>
                <a:schemeClr val="dk1"/>
              </a:buClr>
              <a:buSzPts val="2400"/>
              <a:buNone/>
            </a:pPr>
            <a:r>
              <a:t/>
            </a:r>
            <a:endParaRPr sz="2400"/>
          </a:p>
          <a:p>
            <a:pPr indent="-76200" lvl="0" marL="228600" rtl="0" algn="l">
              <a:lnSpc>
                <a:spcPct val="90000"/>
              </a:lnSpc>
              <a:spcBef>
                <a:spcPts val="1000"/>
              </a:spcBef>
              <a:spcAft>
                <a:spcPts val="0"/>
              </a:spcAft>
              <a:buClr>
                <a:schemeClr val="dk1"/>
              </a:buClr>
              <a:buSzPts val="2400"/>
              <a:buNone/>
            </a:pPr>
            <a:r>
              <a:t/>
            </a:r>
            <a:endParaRPr sz="2400"/>
          </a:p>
        </p:txBody>
      </p:sp>
      <p:sp>
        <p:nvSpPr>
          <p:cNvPr id="485" name="Google Shape;485;p45"/>
          <p:cNvSpPr txBox="1"/>
          <p:nvPr>
            <p:ph idx="12" type="sldNum"/>
          </p:nvPr>
        </p:nvSpPr>
        <p:spPr>
          <a:xfrm>
            <a:off x="9414933" y="642937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FFFFFF"/>
                </a:solidFill>
              </a:rPr>
              <a:t>‹#›</a:t>
            </a:fld>
            <a:endParaRPr>
              <a:solidFill>
                <a:srgbClr val="FFFFFF"/>
              </a:solidFill>
            </a:endParaRPr>
          </a:p>
        </p:txBody>
      </p:sp>
      <p:sp>
        <p:nvSpPr>
          <p:cNvPr id="486" name="Google Shape;486;p45"/>
          <p:cNvSpPr txBox="1"/>
          <p:nvPr/>
        </p:nvSpPr>
        <p:spPr>
          <a:xfrm>
            <a:off x="209265" y="202399"/>
            <a:ext cx="7632408" cy="536968"/>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t/>
            </a:r>
            <a:endParaRPr b="1" sz="3200">
              <a:solidFill>
                <a:srgbClr val="1D1D1B"/>
              </a:solidFill>
              <a:latin typeface="Arial"/>
              <a:ea typeface="Arial"/>
              <a:cs typeface="Arial"/>
              <a:sym typeface="Arial"/>
            </a:endParaRPr>
          </a:p>
          <a:p>
            <a:pPr indent="0" lvl="0" marL="0" marR="0" rtl="0" algn="l">
              <a:lnSpc>
                <a:spcPct val="90000"/>
              </a:lnSpc>
              <a:spcBef>
                <a:spcPts val="0"/>
              </a:spcBef>
              <a:spcAft>
                <a:spcPts val="0"/>
              </a:spcAft>
              <a:buNone/>
            </a:pPr>
            <a:r>
              <a:rPr b="1" lang="en-US" sz="3200">
                <a:solidFill>
                  <a:srgbClr val="1D1D1B"/>
                </a:solidFill>
                <a:latin typeface="Arial"/>
                <a:ea typeface="Arial"/>
                <a:cs typeface="Arial"/>
                <a:sym typeface="Arial"/>
              </a:rPr>
              <a:t>Exploring an Empty Activity project</a:t>
            </a:r>
            <a:endParaRPr b="1" sz="3200">
              <a:solidFill>
                <a:srgbClr val="002060"/>
              </a:solidFill>
              <a:latin typeface="Arial"/>
              <a:ea typeface="Arial"/>
              <a:cs typeface="Arial"/>
              <a:sym typeface="Arial"/>
            </a:endParaRPr>
          </a:p>
          <a:p>
            <a:pPr indent="0" lvl="0" marL="0" marR="0" rtl="0" algn="l">
              <a:lnSpc>
                <a:spcPct val="90000"/>
              </a:lnSpc>
              <a:spcBef>
                <a:spcPts val="0"/>
              </a:spcBef>
              <a:spcAft>
                <a:spcPts val="0"/>
              </a:spcAft>
              <a:buNone/>
            </a:pPr>
            <a:r>
              <a:t/>
            </a:r>
            <a:endParaRPr b="1" sz="3200">
              <a:solidFill>
                <a:srgbClr val="002060"/>
              </a:solidFill>
              <a:latin typeface="Cambria"/>
              <a:ea typeface="Cambria"/>
              <a:cs typeface="Cambria"/>
              <a:sym typeface="Cambria"/>
            </a:endParaRPr>
          </a:p>
        </p:txBody>
      </p:sp>
      <p:sp>
        <p:nvSpPr>
          <p:cNvPr id="487" name="Google Shape;487;p45"/>
          <p:cNvSpPr/>
          <p:nvPr/>
        </p:nvSpPr>
        <p:spPr>
          <a:xfrm>
            <a:off x="1235056" y="4074109"/>
            <a:ext cx="6096000" cy="772519"/>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1" lang="en-US" sz="1400">
                <a:solidFill>
                  <a:schemeClr val="dk1"/>
                </a:solidFill>
                <a:latin typeface="Calibri"/>
                <a:ea typeface="Calibri"/>
                <a:cs typeface="Calibri"/>
                <a:sym typeface="Calibri"/>
              </a:rPr>
              <a:t>Project Explorer Window</a:t>
            </a:r>
            <a:endParaRPr b="1" sz="1400">
              <a:solidFill>
                <a:schemeClr val="dk1"/>
              </a:solidFill>
              <a:latin typeface="Calibri"/>
              <a:ea typeface="Calibri"/>
              <a:cs typeface="Calibri"/>
              <a:sym typeface="Calibri"/>
            </a:endParaRPr>
          </a:p>
          <a:p>
            <a:pPr indent="0" lvl="0" marL="0" marR="0" rtl="0" algn="l">
              <a:lnSpc>
                <a:spcPct val="107000"/>
              </a:lnSpc>
              <a:spcBef>
                <a:spcPts val="0"/>
              </a:spcBef>
              <a:spcAft>
                <a:spcPts val="0"/>
              </a:spcAft>
              <a:buNone/>
            </a:pPr>
            <a:r>
              <a:rPr b="1" lang="en-US" sz="1400">
                <a:solidFill>
                  <a:srgbClr val="1D1D1B"/>
                </a:solidFill>
                <a:latin typeface="Times New Roman"/>
                <a:ea typeface="Times New Roman"/>
                <a:cs typeface="Times New Roman"/>
                <a:sym typeface="Times New Roman"/>
              </a:rPr>
              <a:t>The two arrow (above) allow us to expand the </a:t>
            </a:r>
            <a:r>
              <a:rPr b="1" lang="en-US" sz="1200">
                <a:solidFill>
                  <a:schemeClr val="dk1"/>
                </a:solidFill>
                <a:latin typeface="Courier New"/>
                <a:ea typeface="Courier New"/>
                <a:cs typeface="Courier New"/>
                <a:sym typeface="Courier New"/>
              </a:rPr>
              <a:t>app </a:t>
            </a:r>
            <a:r>
              <a:rPr b="1" lang="en-US" sz="1400">
                <a:solidFill>
                  <a:srgbClr val="1D1D1B"/>
                </a:solidFill>
                <a:latin typeface="Times New Roman"/>
                <a:ea typeface="Times New Roman"/>
                <a:cs typeface="Times New Roman"/>
                <a:sym typeface="Times New Roman"/>
              </a:rPr>
              <a:t>and </a:t>
            </a:r>
            <a:r>
              <a:rPr b="1" lang="en-US" sz="1200">
                <a:solidFill>
                  <a:schemeClr val="dk1"/>
                </a:solidFill>
                <a:latin typeface="Courier New"/>
                <a:ea typeface="Courier New"/>
                <a:cs typeface="Courier New"/>
                <a:sym typeface="Courier New"/>
              </a:rPr>
              <a:t>Gradle Scripts </a:t>
            </a:r>
            <a:r>
              <a:rPr b="1" lang="en-US" sz="1400">
                <a:solidFill>
                  <a:srgbClr val="1D1D1B"/>
                </a:solidFill>
                <a:latin typeface="Times New Roman"/>
                <a:ea typeface="Times New Roman"/>
                <a:cs typeface="Times New Roman"/>
                <a:sym typeface="Times New Roman"/>
              </a:rPr>
              <a:t>folders</a:t>
            </a:r>
            <a:endParaRPr b="1" sz="1400">
              <a:solidFill>
                <a:schemeClr val="dk1"/>
              </a:solidFill>
              <a:latin typeface="Calibri"/>
              <a:ea typeface="Calibri"/>
              <a:cs typeface="Calibri"/>
              <a:sym typeface="Calibri"/>
            </a:endParaRPr>
          </a:p>
        </p:txBody>
      </p:sp>
      <p:sp>
        <p:nvSpPr>
          <p:cNvPr id="488" name="Google Shape;488;p45"/>
          <p:cNvSpPr/>
          <p:nvPr/>
        </p:nvSpPr>
        <p:spPr>
          <a:xfrm>
            <a:off x="1235056" y="1284794"/>
            <a:ext cx="8179877" cy="2635823"/>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9" name="Google Shape;489;p45"/>
          <p:cNvSpPr txBox="1"/>
          <p:nvPr/>
        </p:nvSpPr>
        <p:spPr>
          <a:xfrm>
            <a:off x="7481921" y="3434237"/>
            <a:ext cx="4309745" cy="1375410"/>
          </a:xfrm>
          <a:prstGeom prst="rect">
            <a:avLst/>
          </a:prstGeom>
          <a:noFill/>
          <a:ln cap="flat" cmpd="sng" w="9525">
            <a:solidFill>
              <a:srgbClr val="1D1D1B"/>
            </a:solidFill>
            <a:prstDash val="solid"/>
            <a:round/>
            <a:headEnd len="sm" w="sm" type="none"/>
            <a:tailEnd len="sm" w="sm" type="none"/>
          </a:ln>
        </p:spPr>
        <p:txBody>
          <a:bodyPr anchorCtr="0" anchor="t" bIns="0" lIns="0" spcFirstLastPara="1" rIns="0" wrap="square" tIns="33650">
            <a:spAutoFit/>
          </a:bodyPr>
          <a:lstStyle/>
          <a:p>
            <a:pPr indent="0" lvl="0" marL="107950" marR="0" rtl="0" algn="l">
              <a:lnSpc>
                <a:spcPct val="100000"/>
              </a:lnSpc>
              <a:spcBef>
                <a:spcPts val="0"/>
              </a:spcBef>
              <a:spcAft>
                <a:spcPts val="0"/>
              </a:spcAft>
              <a:buNone/>
            </a:pPr>
            <a:r>
              <a:rPr b="1" lang="en-US" sz="1000">
                <a:solidFill>
                  <a:srgbClr val="1D1D1B"/>
                </a:solidFill>
                <a:latin typeface="Times New Roman"/>
                <a:ea typeface="Times New Roman"/>
                <a:cs typeface="Times New Roman"/>
                <a:sym typeface="Times New Roman"/>
              </a:rPr>
              <a:t>Note</a:t>
            </a:r>
            <a:endParaRPr sz="1000">
              <a:solidFill>
                <a:schemeClr val="dk1"/>
              </a:solidFill>
              <a:latin typeface="Times New Roman"/>
              <a:ea typeface="Times New Roman"/>
              <a:cs typeface="Times New Roman"/>
              <a:sym typeface="Times New Roman"/>
            </a:endParaRPr>
          </a:p>
          <a:p>
            <a:pPr indent="0" lvl="0" marL="107950" marR="219709" rtl="0" algn="l">
              <a:lnSpc>
                <a:spcPct val="114285"/>
              </a:lnSpc>
              <a:spcBef>
                <a:spcPts val="390"/>
              </a:spcBef>
              <a:spcAft>
                <a:spcPts val="0"/>
              </a:spcAft>
              <a:buNone/>
            </a:pPr>
            <a:r>
              <a:rPr lang="en-US" sz="1000">
                <a:solidFill>
                  <a:srgbClr val="1D1D1B"/>
                </a:solidFill>
                <a:latin typeface="Times New Roman"/>
                <a:ea typeface="Times New Roman"/>
                <a:cs typeface="Times New Roman"/>
                <a:sym typeface="Times New Roman"/>
              </a:rPr>
              <a:t>We do not need to explore the </a:t>
            </a:r>
            <a:r>
              <a:rPr lang="en-US" sz="1050">
                <a:solidFill>
                  <a:schemeClr val="dk1"/>
                </a:solidFill>
                <a:latin typeface="Courier New"/>
                <a:ea typeface="Courier New"/>
                <a:cs typeface="Courier New"/>
                <a:sym typeface="Courier New"/>
              </a:rPr>
              <a:t>Gradle Scripts </a:t>
            </a:r>
            <a:r>
              <a:rPr lang="en-US" sz="1000">
                <a:solidFill>
                  <a:srgbClr val="1D1D1B"/>
                </a:solidFill>
                <a:latin typeface="Times New Roman"/>
                <a:ea typeface="Times New Roman"/>
                <a:cs typeface="Times New Roman"/>
                <a:sym typeface="Times New Roman"/>
              </a:rPr>
              <a:t>folder in the context of  this book. Gradle is a significant part of Android Studio, but its role is to hide  from the user the quite complicated processes that Android Studio performs—  things such as adding resource files, and compiling and building projects.</a:t>
            </a:r>
            <a:endParaRPr sz="1000">
              <a:solidFill>
                <a:schemeClr val="dk1"/>
              </a:solidFill>
              <a:latin typeface="Times New Roman"/>
              <a:ea typeface="Times New Roman"/>
              <a:cs typeface="Times New Roman"/>
              <a:sym typeface="Times New Roman"/>
            </a:endParaRPr>
          </a:p>
          <a:p>
            <a:pPr indent="0" lvl="0" marL="107950" marR="243204" rtl="0" algn="l">
              <a:lnSpc>
                <a:spcPct val="120000"/>
              </a:lnSpc>
              <a:spcBef>
                <a:spcPts val="0"/>
              </a:spcBef>
              <a:spcAft>
                <a:spcPts val="0"/>
              </a:spcAft>
              <a:buNone/>
            </a:pPr>
            <a:r>
              <a:rPr lang="en-US" sz="1000">
                <a:solidFill>
                  <a:srgbClr val="1D1D1B"/>
                </a:solidFill>
                <a:latin typeface="Times New Roman"/>
                <a:ea typeface="Times New Roman"/>
                <a:cs typeface="Times New Roman"/>
                <a:sym typeface="Times New Roman"/>
              </a:rPr>
              <a:t>Therefore, we don't need to dig into this any further. If, however, you decide  to take Android to the next level, then getting a good understanding of Gradle  and its relationship with Android Studio is time well invested.</a:t>
            </a:r>
            <a:endParaRPr sz="1000">
              <a:solidFill>
                <a:schemeClr val="dk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46"/>
          <p:cNvSpPr txBox="1"/>
          <p:nvPr>
            <p:ph idx="1" type="body"/>
          </p:nvPr>
        </p:nvSpPr>
        <p:spPr>
          <a:xfrm>
            <a:off x="209265" y="739367"/>
            <a:ext cx="11582401" cy="528735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400"/>
              <a:buNone/>
            </a:pPr>
            <a:r>
              <a:t/>
            </a:r>
            <a:endParaRPr sz="2400"/>
          </a:p>
          <a:p>
            <a:pPr indent="-76200" lvl="0" marL="228600" rtl="0" algn="l">
              <a:lnSpc>
                <a:spcPct val="90000"/>
              </a:lnSpc>
              <a:spcBef>
                <a:spcPts val="1000"/>
              </a:spcBef>
              <a:spcAft>
                <a:spcPts val="0"/>
              </a:spcAft>
              <a:buClr>
                <a:schemeClr val="dk1"/>
              </a:buClr>
              <a:buSzPts val="2400"/>
              <a:buNone/>
            </a:pPr>
            <a:r>
              <a:t/>
            </a:r>
            <a:endParaRPr sz="2400"/>
          </a:p>
          <a:p>
            <a:pPr indent="-76200" lvl="0" marL="228600" rtl="0" algn="l">
              <a:lnSpc>
                <a:spcPct val="90000"/>
              </a:lnSpc>
              <a:spcBef>
                <a:spcPts val="1000"/>
              </a:spcBef>
              <a:spcAft>
                <a:spcPts val="0"/>
              </a:spcAft>
              <a:buClr>
                <a:schemeClr val="dk1"/>
              </a:buClr>
              <a:buSzPts val="2400"/>
              <a:buNone/>
            </a:pPr>
            <a:r>
              <a:t/>
            </a:r>
            <a:endParaRPr sz="2400"/>
          </a:p>
          <a:p>
            <a:pPr indent="-76200" lvl="0" marL="228600" rtl="0" algn="l">
              <a:lnSpc>
                <a:spcPct val="90000"/>
              </a:lnSpc>
              <a:spcBef>
                <a:spcPts val="1000"/>
              </a:spcBef>
              <a:spcAft>
                <a:spcPts val="0"/>
              </a:spcAft>
              <a:buClr>
                <a:schemeClr val="dk1"/>
              </a:buClr>
              <a:buSzPts val="2400"/>
              <a:buNone/>
            </a:pPr>
            <a:r>
              <a:t/>
            </a:r>
            <a:endParaRPr sz="2400"/>
          </a:p>
        </p:txBody>
      </p:sp>
      <p:sp>
        <p:nvSpPr>
          <p:cNvPr id="495" name="Google Shape;495;p46"/>
          <p:cNvSpPr txBox="1"/>
          <p:nvPr>
            <p:ph idx="12" type="sldNum"/>
          </p:nvPr>
        </p:nvSpPr>
        <p:spPr>
          <a:xfrm>
            <a:off x="9414933" y="642937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FFFFFF"/>
                </a:solidFill>
              </a:rPr>
              <a:t>‹#›</a:t>
            </a:fld>
            <a:endParaRPr>
              <a:solidFill>
                <a:srgbClr val="FFFFFF"/>
              </a:solidFill>
            </a:endParaRPr>
          </a:p>
        </p:txBody>
      </p:sp>
      <p:sp>
        <p:nvSpPr>
          <p:cNvPr id="496" name="Google Shape;496;p46"/>
          <p:cNvSpPr txBox="1"/>
          <p:nvPr/>
        </p:nvSpPr>
        <p:spPr>
          <a:xfrm>
            <a:off x="209265" y="202399"/>
            <a:ext cx="7632408" cy="536968"/>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t/>
            </a:r>
            <a:endParaRPr b="1" sz="3200">
              <a:solidFill>
                <a:srgbClr val="1D1D1B"/>
              </a:solidFill>
              <a:latin typeface="Arial"/>
              <a:ea typeface="Arial"/>
              <a:cs typeface="Arial"/>
              <a:sym typeface="Arial"/>
            </a:endParaRPr>
          </a:p>
          <a:p>
            <a:pPr indent="0" lvl="0" marL="0" marR="0" rtl="0" algn="l">
              <a:lnSpc>
                <a:spcPct val="90000"/>
              </a:lnSpc>
              <a:spcBef>
                <a:spcPts val="0"/>
              </a:spcBef>
              <a:spcAft>
                <a:spcPts val="0"/>
              </a:spcAft>
              <a:buNone/>
            </a:pPr>
            <a:r>
              <a:rPr b="1" lang="en-US" sz="3200">
                <a:solidFill>
                  <a:srgbClr val="1D1D1B"/>
                </a:solidFill>
                <a:latin typeface="Arial"/>
                <a:ea typeface="Arial"/>
                <a:cs typeface="Arial"/>
                <a:sym typeface="Arial"/>
              </a:rPr>
              <a:t>Exploring an Empty Activity project</a:t>
            </a:r>
            <a:endParaRPr b="1" sz="3200">
              <a:solidFill>
                <a:srgbClr val="002060"/>
              </a:solidFill>
              <a:latin typeface="Arial"/>
              <a:ea typeface="Arial"/>
              <a:cs typeface="Arial"/>
              <a:sym typeface="Arial"/>
            </a:endParaRPr>
          </a:p>
          <a:p>
            <a:pPr indent="0" lvl="0" marL="0" marR="0" rtl="0" algn="l">
              <a:lnSpc>
                <a:spcPct val="90000"/>
              </a:lnSpc>
              <a:spcBef>
                <a:spcPts val="0"/>
              </a:spcBef>
              <a:spcAft>
                <a:spcPts val="0"/>
              </a:spcAft>
              <a:buNone/>
            </a:pPr>
            <a:r>
              <a:t/>
            </a:r>
            <a:endParaRPr b="1" sz="3200">
              <a:solidFill>
                <a:srgbClr val="002060"/>
              </a:solidFill>
              <a:latin typeface="Cambria"/>
              <a:ea typeface="Cambria"/>
              <a:cs typeface="Cambria"/>
              <a:sym typeface="Cambria"/>
            </a:endParaRPr>
          </a:p>
        </p:txBody>
      </p:sp>
      <p:sp>
        <p:nvSpPr>
          <p:cNvPr id="497" name="Google Shape;497;p46"/>
          <p:cNvSpPr/>
          <p:nvPr/>
        </p:nvSpPr>
        <p:spPr>
          <a:xfrm>
            <a:off x="1276619" y="4648224"/>
            <a:ext cx="6096000" cy="322845"/>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1" lang="en-US" sz="1400">
                <a:solidFill>
                  <a:schemeClr val="dk1"/>
                </a:solidFill>
                <a:latin typeface="Calibri"/>
                <a:ea typeface="Calibri"/>
                <a:cs typeface="Calibri"/>
                <a:sym typeface="Calibri"/>
              </a:rPr>
              <a:t>Exploring the app folder</a:t>
            </a:r>
            <a:endParaRPr b="1" sz="1400">
              <a:solidFill>
                <a:schemeClr val="dk1"/>
              </a:solidFill>
              <a:latin typeface="Calibri"/>
              <a:ea typeface="Calibri"/>
              <a:cs typeface="Calibri"/>
              <a:sym typeface="Calibri"/>
            </a:endParaRPr>
          </a:p>
        </p:txBody>
      </p:sp>
      <p:sp>
        <p:nvSpPr>
          <p:cNvPr id="498" name="Google Shape;498;p46"/>
          <p:cNvSpPr txBox="1"/>
          <p:nvPr/>
        </p:nvSpPr>
        <p:spPr>
          <a:xfrm>
            <a:off x="7481921" y="3434237"/>
            <a:ext cx="4309745" cy="1052211"/>
          </a:xfrm>
          <a:prstGeom prst="rect">
            <a:avLst/>
          </a:prstGeom>
          <a:noFill/>
          <a:ln cap="flat" cmpd="sng" w="9525">
            <a:solidFill>
              <a:srgbClr val="1D1D1B"/>
            </a:solidFill>
            <a:prstDash val="solid"/>
            <a:round/>
            <a:headEnd len="sm" w="sm" type="none"/>
            <a:tailEnd len="sm" w="sm" type="none"/>
          </a:ln>
        </p:spPr>
        <p:txBody>
          <a:bodyPr anchorCtr="0" anchor="t" bIns="0" lIns="0" spcFirstLastPara="1" rIns="0" wrap="square" tIns="33650">
            <a:spAutoFit/>
          </a:bodyPr>
          <a:lstStyle/>
          <a:p>
            <a:pPr indent="0" lvl="0" marL="107950" marR="0" rtl="0" algn="l">
              <a:lnSpc>
                <a:spcPct val="100000"/>
              </a:lnSpc>
              <a:spcBef>
                <a:spcPts val="0"/>
              </a:spcBef>
              <a:spcAft>
                <a:spcPts val="0"/>
              </a:spcAft>
              <a:buNone/>
            </a:pPr>
            <a:r>
              <a:rPr b="1" lang="en-US" sz="1400">
                <a:solidFill>
                  <a:srgbClr val="1D1D1B"/>
                </a:solidFill>
                <a:latin typeface="Times New Roman"/>
                <a:ea typeface="Times New Roman"/>
                <a:cs typeface="Times New Roman"/>
                <a:sym typeface="Times New Roman"/>
              </a:rPr>
              <a:t>Note</a:t>
            </a:r>
            <a:endParaRPr sz="1400">
              <a:solidFill>
                <a:schemeClr val="dk1"/>
              </a:solidFill>
              <a:latin typeface="Times New Roman"/>
              <a:ea typeface="Times New Roman"/>
              <a:cs typeface="Times New Roman"/>
              <a:sym typeface="Times New Roman"/>
            </a:endParaRPr>
          </a:p>
          <a:p>
            <a:pPr indent="0" lvl="0" marL="12700" marR="5080" rtl="0" algn="l">
              <a:lnSpc>
                <a:spcPct val="100000"/>
              </a:lnSpc>
              <a:spcBef>
                <a:spcPts val="480"/>
              </a:spcBef>
              <a:spcAft>
                <a:spcPts val="0"/>
              </a:spcAft>
              <a:buNone/>
            </a:pPr>
            <a:r>
              <a:rPr b="1" lang="en-US" sz="1600">
                <a:solidFill>
                  <a:srgbClr val="1D1D1B"/>
                </a:solidFill>
                <a:latin typeface="Times New Roman"/>
                <a:ea typeface="Times New Roman"/>
                <a:cs typeface="Times New Roman"/>
                <a:sym typeface="Times New Roman"/>
              </a:rPr>
              <a:t>four more folders: </a:t>
            </a:r>
            <a:r>
              <a:rPr b="1" lang="en-US" sz="1600">
                <a:solidFill>
                  <a:schemeClr val="dk1"/>
                </a:solidFill>
                <a:latin typeface="Courier New"/>
                <a:ea typeface="Courier New"/>
                <a:cs typeface="Courier New"/>
                <a:sym typeface="Courier New"/>
              </a:rPr>
              <a:t>manifests</a:t>
            </a:r>
            <a:r>
              <a:rPr b="1" lang="en-US" sz="1600">
                <a:solidFill>
                  <a:srgbClr val="1D1D1B"/>
                </a:solidFill>
                <a:latin typeface="Times New Roman"/>
                <a:ea typeface="Times New Roman"/>
                <a:cs typeface="Times New Roman"/>
                <a:sym typeface="Times New Roman"/>
              </a:rPr>
              <a:t>, </a:t>
            </a:r>
            <a:r>
              <a:rPr b="1" lang="en-US" sz="1600">
                <a:solidFill>
                  <a:schemeClr val="dk1"/>
                </a:solidFill>
                <a:latin typeface="Courier New"/>
                <a:ea typeface="Courier New"/>
                <a:cs typeface="Courier New"/>
                <a:sym typeface="Courier New"/>
              </a:rPr>
              <a:t>java</a:t>
            </a:r>
            <a:r>
              <a:rPr b="1" lang="en-US" sz="1600">
                <a:solidFill>
                  <a:srgbClr val="1D1D1B"/>
                </a:solidFill>
                <a:latin typeface="Times New Roman"/>
                <a:ea typeface="Times New Roman"/>
                <a:cs typeface="Times New Roman"/>
                <a:sym typeface="Times New Roman"/>
              </a:rPr>
              <a:t>, </a:t>
            </a:r>
            <a:r>
              <a:rPr b="1" lang="en-US" sz="1600">
                <a:solidFill>
                  <a:schemeClr val="dk1"/>
                </a:solidFill>
                <a:latin typeface="Courier New"/>
                <a:ea typeface="Courier New"/>
                <a:cs typeface="Courier New"/>
                <a:sym typeface="Courier New"/>
              </a:rPr>
              <a:t>java(generated)</a:t>
            </a:r>
            <a:r>
              <a:rPr b="1" lang="en-US" sz="1600">
                <a:solidFill>
                  <a:srgbClr val="1D1D1B"/>
                </a:solidFill>
                <a:latin typeface="Times New Roman"/>
                <a:ea typeface="Times New Roman"/>
                <a:cs typeface="Times New Roman"/>
                <a:sym typeface="Times New Roman"/>
              </a:rPr>
              <a:t>, and </a:t>
            </a:r>
            <a:r>
              <a:rPr b="1" lang="en-US" sz="1600">
                <a:solidFill>
                  <a:schemeClr val="dk1"/>
                </a:solidFill>
                <a:latin typeface="Courier New"/>
                <a:ea typeface="Courier New"/>
                <a:cs typeface="Courier New"/>
                <a:sym typeface="Courier New"/>
              </a:rPr>
              <a:t>res</a:t>
            </a:r>
            <a:r>
              <a:rPr b="1" lang="en-US" sz="1600">
                <a:solidFill>
                  <a:srgbClr val="1D1D1B"/>
                </a:solidFill>
                <a:latin typeface="Times New Roman"/>
                <a:ea typeface="Times New Roman"/>
                <a:cs typeface="Times New Roman"/>
                <a:sym typeface="Times New Roman"/>
              </a:rPr>
              <a:t>.  Let's look at all four, starting at the top.</a:t>
            </a:r>
            <a:endParaRPr b="1" sz="1600">
              <a:solidFill>
                <a:schemeClr val="dk1"/>
              </a:solidFill>
              <a:latin typeface="Times New Roman"/>
              <a:ea typeface="Times New Roman"/>
              <a:cs typeface="Times New Roman"/>
              <a:sym typeface="Times New Roman"/>
            </a:endParaRPr>
          </a:p>
        </p:txBody>
      </p:sp>
      <p:sp>
        <p:nvSpPr>
          <p:cNvPr id="499" name="Google Shape;499;p46"/>
          <p:cNvSpPr/>
          <p:nvPr/>
        </p:nvSpPr>
        <p:spPr>
          <a:xfrm>
            <a:off x="720436" y="1276335"/>
            <a:ext cx="6096000" cy="923330"/>
          </a:xfrm>
          <a:prstGeom prst="rect">
            <a:avLst/>
          </a:prstGeom>
          <a:noFill/>
          <a:ln>
            <a:noFill/>
          </a:ln>
        </p:spPr>
        <p:txBody>
          <a:bodyPr anchorCtr="0" anchor="t" bIns="45700" lIns="91425" spcFirstLastPara="1" rIns="91425" wrap="square" tIns="45700">
            <a:spAutoFit/>
          </a:bodyPr>
          <a:lstStyle/>
          <a:p>
            <a:pPr indent="0" lvl="0" marL="12700" marR="5080" rtl="0" algn="l">
              <a:lnSpc>
                <a:spcPct val="100000"/>
              </a:lnSpc>
              <a:spcBef>
                <a:spcPts val="0"/>
              </a:spcBef>
              <a:spcAft>
                <a:spcPts val="0"/>
              </a:spcAft>
              <a:buNone/>
            </a:pPr>
            <a:r>
              <a:rPr lang="en-US" sz="1800">
                <a:solidFill>
                  <a:srgbClr val="1D1D1B"/>
                </a:solidFill>
                <a:latin typeface="Times New Roman"/>
                <a:ea typeface="Times New Roman"/>
                <a:cs typeface="Times New Roman"/>
                <a:sym typeface="Times New Roman"/>
              </a:rPr>
              <a:t>Explore in detail the </a:t>
            </a:r>
            <a:r>
              <a:rPr lang="en-US" sz="1600">
                <a:solidFill>
                  <a:schemeClr val="dk1"/>
                </a:solidFill>
                <a:latin typeface="Courier New"/>
                <a:ea typeface="Courier New"/>
                <a:cs typeface="Courier New"/>
                <a:sym typeface="Courier New"/>
              </a:rPr>
              <a:t>app </a:t>
            </a:r>
            <a:r>
              <a:rPr lang="en-US" sz="1800">
                <a:solidFill>
                  <a:srgbClr val="1D1D1B"/>
                </a:solidFill>
                <a:latin typeface="Times New Roman"/>
                <a:ea typeface="Times New Roman"/>
                <a:cs typeface="Times New Roman"/>
                <a:sym typeface="Times New Roman"/>
              </a:rPr>
              <a:t>folder. Click the arrow next to the </a:t>
            </a:r>
            <a:r>
              <a:rPr lang="en-US" sz="1600">
                <a:solidFill>
                  <a:schemeClr val="dk1"/>
                </a:solidFill>
                <a:latin typeface="Courier New"/>
                <a:ea typeface="Courier New"/>
                <a:cs typeface="Courier New"/>
                <a:sym typeface="Courier New"/>
              </a:rPr>
              <a:t>app </a:t>
            </a:r>
            <a:r>
              <a:rPr lang="en-US" sz="1800">
                <a:solidFill>
                  <a:srgbClr val="1D1D1B"/>
                </a:solidFill>
                <a:latin typeface="Times New Roman"/>
                <a:ea typeface="Times New Roman"/>
                <a:cs typeface="Times New Roman"/>
                <a:sym typeface="Times New Roman"/>
              </a:rPr>
              <a:t>folder to expand  its contents, and we will begin exploring. The first level of contents is shown in the  following screenshot:</a:t>
            </a:r>
            <a:endParaRPr sz="1800">
              <a:solidFill>
                <a:schemeClr val="dk1"/>
              </a:solidFill>
              <a:latin typeface="Times New Roman"/>
              <a:ea typeface="Times New Roman"/>
              <a:cs typeface="Times New Roman"/>
              <a:sym typeface="Times New Roman"/>
            </a:endParaRPr>
          </a:p>
        </p:txBody>
      </p:sp>
      <p:sp>
        <p:nvSpPr>
          <p:cNvPr id="500" name="Google Shape;500;p46"/>
          <p:cNvSpPr/>
          <p:nvPr/>
        </p:nvSpPr>
        <p:spPr>
          <a:xfrm>
            <a:off x="931069" y="2258947"/>
            <a:ext cx="6441549" cy="2159967"/>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47"/>
          <p:cNvSpPr txBox="1"/>
          <p:nvPr>
            <p:ph idx="1" type="body"/>
          </p:nvPr>
        </p:nvSpPr>
        <p:spPr>
          <a:xfrm>
            <a:off x="209265" y="739367"/>
            <a:ext cx="11582401" cy="528735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400"/>
              <a:buNone/>
            </a:pPr>
            <a:r>
              <a:t/>
            </a:r>
            <a:endParaRPr sz="2400"/>
          </a:p>
          <a:p>
            <a:pPr indent="-76200" lvl="0" marL="228600" rtl="0" algn="l">
              <a:lnSpc>
                <a:spcPct val="90000"/>
              </a:lnSpc>
              <a:spcBef>
                <a:spcPts val="1000"/>
              </a:spcBef>
              <a:spcAft>
                <a:spcPts val="0"/>
              </a:spcAft>
              <a:buClr>
                <a:schemeClr val="dk1"/>
              </a:buClr>
              <a:buSzPts val="2400"/>
              <a:buNone/>
            </a:pPr>
            <a:r>
              <a:t/>
            </a:r>
            <a:endParaRPr sz="2400"/>
          </a:p>
        </p:txBody>
      </p:sp>
      <p:sp>
        <p:nvSpPr>
          <p:cNvPr id="506" name="Google Shape;506;p47"/>
          <p:cNvSpPr txBox="1"/>
          <p:nvPr>
            <p:ph idx="12" type="sldNum"/>
          </p:nvPr>
        </p:nvSpPr>
        <p:spPr>
          <a:xfrm>
            <a:off x="9414933" y="642937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FFFFFF"/>
                </a:solidFill>
              </a:rPr>
              <a:t>‹#›</a:t>
            </a:fld>
            <a:endParaRPr>
              <a:solidFill>
                <a:srgbClr val="FFFFFF"/>
              </a:solidFill>
            </a:endParaRPr>
          </a:p>
        </p:txBody>
      </p:sp>
      <p:sp>
        <p:nvSpPr>
          <p:cNvPr id="507" name="Google Shape;507;p47"/>
          <p:cNvSpPr txBox="1"/>
          <p:nvPr/>
        </p:nvSpPr>
        <p:spPr>
          <a:xfrm>
            <a:off x="209265" y="202399"/>
            <a:ext cx="7632408" cy="536968"/>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t/>
            </a:r>
            <a:endParaRPr b="1" sz="3200">
              <a:solidFill>
                <a:srgbClr val="1D1D1B"/>
              </a:solidFill>
              <a:latin typeface="Arial"/>
              <a:ea typeface="Arial"/>
              <a:cs typeface="Arial"/>
              <a:sym typeface="Arial"/>
            </a:endParaRPr>
          </a:p>
          <a:p>
            <a:pPr indent="0" lvl="0" marL="0" marR="0" rtl="0" algn="l">
              <a:lnSpc>
                <a:spcPct val="90000"/>
              </a:lnSpc>
              <a:spcBef>
                <a:spcPts val="0"/>
              </a:spcBef>
              <a:spcAft>
                <a:spcPts val="0"/>
              </a:spcAft>
              <a:buNone/>
            </a:pPr>
            <a:r>
              <a:rPr b="1" lang="en-US" sz="3200">
                <a:solidFill>
                  <a:srgbClr val="1D1D1B"/>
                </a:solidFill>
                <a:latin typeface="Arial"/>
                <a:ea typeface="Arial"/>
                <a:cs typeface="Arial"/>
                <a:sym typeface="Arial"/>
              </a:rPr>
              <a:t>Exploring an Empty Activity project</a:t>
            </a:r>
            <a:endParaRPr b="1" sz="3200">
              <a:solidFill>
                <a:srgbClr val="002060"/>
              </a:solidFill>
              <a:latin typeface="Arial"/>
              <a:ea typeface="Arial"/>
              <a:cs typeface="Arial"/>
              <a:sym typeface="Arial"/>
            </a:endParaRPr>
          </a:p>
          <a:p>
            <a:pPr indent="0" lvl="0" marL="0" marR="0" rtl="0" algn="l">
              <a:lnSpc>
                <a:spcPct val="90000"/>
              </a:lnSpc>
              <a:spcBef>
                <a:spcPts val="0"/>
              </a:spcBef>
              <a:spcAft>
                <a:spcPts val="0"/>
              </a:spcAft>
              <a:buNone/>
            </a:pPr>
            <a:r>
              <a:t/>
            </a:r>
            <a:endParaRPr b="1" sz="3200">
              <a:solidFill>
                <a:srgbClr val="002060"/>
              </a:solidFill>
              <a:latin typeface="Cambria"/>
              <a:ea typeface="Cambria"/>
              <a:cs typeface="Cambria"/>
              <a:sym typeface="Cambria"/>
            </a:endParaRPr>
          </a:p>
        </p:txBody>
      </p:sp>
      <p:sp>
        <p:nvSpPr>
          <p:cNvPr id="508" name="Google Shape;508;p47"/>
          <p:cNvSpPr/>
          <p:nvPr/>
        </p:nvSpPr>
        <p:spPr>
          <a:xfrm>
            <a:off x="1110365" y="4648224"/>
            <a:ext cx="6096000" cy="322845"/>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1" lang="en-US" sz="1400">
                <a:solidFill>
                  <a:schemeClr val="dk1"/>
                </a:solidFill>
                <a:latin typeface="Calibri"/>
                <a:ea typeface="Calibri"/>
                <a:cs typeface="Calibri"/>
                <a:sym typeface="Calibri"/>
              </a:rPr>
              <a:t>Exploring the manifests folder -&gt; opening AndroidManifest.xml</a:t>
            </a:r>
            <a:endParaRPr b="1" sz="1400">
              <a:solidFill>
                <a:schemeClr val="dk1"/>
              </a:solidFill>
              <a:latin typeface="Calibri"/>
              <a:ea typeface="Calibri"/>
              <a:cs typeface="Calibri"/>
              <a:sym typeface="Calibri"/>
            </a:endParaRPr>
          </a:p>
        </p:txBody>
      </p:sp>
      <p:sp>
        <p:nvSpPr>
          <p:cNvPr id="509" name="Google Shape;509;p47"/>
          <p:cNvSpPr txBox="1"/>
          <p:nvPr/>
        </p:nvSpPr>
        <p:spPr>
          <a:xfrm>
            <a:off x="6476788" y="1093805"/>
            <a:ext cx="4309745" cy="2037096"/>
          </a:xfrm>
          <a:prstGeom prst="rect">
            <a:avLst/>
          </a:prstGeom>
          <a:noFill/>
          <a:ln cap="flat" cmpd="sng" w="9525">
            <a:solidFill>
              <a:srgbClr val="1D1D1B"/>
            </a:solidFill>
            <a:prstDash val="solid"/>
            <a:round/>
            <a:headEnd len="sm" w="sm" type="none"/>
            <a:tailEnd len="sm" w="sm" type="none"/>
          </a:ln>
        </p:spPr>
        <p:txBody>
          <a:bodyPr anchorCtr="0" anchor="t" bIns="0" lIns="0" spcFirstLastPara="1" rIns="0" wrap="square" tIns="33650">
            <a:spAutoFit/>
          </a:bodyPr>
          <a:lstStyle/>
          <a:p>
            <a:pPr indent="0" lvl="0" marL="107950" marR="0" rtl="0" algn="l">
              <a:lnSpc>
                <a:spcPct val="100000"/>
              </a:lnSpc>
              <a:spcBef>
                <a:spcPts val="0"/>
              </a:spcBef>
              <a:spcAft>
                <a:spcPts val="0"/>
              </a:spcAft>
              <a:buNone/>
            </a:pPr>
            <a:r>
              <a:rPr b="1" lang="en-US" sz="1400">
                <a:solidFill>
                  <a:srgbClr val="1D1D1B"/>
                </a:solidFill>
                <a:latin typeface="Times New Roman"/>
                <a:ea typeface="Times New Roman"/>
                <a:cs typeface="Times New Roman"/>
                <a:sym typeface="Times New Roman"/>
              </a:rPr>
              <a:t>Note</a:t>
            </a:r>
            <a:endParaRPr sz="1400">
              <a:solidFill>
                <a:schemeClr val="dk1"/>
              </a:solidFill>
              <a:latin typeface="Times New Roman"/>
              <a:ea typeface="Times New Roman"/>
              <a:cs typeface="Times New Roman"/>
              <a:sym typeface="Times New Roman"/>
            </a:endParaRPr>
          </a:p>
          <a:p>
            <a:pPr indent="0" lvl="0" marL="12700" marR="5080" rtl="0" algn="l">
              <a:lnSpc>
                <a:spcPct val="100000"/>
              </a:lnSpc>
              <a:spcBef>
                <a:spcPts val="480"/>
              </a:spcBef>
              <a:spcAft>
                <a:spcPts val="0"/>
              </a:spcAft>
              <a:buNone/>
            </a:pPr>
            <a:r>
              <a:rPr lang="en-US" sz="1600">
                <a:solidFill>
                  <a:srgbClr val="1D1D1B"/>
                </a:solidFill>
                <a:latin typeface="Times New Roman"/>
                <a:ea typeface="Times New Roman"/>
                <a:cs typeface="Times New Roman"/>
                <a:sym typeface="Times New Roman"/>
              </a:rPr>
              <a:t>We don't need to understand everything in this file, but it is worth pointing out that we  will make occasional amendments here—for example, when we need to ask the user for  permission to access features of their device. We will also edit this file when we want to  make a fullscreen app for immersivity, such as the drawing app</a:t>
            </a:r>
            <a:endParaRPr b="1" sz="1600">
              <a:solidFill>
                <a:schemeClr val="dk1"/>
              </a:solidFill>
              <a:latin typeface="Times New Roman"/>
              <a:ea typeface="Times New Roman"/>
              <a:cs typeface="Times New Roman"/>
              <a:sym typeface="Times New Roman"/>
            </a:endParaRPr>
          </a:p>
        </p:txBody>
      </p:sp>
      <p:sp>
        <p:nvSpPr>
          <p:cNvPr id="510" name="Google Shape;510;p47"/>
          <p:cNvSpPr/>
          <p:nvPr/>
        </p:nvSpPr>
        <p:spPr>
          <a:xfrm>
            <a:off x="816227" y="1060961"/>
            <a:ext cx="4977701" cy="3587263"/>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1" name="Google Shape;511;p47"/>
          <p:cNvSpPr/>
          <p:nvPr/>
        </p:nvSpPr>
        <p:spPr>
          <a:xfrm>
            <a:off x="6019513" y="3371539"/>
            <a:ext cx="6096000"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B0F0"/>
                </a:solidFill>
                <a:latin typeface="Times New Roman"/>
                <a:ea typeface="Times New Roman"/>
                <a:cs typeface="Times New Roman"/>
                <a:sym typeface="Times New Roman"/>
              </a:rPr>
              <a:t>The line shown next tells Android that the icon we want to show the user in their app  drawer/home screen to launch the app is contained in the </a:t>
            </a:r>
            <a:r>
              <a:rPr lang="en-US" sz="1600">
                <a:solidFill>
                  <a:srgbClr val="00B0F0"/>
                </a:solidFill>
                <a:latin typeface="Courier New"/>
                <a:ea typeface="Courier New"/>
                <a:cs typeface="Courier New"/>
                <a:sym typeface="Courier New"/>
              </a:rPr>
              <a:t>mipmap </a:t>
            </a:r>
            <a:r>
              <a:rPr lang="en-US" sz="1800">
                <a:solidFill>
                  <a:srgbClr val="00B0F0"/>
                </a:solidFill>
                <a:latin typeface="Times New Roman"/>
                <a:ea typeface="Times New Roman"/>
                <a:cs typeface="Times New Roman"/>
                <a:sym typeface="Times New Roman"/>
              </a:rPr>
              <a:t>folder and is called  </a:t>
            </a:r>
            <a:r>
              <a:rPr lang="en-US" sz="1600">
                <a:solidFill>
                  <a:srgbClr val="00B0F0"/>
                </a:solidFill>
                <a:latin typeface="Courier New"/>
                <a:ea typeface="Courier New"/>
                <a:cs typeface="Courier New"/>
                <a:sym typeface="Courier New"/>
              </a:rPr>
              <a:t>ic_launcher</a:t>
            </a:r>
            <a:endParaRPr sz="1800">
              <a:solidFill>
                <a:srgbClr val="00B0F0"/>
              </a:solidFill>
              <a:latin typeface="Calibri"/>
              <a:ea typeface="Calibri"/>
              <a:cs typeface="Calibri"/>
              <a:sym typeface="Calibri"/>
            </a:endParaRPr>
          </a:p>
        </p:txBody>
      </p:sp>
      <p:sp>
        <p:nvSpPr>
          <p:cNvPr id="512" name="Google Shape;512;p47"/>
          <p:cNvSpPr txBox="1"/>
          <p:nvPr/>
        </p:nvSpPr>
        <p:spPr>
          <a:xfrm>
            <a:off x="6117060" y="4421106"/>
            <a:ext cx="5029200" cy="163195"/>
          </a:xfrm>
          <a:prstGeom prst="rect">
            <a:avLst/>
          </a:prstGeom>
          <a:solidFill>
            <a:srgbClr val="DADADA"/>
          </a:solidFill>
          <a:ln>
            <a:noFill/>
          </a:ln>
        </p:spPr>
        <p:txBody>
          <a:bodyPr anchorCtr="0" anchor="t" bIns="0" lIns="0" spcFirstLastPara="1" rIns="0" wrap="square" tIns="0">
            <a:spAutoFit/>
          </a:bodyPr>
          <a:lstStyle/>
          <a:p>
            <a:pPr indent="0" lvl="0" marL="114300" marR="0" rtl="0" algn="l">
              <a:lnSpc>
                <a:spcPct val="111000"/>
              </a:lnSpc>
              <a:spcBef>
                <a:spcPts val="0"/>
              </a:spcBef>
              <a:spcAft>
                <a:spcPts val="0"/>
              </a:spcAft>
              <a:buNone/>
            </a:pPr>
            <a:r>
              <a:rPr lang="en-US" sz="1000">
                <a:solidFill>
                  <a:srgbClr val="1D1D1B"/>
                </a:solidFill>
                <a:latin typeface="Courier New"/>
                <a:ea typeface="Courier New"/>
                <a:cs typeface="Courier New"/>
                <a:sym typeface="Courier New"/>
              </a:rPr>
              <a:t>android:icon="@mipmap/ic_launcher"</a:t>
            </a:r>
            <a:endParaRPr sz="1000">
              <a:solidFill>
                <a:schemeClr val="dk1"/>
              </a:solidFill>
              <a:latin typeface="Courier New"/>
              <a:ea typeface="Courier New"/>
              <a:cs typeface="Courier New"/>
              <a:sym typeface="Courier New"/>
            </a:endParaRPr>
          </a:p>
        </p:txBody>
      </p:sp>
      <p:sp>
        <p:nvSpPr>
          <p:cNvPr id="513" name="Google Shape;513;p47"/>
          <p:cNvSpPr/>
          <p:nvPr/>
        </p:nvSpPr>
        <p:spPr>
          <a:xfrm>
            <a:off x="6062133" y="4598711"/>
            <a:ext cx="609600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B050"/>
                </a:solidFill>
                <a:latin typeface="Times New Roman"/>
                <a:ea typeface="Times New Roman"/>
                <a:cs typeface="Times New Roman"/>
                <a:sym typeface="Times New Roman"/>
              </a:rPr>
              <a:t>The next line has two aspects worth discussing. First, it denotes the name that we gave  our app; and second, that name is contained as a </a:t>
            </a:r>
            <a:r>
              <a:rPr b="1" lang="en-US" sz="1800">
                <a:solidFill>
                  <a:srgbClr val="00B050"/>
                </a:solidFill>
                <a:latin typeface="Times New Roman"/>
                <a:ea typeface="Times New Roman"/>
                <a:cs typeface="Times New Roman"/>
                <a:sym typeface="Times New Roman"/>
              </a:rPr>
              <a:t>String </a:t>
            </a:r>
            <a:r>
              <a:rPr lang="en-US" sz="1800">
                <a:solidFill>
                  <a:srgbClr val="00B050"/>
                </a:solidFill>
                <a:latin typeface="Times New Roman"/>
                <a:ea typeface="Times New Roman"/>
                <a:cs typeface="Times New Roman"/>
                <a:sym typeface="Times New Roman"/>
              </a:rPr>
              <a:t>with a label of </a:t>
            </a:r>
            <a:r>
              <a:rPr lang="en-US" sz="1600">
                <a:solidFill>
                  <a:srgbClr val="00B050"/>
                </a:solidFill>
                <a:latin typeface="Courier New"/>
                <a:ea typeface="Courier New"/>
                <a:cs typeface="Courier New"/>
                <a:sym typeface="Courier New"/>
              </a:rPr>
              <a:t>app_name</a:t>
            </a:r>
            <a:r>
              <a:rPr lang="en-US" sz="1800">
                <a:solidFill>
                  <a:srgbClr val="00B050"/>
                </a:solidFill>
                <a:latin typeface="Times New Roman"/>
                <a:ea typeface="Times New Roman"/>
                <a:cs typeface="Times New Roman"/>
                <a:sym typeface="Times New Roman"/>
              </a:rPr>
              <a:t>, as  illustrated here:</a:t>
            </a:r>
            <a:endParaRPr sz="1800">
              <a:solidFill>
                <a:srgbClr val="00B050"/>
              </a:solidFill>
              <a:latin typeface="Calibri"/>
              <a:ea typeface="Calibri"/>
              <a:cs typeface="Calibri"/>
              <a:sym typeface="Calibri"/>
            </a:endParaRPr>
          </a:p>
        </p:txBody>
      </p:sp>
      <p:sp>
        <p:nvSpPr>
          <p:cNvPr id="514" name="Google Shape;514;p47"/>
          <p:cNvSpPr txBox="1"/>
          <p:nvPr/>
        </p:nvSpPr>
        <p:spPr>
          <a:xfrm>
            <a:off x="6762466" y="5763073"/>
            <a:ext cx="5029200" cy="163195"/>
          </a:xfrm>
          <a:prstGeom prst="rect">
            <a:avLst/>
          </a:prstGeom>
          <a:solidFill>
            <a:srgbClr val="DADADA"/>
          </a:solidFill>
          <a:ln>
            <a:noFill/>
          </a:ln>
        </p:spPr>
        <p:txBody>
          <a:bodyPr anchorCtr="0" anchor="t" bIns="0" lIns="0" spcFirstLastPara="1" rIns="0" wrap="square" tIns="0">
            <a:spAutoFit/>
          </a:bodyPr>
          <a:lstStyle/>
          <a:p>
            <a:pPr indent="0" lvl="0" marL="114300" marR="0" rtl="0" algn="l">
              <a:lnSpc>
                <a:spcPct val="111000"/>
              </a:lnSpc>
              <a:spcBef>
                <a:spcPts val="0"/>
              </a:spcBef>
              <a:spcAft>
                <a:spcPts val="0"/>
              </a:spcAft>
              <a:buNone/>
            </a:pPr>
            <a:r>
              <a:rPr lang="en-US" sz="1000">
                <a:solidFill>
                  <a:srgbClr val="1D1D1B"/>
                </a:solidFill>
                <a:latin typeface="Courier New"/>
                <a:ea typeface="Courier New"/>
                <a:cs typeface="Courier New"/>
                <a:sym typeface="Courier New"/>
              </a:rPr>
              <a:t>android:label="@string/app_name"</a:t>
            </a:r>
            <a:endParaRPr sz="1000">
              <a:solidFill>
                <a:schemeClr val="dk1"/>
              </a:solidFill>
              <a:latin typeface="Courier New"/>
              <a:ea typeface="Courier New"/>
              <a:cs typeface="Courier New"/>
              <a:sym typeface="Courier New"/>
            </a:endParaRPr>
          </a:p>
        </p:txBody>
      </p:sp>
      <p:sp>
        <p:nvSpPr>
          <p:cNvPr id="515" name="Google Shape;515;p47"/>
          <p:cNvSpPr/>
          <p:nvPr/>
        </p:nvSpPr>
        <p:spPr>
          <a:xfrm>
            <a:off x="158336" y="5060376"/>
            <a:ext cx="6096000"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FF0000"/>
                </a:solidFill>
                <a:latin typeface="Courier New"/>
                <a:ea typeface="Courier New"/>
                <a:cs typeface="Courier New"/>
                <a:sym typeface="Courier New"/>
              </a:rPr>
              <a:t>AndroidManifest.xml </a:t>
            </a:r>
            <a:r>
              <a:rPr lang="en-US" sz="1800">
                <a:solidFill>
                  <a:srgbClr val="FF0000"/>
                </a:solidFill>
                <a:latin typeface="Times New Roman"/>
                <a:ea typeface="Times New Roman"/>
                <a:cs typeface="Times New Roman"/>
                <a:sym typeface="Times New Roman"/>
              </a:rPr>
              <a:t>file but we don't need to.  Let's look at just two more, as they are related to each other. The line shown next indicates  the name of our Activity, which Android Studio chose when we created the project. I have  highlighted the Activity name here, just to make it stand out</a:t>
            </a:r>
            <a:r>
              <a:rPr lang="en-US" sz="1800">
                <a:solidFill>
                  <a:srgbClr val="1D1D1B"/>
                </a:solidFill>
                <a:latin typeface="Times New Roman"/>
                <a:ea typeface="Times New Roman"/>
                <a:cs typeface="Times New Roman"/>
                <a:sym typeface="Times New Roman"/>
              </a:rPr>
              <a:t>:</a:t>
            </a:r>
            <a:endParaRPr sz="1800">
              <a:solidFill>
                <a:schemeClr val="dk1"/>
              </a:solidFill>
              <a:latin typeface="Calibri"/>
              <a:ea typeface="Calibri"/>
              <a:cs typeface="Calibri"/>
              <a:sym typeface="Calibri"/>
            </a:endParaRPr>
          </a:p>
        </p:txBody>
      </p:sp>
      <p:sp>
        <p:nvSpPr>
          <p:cNvPr id="516" name="Google Shape;516;p47"/>
          <p:cNvSpPr txBox="1"/>
          <p:nvPr/>
        </p:nvSpPr>
        <p:spPr>
          <a:xfrm>
            <a:off x="812228" y="6563694"/>
            <a:ext cx="5029200" cy="188595"/>
          </a:xfrm>
          <a:prstGeom prst="rect">
            <a:avLst/>
          </a:prstGeom>
          <a:solidFill>
            <a:srgbClr val="DADADA"/>
          </a:solidFill>
          <a:ln>
            <a:noFill/>
          </a:ln>
        </p:spPr>
        <p:txBody>
          <a:bodyPr anchorCtr="0" anchor="t" bIns="0" lIns="0" spcFirstLastPara="1" rIns="0" wrap="square" tIns="0">
            <a:spAutoFit/>
          </a:bodyPr>
          <a:lstStyle/>
          <a:p>
            <a:pPr indent="0" lvl="0" marL="114300" marR="0" rtl="0" algn="l">
              <a:lnSpc>
                <a:spcPct val="111000"/>
              </a:lnSpc>
              <a:spcBef>
                <a:spcPts val="0"/>
              </a:spcBef>
              <a:spcAft>
                <a:spcPts val="0"/>
              </a:spcAft>
              <a:buNone/>
            </a:pPr>
            <a:r>
              <a:rPr lang="en-US" sz="1000">
                <a:solidFill>
                  <a:srgbClr val="1D1D1B"/>
                </a:solidFill>
                <a:latin typeface="Courier New"/>
                <a:ea typeface="Courier New"/>
                <a:cs typeface="Courier New"/>
                <a:sym typeface="Courier New"/>
              </a:rPr>
              <a:t>&lt;activity android:name=".</a:t>
            </a:r>
            <a:r>
              <a:rPr b="1" lang="en-US" sz="1000">
                <a:solidFill>
                  <a:schemeClr val="dk1"/>
                </a:solidFill>
                <a:latin typeface="Courier New"/>
                <a:ea typeface="Courier New"/>
                <a:cs typeface="Courier New"/>
                <a:sym typeface="Courier New"/>
              </a:rPr>
              <a:t>MainActivity</a:t>
            </a:r>
            <a:r>
              <a:rPr lang="en-US" sz="1000">
                <a:solidFill>
                  <a:srgbClr val="1D1D1B"/>
                </a:solidFill>
                <a:latin typeface="Courier New"/>
                <a:ea typeface="Courier New"/>
                <a:cs typeface="Courier New"/>
                <a:sym typeface="Courier New"/>
              </a:rPr>
              <a:t>"&gt;</a:t>
            </a:r>
            <a:endParaRPr sz="1000">
              <a:solidFill>
                <a:schemeClr val="dk1"/>
              </a:solidFill>
              <a:latin typeface="Courier New"/>
              <a:ea typeface="Courier New"/>
              <a:cs typeface="Courier New"/>
              <a:sym typeface="Courier New"/>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48"/>
          <p:cNvSpPr txBox="1"/>
          <p:nvPr>
            <p:ph idx="1" type="body"/>
          </p:nvPr>
        </p:nvSpPr>
        <p:spPr>
          <a:xfrm>
            <a:off x="209265" y="739367"/>
            <a:ext cx="11582401" cy="528735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400"/>
              <a:buNone/>
            </a:pPr>
            <a:r>
              <a:t/>
            </a:r>
            <a:endParaRPr sz="2400"/>
          </a:p>
          <a:p>
            <a:pPr indent="-76200" lvl="0" marL="228600" rtl="0" algn="l">
              <a:lnSpc>
                <a:spcPct val="90000"/>
              </a:lnSpc>
              <a:spcBef>
                <a:spcPts val="1000"/>
              </a:spcBef>
              <a:spcAft>
                <a:spcPts val="0"/>
              </a:spcAft>
              <a:buClr>
                <a:schemeClr val="dk1"/>
              </a:buClr>
              <a:buSzPts val="2400"/>
              <a:buNone/>
            </a:pPr>
            <a:r>
              <a:t/>
            </a:r>
            <a:endParaRPr sz="2400"/>
          </a:p>
        </p:txBody>
      </p:sp>
      <p:sp>
        <p:nvSpPr>
          <p:cNvPr id="522" name="Google Shape;522;p48"/>
          <p:cNvSpPr txBox="1"/>
          <p:nvPr>
            <p:ph idx="12" type="sldNum"/>
          </p:nvPr>
        </p:nvSpPr>
        <p:spPr>
          <a:xfrm>
            <a:off x="9414933" y="642937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FFFFFF"/>
                </a:solidFill>
              </a:rPr>
              <a:t>‹#›</a:t>
            </a:fld>
            <a:endParaRPr>
              <a:solidFill>
                <a:srgbClr val="FFFFFF"/>
              </a:solidFill>
            </a:endParaRPr>
          </a:p>
        </p:txBody>
      </p:sp>
      <p:sp>
        <p:nvSpPr>
          <p:cNvPr id="523" name="Google Shape;523;p48"/>
          <p:cNvSpPr txBox="1"/>
          <p:nvPr/>
        </p:nvSpPr>
        <p:spPr>
          <a:xfrm>
            <a:off x="209265" y="202399"/>
            <a:ext cx="7632408" cy="536968"/>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t/>
            </a:r>
            <a:endParaRPr b="1" sz="3200">
              <a:solidFill>
                <a:srgbClr val="1D1D1B"/>
              </a:solidFill>
              <a:latin typeface="Arial"/>
              <a:ea typeface="Arial"/>
              <a:cs typeface="Arial"/>
              <a:sym typeface="Arial"/>
            </a:endParaRPr>
          </a:p>
          <a:p>
            <a:pPr indent="0" lvl="0" marL="0" marR="0" rtl="0" algn="l">
              <a:lnSpc>
                <a:spcPct val="90000"/>
              </a:lnSpc>
              <a:spcBef>
                <a:spcPts val="0"/>
              </a:spcBef>
              <a:spcAft>
                <a:spcPts val="0"/>
              </a:spcAft>
              <a:buNone/>
            </a:pPr>
            <a:r>
              <a:rPr b="1" lang="en-US" sz="3200">
                <a:solidFill>
                  <a:srgbClr val="1D1D1B"/>
                </a:solidFill>
                <a:latin typeface="Arial"/>
                <a:ea typeface="Arial"/>
                <a:cs typeface="Arial"/>
                <a:sym typeface="Arial"/>
              </a:rPr>
              <a:t>Exploring an Empty Activity project</a:t>
            </a:r>
            <a:endParaRPr b="1" sz="3200">
              <a:solidFill>
                <a:srgbClr val="002060"/>
              </a:solidFill>
              <a:latin typeface="Arial"/>
              <a:ea typeface="Arial"/>
              <a:cs typeface="Arial"/>
              <a:sym typeface="Arial"/>
            </a:endParaRPr>
          </a:p>
          <a:p>
            <a:pPr indent="0" lvl="0" marL="0" marR="0" rtl="0" algn="l">
              <a:lnSpc>
                <a:spcPct val="90000"/>
              </a:lnSpc>
              <a:spcBef>
                <a:spcPts val="0"/>
              </a:spcBef>
              <a:spcAft>
                <a:spcPts val="0"/>
              </a:spcAft>
              <a:buNone/>
            </a:pPr>
            <a:r>
              <a:t/>
            </a:r>
            <a:endParaRPr b="1" sz="3200">
              <a:solidFill>
                <a:srgbClr val="002060"/>
              </a:solidFill>
              <a:latin typeface="Cambria"/>
              <a:ea typeface="Cambria"/>
              <a:cs typeface="Cambria"/>
              <a:sym typeface="Cambria"/>
            </a:endParaRPr>
          </a:p>
        </p:txBody>
      </p:sp>
      <p:sp>
        <p:nvSpPr>
          <p:cNvPr id="524" name="Google Shape;524;p48"/>
          <p:cNvSpPr/>
          <p:nvPr/>
        </p:nvSpPr>
        <p:spPr>
          <a:xfrm>
            <a:off x="666466" y="3413727"/>
            <a:ext cx="6096000" cy="322845"/>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1" lang="en-US" sz="1400">
                <a:solidFill>
                  <a:schemeClr val="dk1"/>
                </a:solidFill>
                <a:latin typeface="Calibri"/>
                <a:ea typeface="Calibri"/>
                <a:cs typeface="Calibri"/>
                <a:sym typeface="Calibri"/>
              </a:rPr>
              <a:t>Exploring the Java folder</a:t>
            </a:r>
            <a:endParaRPr b="1" sz="1400">
              <a:solidFill>
                <a:schemeClr val="dk1"/>
              </a:solidFill>
              <a:latin typeface="Calibri"/>
              <a:ea typeface="Calibri"/>
              <a:cs typeface="Calibri"/>
              <a:sym typeface="Calibri"/>
            </a:endParaRPr>
          </a:p>
        </p:txBody>
      </p:sp>
      <p:sp>
        <p:nvSpPr>
          <p:cNvPr id="525" name="Google Shape;525;p48"/>
          <p:cNvSpPr txBox="1"/>
          <p:nvPr/>
        </p:nvSpPr>
        <p:spPr>
          <a:xfrm>
            <a:off x="6476788" y="1093805"/>
            <a:ext cx="4309745" cy="1544654"/>
          </a:xfrm>
          <a:prstGeom prst="rect">
            <a:avLst/>
          </a:prstGeom>
          <a:noFill/>
          <a:ln cap="flat" cmpd="sng" w="9525">
            <a:solidFill>
              <a:srgbClr val="1D1D1B"/>
            </a:solidFill>
            <a:prstDash val="solid"/>
            <a:round/>
            <a:headEnd len="sm" w="sm" type="none"/>
            <a:tailEnd len="sm" w="sm" type="none"/>
          </a:ln>
        </p:spPr>
        <p:txBody>
          <a:bodyPr anchorCtr="0" anchor="t" bIns="0" lIns="0" spcFirstLastPara="1" rIns="0" wrap="square" tIns="33650">
            <a:spAutoFit/>
          </a:bodyPr>
          <a:lstStyle/>
          <a:p>
            <a:pPr indent="0" lvl="0" marL="107950" marR="0" rtl="0" algn="l">
              <a:lnSpc>
                <a:spcPct val="100000"/>
              </a:lnSpc>
              <a:spcBef>
                <a:spcPts val="0"/>
              </a:spcBef>
              <a:spcAft>
                <a:spcPts val="0"/>
              </a:spcAft>
              <a:buNone/>
            </a:pPr>
            <a:r>
              <a:rPr b="1" lang="en-US" sz="1400">
                <a:solidFill>
                  <a:srgbClr val="1D1D1B"/>
                </a:solidFill>
                <a:latin typeface="Times New Roman"/>
                <a:ea typeface="Times New Roman"/>
                <a:cs typeface="Times New Roman"/>
                <a:sym typeface="Times New Roman"/>
              </a:rPr>
              <a:t>Note</a:t>
            </a:r>
            <a:endParaRPr sz="1400">
              <a:solidFill>
                <a:schemeClr val="dk1"/>
              </a:solidFill>
              <a:latin typeface="Times New Roman"/>
              <a:ea typeface="Times New Roman"/>
              <a:cs typeface="Times New Roman"/>
              <a:sym typeface="Times New Roman"/>
            </a:endParaRPr>
          </a:p>
          <a:p>
            <a:pPr indent="0" lvl="0" marL="12700" marR="5080" rtl="0" algn="l">
              <a:lnSpc>
                <a:spcPct val="100000"/>
              </a:lnSpc>
              <a:spcBef>
                <a:spcPts val="480"/>
              </a:spcBef>
              <a:spcAft>
                <a:spcPts val="0"/>
              </a:spcAft>
              <a:buNone/>
            </a:pPr>
            <a:r>
              <a:rPr lang="en-US" sz="1600">
                <a:solidFill>
                  <a:srgbClr val="1D1D1B"/>
                </a:solidFill>
                <a:latin typeface="Times New Roman"/>
                <a:ea typeface="Times New Roman"/>
                <a:cs typeface="Times New Roman"/>
                <a:sym typeface="Times New Roman"/>
              </a:rPr>
              <a:t>we will only need one of these three folders—the top one. The  names of these folders are composed of the package name (chosen when we created the  app) and the app name, in all lowercase and with no spaces (also chosen when we created  the app).</a:t>
            </a:r>
            <a:endParaRPr sz="1600">
              <a:solidFill>
                <a:schemeClr val="dk1"/>
              </a:solidFill>
              <a:latin typeface="Times New Roman"/>
              <a:ea typeface="Times New Roman"/>
              <a:cs typeface="Times New Roman"/>
              <a:sym typeface="Times New Roman"/>
            </a:endParaRPr>
          </a:p>
        </p:txBody>
      </p:sp>
      <p:sp>
        <p:nvSpPr>
          <p:cNvPr id="526" name="Google Shape;526;p48"/>
          <p:cNvSpPr txBox="1"/>
          <p:nvPr/>
        </p:nvSpPr>
        <p:spPr>
          <a:xfrm>
            <a:off x="6762466" y="5763073"/>
            <a:ext cx="5029200" cy="163195"/>
          </a:xfrm>
          <a:prstGeom prst="rect">
            <a:avLst/>
          </a:prstGeom>
          <a:solidFill>
            <a:srgbClr val="DADADA"/>
          </a:solidFill>
          <a:ln>
            <a:noFill/>
          </a:ln>
        </p:spPr>
        <p:txBody>
          <a:bodyPr anchorCtr="0" anchor="t" bIns="0" lIns="0" spcFirstLastPara="1" rIns="0" wrap="square" tIns="0">
            <a:spAutoFit/>
          </a:bodyPr>
          <a:lstStyle/>
          <a:p>
            <a:pPr indent="0" lvl="0" marL="114300" marR="0" rtl="0" algn="l">
              <a:lnSpc>
                <a:spcPct val="111000"/>
              </a:lnSpc>
              <a:spcBef>
                <a:spcPts val="0"/>
              </a:spcBef>
              <a:spcAft>
                <a:spcPts val="0"/>
              </a:spcAft>
              <a:buNone/>
            </a:pPr>
            <a:r>
              <a:rPr lang="en-US" sz="1000">
                <a:solidFill>
                  <a:srgbClr val="1D1D1B"/>
                </a:solidFill>
                <a:latin typeface="Courier New"/>
                <a:ea typeface="Courier New"/>
                <a:cs typeface="Courier New"/>
                <a:sym typeface="Courier New"/>
              </a:rPr>
              <a:t>android:label="@string/app_name"</a:t>
            </a:r>
            <a:endParaRPr sz="1000">
              <a:solidFill>
                <a:schemeClr val="dk1"/>
              </a:solidFill>
              <a:latin typeface="Courier New"/>
              <a:ea typeface="Courier New"/>
              <a:cs typeface="Courier New"/>
              <a:sym typeface="Courier New"/>
            </a:endParaRPr>
          </a:p>
        </p:txBody>
      </p:sp>
      <p:sp>
        <p:nvSpPr>
          <p:cNvPr id="527" name="Google Shape;527;p48"/>
          <p:cNvSpPr/>
          <p:nvPr/>
        </p:nvSpPr>
        <p:spPr>
          <a:xfrm>
            <a:off x="545195" y="1276335"/>
            <a:ext cx="4681114" cy="2137392"/>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49"/>
          <p:cNvSpPr txBox="1"/>
          <p:nvPr>
            <p:ph idx="1" type="body"/>
          </p:nvPr>
        </p:nvSpPr>
        <p:spPr>
          <a:xfrm>
            <a:off x="209265" y="739367"/>
            <a:ext cx="11582401" cy="528735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400"/>
              <a:buNone/>
            </a:pPr>
            <a:r>
              <a:t/>
            </a:r>
            <a:endParaRPr sz="2400"/>
          </a:p>
          <a:p>
            <a:pPr indent="-76200" lvl="0" marL="228600" rtl="0" algn="l">
              <a:lnSpc>
                <a:spcPct val="90000"/>
              </a:lnSpc>
              <a:spcBef>
                <a:spcPts val="1000"/>
              </a:spcBef>
              <a:spcAft>
                <a:spcPts val="0"/>
              </a:spcAft>
              <a:buClr>
                <a:schemeClr val="dk1"/>
              </a:buClr>
              <a:buSzPts val="2400"/>
              <a:buNone/>
            </a:pPr>
            <a:r>
              <a:t/>
            </a:r>
            <a:endParaRPr sz="2400"/>
          </a:p>
        </p:txBody>
      </p:sp>
      <p:sp>
        <p:nvSpPr>
          <p:cNvPr id="533" name="Google Shape;533;p49"/>
          <p:cNvSpPr txBox="1"/>
          <p:nvPr>
            <p:ph idx="12" type="sldNum"/>
          </p:nvPr>
        </p:nvSpPr>
        <p:spPr>
          <a:xfrm>
            <a:off x="9414933" y="642937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FFFFFF"/>
                </a:solidFill>
              </a:rPr>
              <a:t>‹#›</a:t>
            </a:fld>
            <a:endParaRPr>
              <a:solidFill>
                <a:srgbClr val="FFFFFF"/>
              </a:solidFill>
            </a:endParaRPr>
          </a:p>
        </p:txBody>
      </p:sp>
      <p:sp>
        <p:nvSpPr>
          <p:cNvPr id="534" name="Google Shape;534;p49"/>
          <p:cNvSpPr txBox="1"/>
          <p:nvPr/>
        </p:nvSpPr>
        <p:spPr>
          <a:xfrm>
            <a:off x="209265" y="202399"/>
            <a:ext cx="7632408" cy="536968"/>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t/>
            </a:r>
            <a:endParaRPr b="1" sz="3200">
              <a:solidFill>
                <a:srgbClr val="1D1D1B"/>
              </a:solidFill>
              <a:latin typeface="Arial"/>
              <a:ea typeface="Arial"/>
              <a:cs typeface="Arial"/>
              <a:sym typeface="Arial"/>
            </a:endParaRPr>
          </a:p>
          <a:p>
            <a:pPr indent="0" lvl="0" marL="0" marR="0" rtl="0" algn="l">
              <a:lnSpc>
                <a:spcPct val="90000"/>
              </a:lnSpc>
              <a:spcBef>
                <a:spcPts val="0"/>
              </a:spcBef>
              <a:spcAft>
                <a:spcPts val="0"/>
              </a:spcAft>
              <a:buNone/>
            </a:pPr>
            <a:r>
              <a:rPr b="1" lang="en-US" sz="3200">
                <a:solidFill>
                  <a:srgbClr val="1D1D1B"/>
                </a:solidFill>
                <a:latin typeface="Arial"/>
                <a:ea typeface="Arial"/>
                <a:cs typeface="Arial"/>
                <a:sym typeface="Arial"/>
              </a:rPr>
              <a:t>Exploring an Empty Activity project</a:t>
            </a:r>
            <a:endParaRPr b="1" sz="3200">
              <a:solidFill>
                <a:srgbClr val="002060"/>
              </a:solidFill>
              <a:latin typeface="Arial"/>
              <a:ea typeface="Arial"/>
              <a:cs typeface="Arial"/>
              <a:sym typeface="Arial"/>
            </a:endParaRPr>
          </a:p>
          <a:p>
            <a:pPr indent="0" lvl="0" marL="0" marR="0" rtl="0" algn="l">
              <a:lnSpc>
                <a:spcPct val="90000"/>
              </a:lnSpc>
              <a:spcBef>
                <a:spcPts val="0"/>
              </a:spcBef>
              <a:spcAft>
                <a:spcPts val="0"/>
              </a:spcAft>
              <a:buNone/>
            </a:pPr>
            <a:r>
              <a:t/>
            </a:r>
            <a:endParaRPr b="1" sz="3200">
              <a:solidFill>
                <a:srgbClr val="002060"/>
              </a:solidFill>
              <a:latin typeface="Cambria"/>
              <a:ea typeface="Cambria"/>
              <a:cs typeface="Cambria"/>
              <a:sym typeface="Cambria"/>
            </a:endParaRPr>
          </a:p>
        </p:txBody>
      </p:sp>
      <p:sp>
        <p:nvSpPr>
          <p:cNvPr id="535" name="Google Shape;535;p49"/>
          <p:cNvSpPr/>
          <p:nvPr/>
        </p:nvSpPr>
        <p:spPr>
          <a:xfrm>
            <a:off x="666466" y="3413727"/>
            <a:ext cx="6096000" cy="322845"/>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1" lang="en-US" sz="1400">
                <a:solidFill>
                  <a:schemeClr val="dk1"/>
                </a:solidFill>
                <a:latin typeface="Calibri"/>
                <a:ea typeface="Calibri"/>
                <a:cs typeface="Calibri"/>
                <a:sym typeface="Calibri"/>
              </a:rPr>
              <a:t>Exploring the Java folder</a:t>
            </a:r>
            <a:endParaRPr b="1" sz="1400">
              <a:solidFill>
                <a:schemeClr val="dk1"/>
              </a:solidFill>
              <a:latin typeface="Calibri"/>
              <a:ea typeface="Calibri"/>
              <a:cs typeface="Calibri"/>
              <a:sym typeface="Calibri"/>
            </a:endParaRPr>
          </a:p>
        </p:txBody>
      </p:sp>
      <p:sp>
        <p:nvSpPr>
          <p:cNvPr id="536" name="Google Shape;536;p49"/>
          <p:cNvSpPr txBox="1"/>
          <p:nvPr/>
        </p:nvSpPr>
        <p:spPr>
          <a:xfrm>
            <a:off x="6476788" y="1093805"/>
            <a:ext cx="4309745" cy="3799117"/>
          </a:xfrm>
          <a:prstGeom prst="rect">
            <a:avLst/>
          </a:prstGeom>
          <a:noFill/>
          <a:ln cap="flat" cmpd="sng" w="9525">
            <a:solidFill>
              <a:srgbClr val="1D1D1B"/>
            </a:solidFill>
            <a:prstDash val="solid"/>
            <a:round/>
            <a:headEnd len="sm" w="sm" type="none"/>
            <a:tailEnd len="sm" w="sm" type="none"/>
          </a:ln>
        </p:spPr>
        <p:txBody>
          <a:bodyPr anchorCtr="0" anchor="t" bIns="0" lIns="0" spcFirstLastPara="1" rIns="0" wrap="square" tIns="33650">
            <a:spAutoFit/>
          </a:bodyPr>
          <a:lstStyle/>
          <a:p>
            <a:pPr indent="0" lvl="0" marL="107950" marR="0" rtl="0" algn="l">
              <a:lnSpc>
                <a:spcPct val="100000"/>
              </a:lnSpc>
              <a:spcBef>
                <a:spcPts val="0"/>
              </a:spcBef>
              <a:spcAft>
                <a:spcPts val="0"/>
              </a:spcAft>
              <a:buNone/>
            </a:pPr>
            <a:r>
              <a:rPr b="1" lang="en-US" sz="1400">
                <a:solidFill>
                  <a:srgbClr val="1D1D1B"/>
                </a:solidFill>
                <a:latin typeface="Times New Roman"/>
                <a:ea typeface="Times New Roman"/>
                <a:cs typeface="Times New Roman"/>
                <a:sym typeface="Times New Roman"/>
              </a:rPr>
              <a:t>Note</a:t>
            </a:r>
            <a:endParaRPr sz="1400">
              <a:solidFill>
                <a:schemeClr val="dk1"/>
              </a:solidFill>
              <a:latin typeface="Times New Roman"/>
              <a:ea typeface="Times New Roman"/>
              <a:cs typeface="Times New Roman"/>
              <a:sym typeface="Times New Roman"/>
            </a:endParaRPr>
          </a:p>
          <a:p>
            <a:pPr indent="0" lvl="0" marL="12700" marR="93345" rtl="0" algn="l">
              <a:lnSpc>
                <a:spcPct val="100000"/>
              </a:lnSpc>
              <a:spcBef>
                <a:spcPts val="100"/>
              </a:spcBef>
              <a:spcAft>
                <a:spcPts val="0"/>
              </a:spcAft>
              <a:buNone/>
            </a:pPr>
            <a:r>
              <a:rPr lang="en-US" sz="1600">
                <a:solidFill>
                  <a:srgbClr val="1D1D1B"/>
                </a:solidFill>
                <a:latin typeface="Times New Roman"/>
                <a:ea typeface="Times New Roman"/>
                <a:cs typeface="Times New Roman"/>
                <a:sym typeface="Times New Roman"/>
              </a:rPr>
              <a:t>The only folder we are interested in during the course  is the top one, which  for this app (on my screen) is </a:t>
            </a:r>
            <a:r>
              <a:rPr lang="en-US" sz="1400">
                <a:solidFill>
                  <a:schemeClr val="dk1"/>
                </a:solidFill>
                <a:latin typeface="Courier New"/>
                <a:ea typeface="Courier New"/>
                <a:cs typeface="Courier New"/>
                <a:sym typeface="Courier New"/>
              </a:rPr>
              <a:t>com.gamecodeschool.emptyactivityapp</a:t>
            </a:r>
            <a:r>
              <a:rPr lang="en-US" sz="1600">
                <a:solidFill>
                  <a:srgbClr val="1D1D1B"/>
                </a:solidFill>
                <a:latin typeface="Times New Roman"/>
                <a:ea typeface="Times New Roman"/>
                <a:cs typeface="Times New Roman"/>
                <a:sym typeface="Times New Roman"/>
              </a:rPr>
              <a:t>.</a:t>
            </a:r>
            <a:endParaRPr sz="1600">
              <a:solidFill>
                <a:schemeClr val="dk1"/>
              </a:solidFill>
              <a:latin typeface="Times New Roman"/>
              <a:ea typeface="Times New Roman"/>
              <a:cs typeface="Times New Roman"/>
              <a:sym typeface="Times New Roman"/>
            </a:endParaRPr>
          </a:p>
          <a:p>
            <a:pPr indent="0" lvl="0" marL="12700" marR="5080" rtl="0" algn="l">
              <a:lnSpc>
                <a:spcPct val="100000"/>
              </a:lnSpc>
              <a:spcBef>
                <a:spcPts val="0"/>
              </a:spcBef>
              <a:spcAft>
                <a:spcPts val="0"/>
              </a:spcAft>
              <a:buNone/>
            </a:pPr>
            <a:r>
              <a:rPr lang="en-US" sz="1600">
                <a:solidFill>
                  <a:srgbClr val="1D1D1B"/>
                </a:solidFill>
                <a:latin typeface="Times New Roman"/>
                <a:ea typeface="Times New Roman"/>
                <a:cs typeface="Times New Roman"/>
                <a:sym typeface="Times New Roman"/>
              </a:rPr>
              <a:t>Depending upon your chosen package name and the name of the app we are currently  working on, the folder name will change, but it will always be the top one that we need to  access and add—or edit—the contents of.</a:t>
            </a:r>
            <a:endParaRPr sz="1600">
              <a:solidFill>
                <a:schemeClr val="dk1"/>
              </a:solidFill>
              <a:latin typeface="Times New Roman"/>
              <a:ea typeface="Times New Roman"/>
              <a:cs typeface="Times New Roman"/>
              <a:sym typeface="Times New Roman"/>
            </a:endParaRPr>
          </a:p>
          <a:p>
            <a:pPr indent="0" lvl="0" marL="12700" marR="23495" rtl="0" algn="l">
              <a:lnSpc>
                <a:spcPct val="100000"/>
              </a:lnSpc>
              <a:spcBef>
                <a:spcPts val="705"/>
              </a:spcBef>
              <a:spcAft>
                <a:spcPts val="0"/>
              </a:spcAft>
              <a:buNone/>
            </a:pPr>
            <a:r>
              <a:rPr lang="en-US" sz="1600">
                <a:solidFill>
                  <a:srgbClr val="1D1D1B"/>
                </a:solidFill>
                <a:latin typeface="Times New Roman"/>
                <a:ea typeface="Times New Roman"/>
                <a:cs typeface="Times New Roman"/>
                <a:sym typeface="Times New Roman"/>
              </a:rPr>
              <a:t>Expand the </a:t>
            </a:r>
            <a:r>
              <a:rPr lang="en-US" sz="1400">
                <a:solidFill>
                  <a:schemeClr val="dk1"/>
                </a:solidFill>
                <a:latin typeface="Courier New"/>
                <a:ea typeface="Courier New"/>
                <a:cs typeface="Courier New"/>
                <a:sym typeface="Courier New"/>
              </a:rPr>
              <a:t>com.gamecodeschool.emptyactivityapp </a:t>
            </a:r>
            <a:r>
              <a:rPr lang="en-US" sz="1600">
                <a:solidFill>
                  <a:srgbClr val="1D1D1B"/>
                </a:solidFill>
                <a:latin typeface="Times New Roman"/>
                <a:ea typeface="Times New Roman"/>
                <a:cs typeface="Times New Roman"/>
                <a:sym typeface="Times New Roman"/>
              </a:rPr>
              <a:t>(or whatever yours is  called) folder now to view its contents. In the next screenshot, you can see that the folder  has just one file:</a:t>
            </a:r>
            <a:endParaRPr sz="1600">
              <a:solidFill>
                <a:schemeClr val="dk1"/>
              </a:solidFill>
              <a:latin typeface="Times New Roman"/>
              <a:ea typeface="Times New Roman"/>
              <a:cs typeface="Times New Roman"/>
              <a:sym typeface="Times New Roman"/>
            </a:endParaRPr>
          </a:p>
        </p:txBody>
      </p:sp>
      <p:sp>
        <p:nvSpPr>
          <p:cNvPr id="537" name="Google Shape;537;p49"/>
          <p:cNvSpPr/>
          <p:nvPr/>
        </p:nvSpPr>
        <p:spPr>
          <a:xfrm>
            <a:off x="545195" y="1276335"/>
            <a:ext cx="4681114" cy="2137392"/>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8" name="Google Shape;538;p49"/>
          <p:cNvSpPr/>
          <p:nvPr/>
        </p:nvSpPr>
        <p:spPr>
          <a:xfrm>
            <a:off x="455574" y="3767536"/>
            <a:ext cx="4770735" cy="2377126"/>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50"/>
          <p:cNvSpPr txBox="1"/>
          <p:nvPr>
            <p:ph idx="1" type="body"/>
          </p:nvPr>
        </p:nvSpPr>
        <p:spPr>
          <a:xfrm>
            <a:off x="209265" y="739367"/>
            <a:ext cx="11582401" cy="528735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400"/>
              <a:buNone/>
            </a:pPr>
            <a:r>
              <a:t/>
            </a:r>
            <a:endParaRPr sz="2400"/>
          </a:p>
          <a:p>
            <a:pPr indent="-76200" lvl="0" marL="228600" rtl="0" algn="l">
              <a:lnSpc>
                <a:spcPct val="90000"/>
              </a:lnSpc>
              <a:spcBef>
                <a:spcPts val="1000"/>
              </a:spcBef>
              <a:spcAft>
                <a:spcPts val="0"/>
              </a:spcAft>
              <a:buClr>
                <a:schemeClr val="dk1"/>
              </a:buClr>
              <a:buSzPts val="2400"/>
              <a:buNone/>
            </a:pPr>
            <a:r>
              <a:t/>
            </a:r>
            <a:endParaRPr sz="2400"/>
          </a:p>
        </p:txBody>
      </p:sp>
      <p:sp>
        <p:nvSpPr>
          <p:cNvPr id="544" name="Google Shape;544;p50"/>
          <p:cNvSpPr txBox="1"/>
          <p:nvPr>
            <p:ph idx="12" type="sldNum"/>
          </p:nvPr>
        </p:nvSpPr>
        <p:spPr>
          <a:xfrm>
            <a:off x="9414933" y="642937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FFFFFF"/>
                </a:solidFill>
              </a:rPr>
              <a:t>‹#›</a:t>
            </a:fld>
            <a:endParaRPr>
              <a:solidFill>
                <a:srgbClr val="FFFFFF"/>
              </a:solidFill>
            </a:endParaRPr>
          </a:p>
        </p:txBody>
      </p:sp>
      <p:sp>
        <p:nvSpPr>
          <p:cNvPr id="545" name="Google Shape;545;p50"/>
          <p:cNvSpPr txBox="1"/>
          <p:nvPr/>
        </p:nvSpPr>
        <p:spPr>
          <a:xfrm>
            <a:off x="209265" y="202399"/>
            <a:ext cx="7632408" cy="536968"/>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t/>
            </a:r>
            <a:endParaRPr b="1" sz="3200">
              <a:solidFill>
                <a:srgbClr val="1D1D1B"/>
              </a:solidFill>
              <a:latin typeface="Arial"/>
              <a:ea typeface="Arial"/>
              <a:cs typeface="Arial"/>
              <a:sym typeface="Arial"/>
            </a:endParaRPr>
          </a:p>
          <a:p>
            <a:pPr indent="0" lvl="0" marL="0" marR="0" rtl="0" algn="l">
              <a:lnSpc>
                <a:spcPct val="90000"/>
              </a:lnSpc>
              <a:spcBef>
                <a:spcPts val="0"/>
              </a:spcBef>
              <a:spcAft>
                <a:spcPts val="0"/>
              </a:spcAft>
              <a:buNone/>
            </a:pPr>
            <a:r>
              <a:rPr b="1" lang="en-US" sz="3200">
                <a:solidFill>
                  <a:srgbClr val="1D1D1B"/>
                </a:solidFill>
                <a:latin typeface="Arial"/>
                <a:ea typeface="Arial"/>
                <a:cs typeface="Arial"/>
                <a:sym typeface="Arial"/>
              </a:rPr>
              <a:t>Exploring an Empty Activity project</a:t>
            </a:r>
            <a:endParaRPr b="1" sz="3200">
              <a:solidFill>
                <a:srgbClr val="002060"/>
              </a:solidFill>
              <a:latin typeface="Arial"/>
              <a:ea typeface="Arial"/>
              <a:cs typeface="Arial"/>
              <a:sym typeface="Arial"/>
            </a:endParaRPr>
          </a:p>
          <a:p>
            <a:pPr indent="0" lvl="0" marL="0" marR="0" rtl="0" algn="l">
              <a:lnSpc>
                <a:spcPct val="90000"/>
              </a:lnSpc>
              <a:spcBef>
                <a:spcPts val="0"/>
              </a:spcBef>
              <a:spcAft>
                <a:spcPts val="0"/>
              </a:spcAft>
              <a:buNone/>
            </a:pPr>
            <a:r>
              <a:t/>
            </a:r>
            <a:endParaRPr b="1" sz="3200">
              <a:solidFill>
                <a:srgbClr val="002060"/>
              </a:solidFill>
              <a:latin typeface="Cambria"/>
              <a:ea typeface="Cambria"/>
              <a:cs typeface="Cambria"/>
              <a:sym typeface="Cambria"/>
            </a:endParaRPr>
          </a:p>
        </p:txBody>
      </p:sp>
      <p:sp>
        <p:nvSpPr>
          <p:cNvPr id="546" name="Google Shape;546;p50"/>
          <p:cNvSpPr/>
          <p:nvPr/>
        </p:nvSpPr>
        <p:spPr>
          <a:xfrm>
            <a:off x="666466" y="3413727"/>
            <a:ext cx="6096000" cy="322845"/>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1" lang="en-US" sz="1400">
                <a:solidFill>
                  <a:schemeClr val="dk1"/>
                </a:solidFill>
                <a:latin typeface="Calibri"/>
                <a:ea typeface="Calibri"/>
                <a:cs typeface="Calibri"/>
                <a:sym typeface="Calibri"/>
              </a:rPr>
              <a:t>Exploring the Java folder</a:t>
            </a:r>
            <a:endParaRPr b="1" sz="1400">
              <a:solidFill>
                <a:schemeClr val="dk1"/>
              </a:solidFill>
              <a:latin typeface="Calibri"/>
              <a:ea typeface="Calibri"/>
              <a:cs typeface="Calibri"/>
              <a:sym typeface="Calibri"/>
            </a:endParaRPr>
          </a:p>
        </p:txBody>
      </p:sp>
      <p:sp>
        <p:nvSpPr>
          <p:cNvPr id="547" name="Google Shape;547;p50"/>
          <p:cNvSpPr txBox="1"/>
          <p:nvPr/>
        </p:nvSpPr>
        <p:spPr>
          <a:xfrm>
            <a:off x="6476788" y="1093805"/>
            <a:ext cx="4309745" cy="1247136"/>
          </a:xfrm>
          <a:prstGeom prst="rect">
            <a:avLst/>
          </a:prstGeom>
          <a:noFill/>
          <a:ln cap="flat" cmpd="sng" w="9525">
            <a:solidFill>
              <a:srgbClr val="1D1D1B"/>
            </a:solidFill>
            <a:prstDash val="solid"/>
            <a:round/>
            <a:headEnd len="sm" w="sm" type="none"/>
            <a:tailEnd len="sm" w="sm" type="none"/>
          </a:ln>
        </p:spPr>
        <p:txBody>
          <a:bodyPr anchorCtr="0" anchor="t" bIns="0" lIns="0" spcFirstLastPara="1" rIns="0" wrap="square" tIns="33650">
            <a:spAutoFit/>
          </a:bodyPr>
          <a:lstStyle/>
          <a:p>
            <a:pPr indent="0" lvl="0" marL="107950" marR="0" rtl="0" algn="l">
              <a:lnSpc>
                <a:spcPct val="100000"/>
              </a:lnSpc>
              <a:spcBef>
                <a:spcPts val="0"/>
              </a:spcBef>
              <a:spcAft>
                <a:spcPts val="0"/>
              </a:spcAft>
              <a:buNone/>
            </a:pPr>
            <a:r>
              <a:rPr b="1" lang="en-US" sz="1400">
                <a:solidFill>
                  <a:srgbClr val="1D1D1B"/>
                </a:solidFill>
                <a:latin typeface="Times New Roman"/>
                <a:ea typeface="Times New Roman"/>
                <a:cs typeface="Times New Roman"/>
                <a:sym typeface="Times New Roman"/>
              </a:rPr>
              <a:t>Note</a:t>
            </a:r>
            <a:endParaRPr sz="1400">
              <a:solidFill>
                <a:schemeClr val="dk1"/>
              </a:solidFill>
              <a:latin typeface="Times New Roman"/>
              <a:ea typeface="Times New Roman"/>
              <a:cs typeface="Times New Roman"/>
              <a:sym typeface="Times New Roman"/>
            </a:endParaRPr>
          </a:p>
          <a:p>
            <a:pPr indent="0" lvl="0" marL="12700" marR="93345" rtl="0" algn="l">
              <a:lnSpc>
                <a:spcPct val="100000"/>
              </a:lnSpc>
              <a:spcBef>
                <a:spcPts val="100"/>
              </a:spcBef>
              <a:spcAft>
                <a:spcPts val="0"/>
              </a:spcAft>
              <a:buNone/>
            </a:pPr>
            <a:r>
              <a:rPr lang="en-US" sz="1600">
                <a:solidFill>
                  <a:srgbClr val="1D1D1B"/>
                </a:solidFill>
                <a:latin typeface="Times New Roman"/>
                <a:ea typeface="Times New Roman"/>
                <a:cs typeface="Times New Roman"/>
                <a:sym typeface="Times New Roman"/>
              </a:rPr>
              <a:t>It  has the </a:t>
            </a:r>
            <a:r>
              <a:rPr lang="en-US" sz="1400">
                <a:solidFill>
                  <a:schemeClr val="dk1"/>
                </a:solidFill>
                <a:latin typeface="Courier New"/>
                <a:ea typeface="Courier New"/>
                <a:cs typeface="Courier New"/>
                <a:sym typeface="Courier New"/>
              </a:rPr>
              <a:t>onCreate </a:t>
            </a:r>
            <a:r>
              <a:rPr lang="en-US" sz="1600">
                <a:solidFill>
                  <a:srgbClr val="1D1D1B"/>
                </a:solidFill>
                <a:latin typeface="Times New Roman"/>
                <a:ea typeface="Times New Roman"/>
                <a:cs typeface="Times New Roman"/>
                <a:sym typeface="Times New Roman"/>
              </a:rPr>
              <a:t>method that executes when the app is run by the user, but there  is much less code in it and </a:t>
            </a:r>
            <a:r>
              <a:rPr lang="en-US" sz="1400">
                <a:solidFill>
                  <a:schemeClr val="dk1"/>
                </a:solidFill>
                <a:latin typeface="Courier New"/>
                <a:ea typeface="Courier New"/>
                <a:cs typeface="Courier New"/>
                <a:sym typeface="Courier New"/>
              </a:rPr>
              <a:t>onCreate </a:t>
            </a:r>
            <a:r>
              <a:rPr lang="en-US" sz="1600">
                <a:solidFill>
                  <a:srgbClr val="1D1D1B"/>
                </a:solidFill>
                <a:latin typeface="Times New Roman"/>
                <a:ea typeface="Times New Roman"/>
                <a:cs typeface="Times New Roman"/>
                <a:sym typeface="Times New Roman"/>
              </a:rPr>
              <a:t>is the only method. Look at the last line of code in  the </a:t>
            </a:r>
            <a:r>
              <a:rPr lang="en-US" sz="1400">
                <a:solidFill>
                  <a:schemeClr val="dk1"/>
                </a:solidFill>
                <a:latin typeface="Courier New"/>
                <a:ea typeface="Courier New"/>
                <a:cs typeface="Courier New"/>
                <a:sym typeface="Courier New"/>
              </a:rPr>
              <a:t>onCreate </a:t>
            </a:r>
            <a:r>
              <a:rPr lang="en-US" sz="1600">
                <a:solidFill>
                  <a:srgbClr val="1D1D1B"/>
                </a:solidFill>
                <a:latin typeface="Times New Roman"/>
                <a:ea typeface="Times New Roman"/>
                <a:cs typeface="Times New Roman"/>
                <a:sym typeface="Times New Roman"/>
              </a:rPr>
              <a:t>method</a:t>
            </a:r>
            <a:endParaRPr sz="1600">
              <a:solidFill>
                <a:schemeClr val="dk1"/>
              </a:solidFill>
              <a:latin typeface="Times New Roman"/>
              <a:ea typeface="Times New Roman"/>
              <a:cs typeface="Times New Roman"/>
              <a:sym typeface="Times New Roman"/>
            </a:endParaRPr>
          </a:p>
        </p:txBody>
      </p:sp>
      <p:sp>
        <p:nvSpPr>
          <p:cNvPr id="548" name="Google Shape;548;p50"/>
          <p:cNvSpPr/>
          <p:nvPr/>
        </p:nvSpPr>
        <p:spPr>
          <a:xfrm>
            <a:off x="317028" y="994333"/>
            <a:ext cx="4770735" cy="2377126"/>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9" name="Google Shape;549;p50"/>
          <p:cNvSpPr/>
          <p:nvPr/>
        </p:nvSpPr>
        <p:spPr>
          <a:xfrm>
            <a:off x="489722" y="3968234"/>
            <a:ext cx="4871987" cy="1955043"/>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0" name="Google Shape;550;p50"/>
          <p:cNvSpPr txBox="1"/>
          <p:nvPr/>
        </p:nvSpPr>
        <p:spPr>
          <a:xfrm>
            <a:off x="6117059" y="2877909"/>
            <a:ext cx="5091267" cy="141064"/>
          </a:xfrm>
          <a:prstGeom prst="rect">
            <a:avLst/>
          </a:prstGeom>
          <a:solidFill>
            <a:srgbClr val="DADADA"/>
          </a:solidFill>
          <a:ln>
            <a:noFill/>
          </a:ln>
        </p:spPr>
        <p:txBody>
          <a:bodyPr anchorCtr="0" anchor="t" bIns="0" lIns="0" spcFirstLastPara="1" rIns="0" wrap="square" tIns="0">
            <a:spAutoFit/>
          </a:bodyPr>
          <a:lstStyle/>
          <a:p>
            <a:pPr indent="0" lvl="0" marL="114300" marR="0" rtl="0" algn="l">
              <a:lnSpc>
                <a:spcPct val="111000"/>
              </a:lnSpc>
              <a:spcBef>
                <a:spcPts val="0"/>
              </a:spcBef>
              <a:spcAft>
                <a:spcPts val="0"/>
              </a:spcAft>
              <a:buNone/>
            </a:pPr>
            <a:r>
              <a:rPr lang="en-US" sz="1000">
                <a:solidFill>
                  <a:srgbClr val="1D1D1B"/>
                </a:solidFill>
                <a:latin typeface="Courier New"/>
                <a:ea typeface="Courier New"/>
                <a:cs typeface="Courier New"/>
                <a:sym typeface="Courier New"/>
              </a:rPr>
              <a:t>setContentView(R.layout.activity_main);</a:t>
            </a:r>
            <a:endParaRPr sz="1000">
              <a:solidFill>
                <a:schemeClr val="dk1"/>
              </a:solidFill>
              <a:latin typeface="Courier New"/>
              <a:ea typeface="Courier New"/>
              <a:cs typeface="Courier New"/>
              <a:sym typeface="Courier New"/>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51"/>
          <p:cNvSpPr txBox="1"/>
          <p:nvPr>
            <p:ph type="title"/>
          </p:nvPr>
        </p:nvSpPr>
        <p:spPr>
          <a:xfrm>
            <a:off x="270933" y="62865"/>
            <a:ext cx="10515600" cy="832370"/>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b="1" lang="en-US" sz="3200">
                <a:solidFill>
                  <a:srgbClr val="002060"/>
                </a:solidFill>
              </a:rPr>
              <a:t>Learn more …</a:t>
            </a:r>
            <a:endParaRPr b="1" sz="3200">
              <a:solidFill>
                <a:srgbClr val="002060"/>
              </a:solidFill>
            </a:endParaRPr>
          </a:p>
        </p:txBody>
      </p:sp>
      <p:sp>
        <p:nvSpPr>
          <p:cNvPr id="556" name="Google Shape;556;p51"/>
          <p:cNvSpPr txBox="1"/>
          <p:nvPr>
            <p:ph idx="1" type="body"/>
          </p:nvPr>
        </p:nvSpPr>
        <p:spPr>
          <a:xfrm>
            <a:off x="270933" y="895235"/>
            <a:ext cx="10515600" cy="3879669"/>
          </a:xfrm>
          <a:prstGeom prst="rect">
            <a:avLst/>
          </a:prstGeom>
          <a:noFill/>
          <a:ln>
            <a:noFill/>
          </a:ln>
        </p:spPr>
        <p:txBody>
          <a:bodyPr anchorCtr="0" anchor="t" bIns="45700" lIns="91425" spcFirstLastPara="1" rIns="91425" wrap="square" tIns="45700">
            <a:noAutofit/>
          </a:bodyPr>
          <a:lstStyle/>
          <a:p>
            <a:pPr indent="-381000" lvl="0" marL="457200" rtl="0" algn="l">
              <a:lnSpc>
                <a:spcPct val="100000"/>
              </a:lnSpc>
              <a:spcBef>
                <a:spcPts val="0"/>
              </a:spcBef>
              <a:spcAft>
                <a:spcPts val="0"/>
              </a:spcAft>
              <a:buClr>
                <a:schemeClr val="hlink"/>
              </a:buClr>
              <a:buSzPts val="2400"/>
              <a:buChar char="•"/>
            </a:pPr>
            <a:r>
              <a:rPr lang="en-US" sz="2400" u="sng">
                <a:solidFill>
                  <a:schemeClr val="hlink"/>
                </a:solidFill>
                <a:hlinkClick r:id="rId3"/>
              </a:rPr>
              <a:t>Android History</a:t>
            </a:r>
            <a:endParaRPr sz="2400"/>
          </a:p>
          <a:p>
            <a:pPr indent="-381000" lvl="0" marL="457200" rtl="0" algn="l">
              <a:lnSpc>
                <a:spcPct val="100000"/>
              </a:lnSpc>
              <a:spcBef>
                <a:spcPts val="600"/>
              </a:spcBef>
              <a:spcAft>
                <a:spcPts val="0"/>
              </a:spcAft>
              <a:buClr>
                <a:schemeClr val="hlink"/>
              </a:buClr>
              <a:buSzPts val="2400"/>
              <a:buChar char="•"/>
            </a:pPr>
            <a:r>
              <a:rPr lang="en-US" sz="2400" u="sng">
                <a:solidFill>
                  <a:schemeClr val="hlink"/>
                </a:solidFill>
                <a:hlinkClick r:id="rId4"/>
              </a:rPr>
              <a:t>Introduction to Android</a:t>
            </a:r>
            <a:endParaRPr sz="2400"/>
          </a:p>
          <a:p>
            <a:pPr indent="-381000" lvl="0" marL="457200" rtl="0" algn="l">
              <a:lnSpc>
                <a:spcPct val="100000"/>
              </a:lnSpc>
              <a:spcBef>
                <a:spcPts val="600"/>
              </a:spcBef>
              <a:spcAft>
                <a:spcPts val="0"/>
              </a:spcAft>
              <a:buClr>
                <a:schemeClr val="hlink"/>
              </a:buClr>
              <a:buSzPts val="2400"/>
              <a:buChar char="•"/>
            </a:pPr>
            <a:r>
              <a:rPr lang="en-US" sz="2400" u="sng">
                <a:solidFill>
                  <a:schemeClr val="hlink"/>
                </a:solidFill>
                <a:hlinkClick r:id="rId5"/>
              </a:rPr>
              <a:t>Platform Architecture</a:t>
            </a:r>
            <a:endParaRPr sz="2400" u="sng">
              <a:solidFill>
                <a:schemeClr val="hlink"/>
              </a:solidFill>
            </a:endParaRPr>
          </a:p>
          <a:p>
            <a:pPr indent="-381000" lvl="0" marL="457200" rtl="0" algn="l">
              <a:lnSpc>
                <a:spcPct val="100000"/>
              </a:lnSpc>
              <a:spcBef>
                <a:spcPts val="600"/>
              </a:spcBef>
              <a:spcAft>
                <a:spcPts val="0"/>
              </a:spcAft>
              <a:buClr>
                <a:schemeClr val="dk1"/>
              </a:buClr>
              <a:buSzPts val="2400"/>
              <a:buChar char="•"/>
            </a:pPr>
            <a:r>
              <a:rPr lang="en-US" sz="2400" u="sng">
                <a:solidFill>
                  <a:schemeClr val="hlink"/>
                </a:solidFill>
                <a:hlinkClick r:id="rId6"/>
              </a:rPr>
              <a:t>https://source.android.com/docs/core/architecture</a:t>
            </a:r>
            <a:endParaRPr sz="2400"/>
          </a:p>
          <a:p>
            <a:pPr indent="-381000" lvl="0" marL="457200" rtl="0" algn="l">
              <a:lnSpc>
                <a:spcPct val="100000"/>
              </a:lnSpc>
              <a:spcBef>
                <a:spcPts val="600"/>
              </a:spcBef>
              <a:spcAft>
                <a:spcPts val="0"/>
              </a:spcAft>
              <a:buClr>
                <a:schemeClr val="hlink"/>
              </a:buClr>
              <a:buSzPts val="2400"/>
              <a:buChar char="•"/>
            </a:pPr>
            <a:r>
              <a:rPr lang="en-US" sz="2400" u="sng">
                <a:solidFill>
                  <a:schemeClr val="hlink"/>
                </a:solidFill>
                <a:hlinkClick r:id="rId7"/>
              </a:rPr>
              <a:t>UI Overview</a:t>
            </a:r>
            <a:r>
              <a:rPr lang="en-US" sz="2400"/>
              <a:t> </a:t>
            </a:r>
            <a:endParaRPr/>
          </a:p>
          <a:p>
            <a:pPr indent="-381000" lvl="0" marL="457200" rtl="0" algn="l">
              <a:lnSpc>
                <a:spcPct val="100000"/>
              </a:lnSpc>
              <a:spcBef>
                <a:spcPts val="600"/>
              </a:spcBef>
              <a:spcAft>
                <a:spcPts val="0"/>
              </a:spcAft>
              <a:buClr>
                <a:schemeClr val="hlink"/>
              </a:buClr>
              <a:buSzPts val="2400"/>
              <a:buChar char="•"/>
            </a:pPr>
            <a:r>
              <a:rPr lang="en-US" sz="2400" u="sng">
                <a:solidFill>
                  <a:schemeClr val="hlink"/>
                </a:solidFill>
                <a:hlinkClick r:id="rId8"/>
              </a:rPr>
              <a:t>Platform Versions</a:t>
            </a:r>
            <a:endParaRPr sz="2400"/>
          </a:p>
          <a:p>
            <a:pPr indent="-381000" lvl="0" marL="457200" rtl="0" algn="l">
              <a:lnSpc>
                <a:spcPct val="100000"/>
              </a:lnSpc>
              <a:spcBef>
                <a:spcPts val="600"/>
              </a:spcBef>
              <a:spcAft>
                <a:spcPts val="0"/>
              </a:spcAft>
              <a:buClr>
                <a:schemeClr val="hlink"/>
              </a:buClr>
              <a:buSzPts val="2400"/>
              <a:buChar char="•"/>
            </a:pPr>
            <a:r>
              <a:rPr lang="en-US" sz="2400" u="sng">
                <a:solidFill>
                  <a:schemeClr val="hlink"/>
                </a:solidFill>
                <a:hlinkClick r:id="rId9"/>
              </a:rPr>
              <a:t>Supporting Different Platform Versions</a:t>
            </a:r>
            <a:endParaRPr sz="2400"/>
          </a:p>
          <a:p>
            <a:pPr indent="-381000" lvl="0" marL="457200" rtl="0" algn="l">
              <a:lnSpc>
                <a:spcPct val="100000"/>
              </a:lnSpc>
              <a:spcBef>
                <a:spcPts val="600"/>
              </a:spcBef>
              <a:spcAft>
                <a:spcPts val="0"/>
              </a:spcAft>
              <a:buClr>
                <a:schemeClr val="hlink"/>
              </a:buClr>
              <a:buSzPts val="2400"/>
              <a:buChar char="•"/>
            </a:pPr>
            <a:r>
              <a:rPr lang="en-US" sz="2400" u="sng">
                <a:solidFill>
                  <a:schemeClr val="hlink"/>
                </a:solidFill>
                <a:hlinkClick r:id="rId10"/>
              </a:rPr>
              <a:t>Android Studio User’s Guide</a:t>
            </a:r>
            <a:endParaRPr sz="2400">
              <a:solidFill>
                <a:srgbClr val="000000"/>
              </a:solidFill>
            </a:endParaRPr>
          </a:p>
        </p:txBody>
      </p:sp>
      <p:sp>
        <p:nvSpPr>
          <p:cNvPr id="557" name="Google Shape;557;p51"/>
          <p:cNvSpPr txBox="1"/>
          <p:nvPr>
            <p:ph idx="12" type="sldNum"/>
          </p:nvPr>
        </p:nvSpPr>
        <p:spPr>
          <a:xfrm>
            <a:off x="9414933" y="642937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FFFFFF"/>
                </a:solidFill>
              </a:rPr>
              <a:t>‹#›</a:t>
            </a:fld>
            <a:endParaRPr>
              <a:solidFill>
                <a:srgbClr val="FFFFFF"/>
              </a:solidFill>
            </a:endParaRPr>
          </a:p>
        </p:txBody>
      </p:sp>
      <p:sp>
        <p:nvSpPr>
          <p:cNvPr id="558" name="Google Shape;558;p51"/>
          <p:cNvSpPr txBox="1"/>
          <p:nvPr/>
        </p:nvSpPr>
        <p:spPr>
          <a:xfrm>
            <a:off x="607350" y="6543260"/>
            <a:ext cx="3678186"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DDEAF6"/>
                </a:solidFill>
                <a:latin typeface="Cambria"/>
                <a:ea typeface="Cambria"/>
                <a:cs typeface="Cambria"/>
                <a:sym typeface="Cambria"/>
              </a:rPr>
              <a:t>Mr. R C Ravindranath, Asst. Prof., SOE-CSE, PU</a:t>
            </a:r>
            <a:endParaRPr sz="1400">
              <a:solidFill>
                <a:srgbClr val="DDEAF6"/>
              </a:solidFill>
              <a:latin typeface="Cambria"/>
              <a:ea typeface="Cambria"/>
              <a:cs typeface="Cambria"/>
              <a:sym typeface="Cambria"/>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52"/>
          <p:cNvSpPr txBox="1"/>
          <p:nvPr>
            <p:ph idx="12" type="sldNum"/>
          </p:nvPr>
        </p:nvSpPr>
        <p:spPr>
          <a:xfrm>
            <a:off x="9414933" y="642937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FFFFFF"/>
                </a:solidFill>
              </a:rPr>
              <a:t>‹#›</a:t>
            </a:fld>
            <a:endParaRPr>
              <a:solidFill>
                <a:srgbClr val="FFFFFF"/>
              </a:solidFill>
            </a:endParaRPr>
          </a:p>
        </p:txBody>
      </p:sp>
      <p:sp>
        <p:nvSpPr>
          <p:cNvPr id="564" name="Google Shape;564;p52"/>
          <p:cNvSpPr txBox="1"/>
          <p:nvPr/>
        </p:nvSpPr>
        <p:spPr>
          <a:xfrm>
            <a:off x="3170830" y="2822769"/>
            <a:ext cx="5732060" cy="423081"/>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4400">
                <a:solidFill>
                  <a:srgbClr val="002060"/>
                </a:solidFill>
                <a:latin typeface="Cambria"/>
                <a:ea typeface="Cambria"/>
                <a:cs typeface="Cambria"/>
                <a:sym typeface="Cambria"/>
              </a:rPr>
              <a:t>END OF MODULE 1</a:t>
            </a:r>
            <a:endParaRPr b="1" sz="4400">
              <a:solidFill>
                <a:srgbClr val="002060"/>
              </a:solidFill>
              <a:latin typeface="Cambria"/>
              <a:ea typeface="Cambria"/>
              <a:cs typeface="Cambria"/>
              <a:sym typeface="Cambria"/>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53"/>
          <p:cNvSpPr txBox="1"/>
          <p:nvPr/>
        </p:nvSpPr>
        <p:spPr>
          <a:xfrm>
            <a:off x="7581900" y="6248400"/>
            <a:ext cx="142875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lang="en-US" sz="1400">
                <a:solidFill>
                  <a:schemeClr val="dk1"/>
                </a:solidFill>
                <a:latin typeface="Times New Roman"/>
                <a:ea typeface="Times New Roman"/>
                <a:cs typeface="Times New Roman"/>
                <a:sym typeface="Times New Roman"/>
              </a:rPr>
              <a:t>‹#›</a:t>
            </a:fld>
            <a:endParaRPr sz="1400">
              <a:solidFill>
                <a:schemeClr val="dk1"/>
              </a:solidFill>
              <a:latin typeface="Times New Roman"/>
              <a:ea typeface="Times New Roman"/>
              <a:cs typeface="Times New Roman"/>
              <a:sym typeface="Times New Roman"/>
            </a:endParaRPr>
          </a:p>
        </p:txBody>
      </p:sp>
      <p:sp>
        <p:nvSpPr>
          <p:cNvPr id="571" name="Google Shape;571;p53"/>
          <p:cNvSpPr txBox="1"/>
          <p:nvPr>
            <p:ph idx="4294967295" type="title"/>
          </p:nvPr>
        </p:nvSpPr>
        <p:spPr>
          <a:xfrm>
            <a:off x="1524000" y="0"/>
            <a:ext cx="6858000" cy="6858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None/>
            </a:pPr>
            <a:r>
              <a:rPr lang="en-US" sz="3600">
                <a:solidFill>
                  <a:srgbClr val="FF0000"/>
                </a:solidFill>
              </a:rPr>
              <a:t> </a:t>
            </a:r>
            <a:r>
              <a:rPr lang="en-US">
                <a:solidFill>
                  <a:srgbClr val="FF0000"/>
                </a:solidFill>
                <a:latin typeface="Calibri"/>
                <a:ea typeface="Calibri"/>
                <a:cs typeface="Calibri"/>
                <a:sym typeface="Calibri"/>
              </a:rPr>
              <a:t> </a:t>
            </a:r>
            <a:endParaRPr sz="3600">
              <a:solidFill>
                <a:srgbClr val="FF0000"/>
              </a:solidFill>
              <a:latin typeface="Calibri"/>
              <a:ea typeface="Calibri"/>
              <a:cs typeface="Calibri"/>
              <a:sym typeface="Calibri"/>
            </a:endParaRPr>
          </a:p>
        </p:txBody>
      </p:sp>
      <p:sp>
        <p:nvSpPr>
          <p:cNvPr id="572" name="Google Shape;572;p53"/>
          <p:cNvSpPr txBox="1"/>
          <p:nvPr/>
        </p:nvSpPr>
        <p:spPr>
          <a:xfrm>
            <a:off x="2039939" y="2540001"/>
            <a:ext cx="7991475" cy="1006475"/>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4400">
                <a:solidFill>
                  <a:srgbClr val="002060"/>
                </a:solidFill>
                <a:latin typeface="Cambria"/>
                <a:ea typeface="Cambria"/>
                <a:cs typeface="Cambria"/>
                <a:sym typeface="Cambria"/>
              </a:rPr>
              <a:t>Thank You</a:t>
            </a:r>
            <a:endParaRPr b="1" sz="4400">
              <a:solidFill>
                <a:srgbClr val="002060"/>
              </a:solidFill>
              <a:latin typeface="Cambria"/>
              <a:ea typeface="Cambria"/>
              <a:cs typeface="Cambria"/>
              <a:sym typeface="Cambria"/>
            </a:endParaRPr>
          </a:p>
        </p:txBody>
      </p:sp>
      <p:sp>
        <p:nvSpPr>
          <p:cNvPr id="573" name="Google Shape;573;p53"/>
          <p:cNvSpPr txBox="1"/>
          <p:nvPr/>
        </p:nvSpPr>
        <p:spPr>
          <a:xfrm>
            <a:off x="607350" y="6543260"/>
            <a:ext cx="3678186"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DDEAF6"/>
                </a:solidFill>
                <a:latin typeface="Cambria"/>
                <a:ea typeface="Cambria"/>
                <a:cs typeface="Cambria"/>
                <a:sym typeface="Cambria"/>
              </a:rPr>
              <a:t>Mr. R C Ravindranath, Asst. Prof., SOE-CSE, PU</a:t>
            </a:r>
            <a:endParaRPr sz="1400">
              <a:solidFill>
                <a:srgbClr val="DDEAF6"/>
              </a:solidFill>
              <a:latin typeface="Cambria"/>
              <a:ea typeface="Cambria"/>
              <a:cs typeface="Cambria"/>
              <a:sym typeface="Cambria"/>
            </a:endParaRPr>
          </a:p>
        </p:txBody>
      </p:sp>
    </p:spTree>
  </p:cSld>
  <p:clrMapOvr>
    <a:masterClrMapping/>
  </p:clrMapOvr>
</p:sld>
</file>

<file path=ppt/theme/theme1.xml><?xml version="1.0" encoding="utf-8"?>
<a:theme xmlns:a="http://schemas.openxmlformats.org/drawingml/2006/main" xmlns:r="http://schemas.openxmlformats.org/officeDocument/2006/relationships" name="1_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2018-07-31T07:35:09Z</dcterms:created>
  <dc:creator>Windows User</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0x010100A23A97A4E1007448B1369F743ED98090</vt:lpwstr>
  </property>
</Properties>
</file>