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2000"/>
  <p:notesSz cx="6858000" cy="9144000"/>
  <p:embeddedFontLst>
    <p:embeddedFont>
      <p:font typeface="Roboto"/>
      <p:regular r:id="rId33"/>
      <p:bold r:id="rId34"/>
      <p:italic r:id="rId35"/>
      <p:boldItalic r:id="rId36"/>
    </p:embeddedFont>
    <p:embeddedFont>
      <p:font typeface="Roboto Mon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jhVwFR7EBc+uLEaRAnAgKtRvPG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Mono-boldItalic.fntdata"/><Relationship Id="rId20" Type="http://schemas.openxmlformats.org/officeDocument/2006/relationships/slide" Target="slides/slide16.xml"/><Relationship Id="rId41" Type="http://customschemas.google.com/relationships/presentationmetadata" Target="meta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Roboto-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Roboto-italic.fntdata"/><Relationship Id="rId12" Type="http://schemas.openxmlformats.org/officeDocument/2006/relationships/slide" Target="slides/slide8.xml"/><Relationship Id="rId34" Type="http://schemas.openxmlformats.org/officeDocument/2006/relationships/font" Target="fonts/Roboto-bold.fntdata"/><Relationship Id="rId15" Type="http://schemas.openxmlformats.org/officeDocument/2006/relationships/slide" Target="slides/slide11.xml"/><Relationship Id="rId37" Type="http://schemas.openxmlformats.org/officeDocument/2006/relationships/font" Target="fonts/RobotoMono-regular.fntdata"/><Relationship Id="rId14" Type="http://schemas.openxmlformats.org/officeDocument/2006/relationships/slide" Target="slides/slide10.xml"/><Relationship Id="rId36" Type="http://schemas.openxmlformats.org/officeDocument/2006/relationships/font" Target="fonts/Roboto-boldItalic.fntdata"/><Relationship Id="rId17" Type="http://schemas.openxmlformats.org/officeDocument/2006/relationships/slide" Target="slides/slide13.xml"/><Relationship Id="rId39" Type="http://schemas.openxmlformats.org/officeDocument/2006/relationships/font" Target="fonts/RobotoMono-italic.fntdata"/><Relationship Id="rId16" Type="http://schemas.openxmlformats.org/officeDocument/2006/relationships/slide" Target="slides/slide12.xml"/><Relationship Id="rId38" Type="http://schemas.openxmlformats.org/officeDocument/2006/relationships/font" Target="fonts/RobotoMono-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8:notes"/>
          <p:cNvSpPr txBox="1"/>
          <p:nvPr/>
        </p:nvSpPr>
        <p:spPr>
          <a:xfrm>
            <a:off x="3883025" y="9613900"/>
            <a:ext cx="2971800" cy="506413"/>
          </a:xfrm>
          <a:prstGeom prst="rect">
            <a:avLst/>
          </a:prstGeom>
          <a:noFill/>
          <a:ln>
            <a:noFill/>
          </a:ln>
        </p:spPr>
        <p:txBody>
          <a:bodyPr anchorCtr="0" anchor="b" bIns="46450" lIns="92925" spcFirstLastPara="1" rIns="92925" wrap="square" tIns="464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80" name="Google Shape;28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1" name="Google Shape;28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30"/>
          <p:cNvSpPr txBox="1"/>
          <p:nvPr>
            <p:ph type="ctrTitle"/>
          </p:nvPr>
        </p:nvSpPr>
        <p:spPr>
          <a:xfrm>
            <a:off x="914400" y="1096237"/>
            <a:ext cx="103632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8" name="Google Shape;18;p3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30"/>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0"/>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0"/>
          <p:cNvSpPr txBox="1"/>
          <p:nvPr>
            <p:ph idx="12" type="sldNum"/>
          </p:nvPr>
        </p:nvSpPr>
        <p:spPr>
          <a:xfrm>
            <a:off x="9446684" y="63817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1" i="0" sz="1600" u="none" cap="none" strike="noStrike">
                <a:solidFill>
                  <a:srgbClr val="FFFFFF"/>
                </a:solidFill>
                <a:latin typeface="Cambria"/>
                <a:ea typeface="Cambria"/>
                <a:cs typeface="Cambria"/>
                <a:sym typeface="Cambria"/>
              </a:defRPr>
            </a:lvl1pPr>
            <a:lvl2pPr indent="0" lvl="1" marL="0" marR="0" algn="r">
              <a:spcBef>
                <a:spcPts val="0"/>
              </a:spcBef>
              <a:buNone/>
              <a:defRPr b="1" i="0" sz="1600" u="none" cap="none" strike="noStrike">
                <a:solidFill>
                  <a:srgbClr val="FFFFFF"/>
                </a:solidFill>
                <a:latin typeface="Cambria"/>
                <a:ea typeface="Cambria"/>
                <a:cs typeface="Cambria"/>
                <a:sym typeface="Cambria"/>
              </a:defRPr>
            </a:lvl2pPr>
            <a:lvl3pPr indent="0" lvl="2" marL="0" marR="0" algn="r">
              <a:spcBef>
                <a:spcPts val="0"/>
              </a:spcBef>
              <a:buNone/>
              <a:defRPr b="1" i="0" sz="1600" u="none" cap="none" strike="noStrike">
                <a:solidFill>
                  <a:srgbClr val="FFFFFF"/>
                </a:solidFill>
                <a:latin typeface="Cambria"/>
                <a:ea typeface="Cambria"/>
                <a:cs typeface="Cambria"/>
                <a:sym typeface="Cambria"/>
              </a:defRPr>
            </a:lvl3pPr>
            <a:lvl4pPr indent="0" lvl="3" marL="0" marR="0" algn="r">
              <a:spcBef>
                <a:spcPts val="0"/>
              </a:spcBef>
              <a:buNone/>
              <a:defRPr b="1" i="0" sz="1600" u="none" cap="none" strike="noStrike">
                <a:solidFill>
                  <a:srgbClr val="FFFFFF"/>
                </a:solidFill>
                <a:latin typeface="Cambria"/>
                <a:ea typeface="Cambria"/>
                <a:cs typeface="Cambria"/>
                <a:sym typeface="Cambria"/>
              </a:defRPr>
            </a:lvl4pPr>
            <a:lvl5pPr indent="0" lvl="4" marL="0" marR="0" algn="r">
              <a:spcBef>
                <a:spcPts val="0"/>
              </a:spcBef>
              <a:buNone/>
              <a:defRPr b="1" i="0" sz="1600" u="none" cap="none" strike="noStrike">
                <a:solidFill>
                  <a:srgbClr val="FFFFFF"/>
                </a:solidFill>
                <a:latin typeface="Cambria"/>
                <a:ea typeface="Cambria"/>
                <a:cs typeface="Cambria"/>
                <a:sym typeface="Cambria"/>
              </a:defRPr>
            </a:lvl5pPr>
            <a:lvl6pPr indent="0" lvl="5" marL="0" marR="0" algn="r">
              <a:spcBef>
                <a:spcPts val="0"/>
              </a:spcBef>
              <a:buNone/>
              <a:defRPr b="1" i="0" sz="1600" u="none" cap="none" strike="noStrike">
                <a:solidFill>
                  <a:srgbClr val="FFFFFF"/>
                </a:solidFill>
                <a:latin typeface="Cambria"/>
                <a:ea typeface="Cambria"/>
                <a:cs typeface="Cambria"/>
                <a:sym typeface="Cambria"/>
              </a:defRPr>
            </a:lvl6pPr>
            <a:lvl7pPr indent="0" lvl="6" marL="0" marR="0" algn="r">
              <a:spcBef>
                <a:spcPts val="0"/>
              </a:spcBef>
              <a:buNone/>
              <a:defRPr b="1" i="0" sz="1600" u="none" cap="none" strike="noStrike">
                <a:solidFill>
                  <a:srgbClr val="FFFFFF"/>
                </a:solidFill>
                <a:latin typeface="Cambria"/>
                <a:ea typeface="Cambria"/>
                <a:cs typeface="Cambria"/>
                <a:sym typeface="Cambria"/>
              </a:defRPr>
            </a:lvl7pPr>
            <a:lvl8pPr indent="0" lvl="7" marL="0" marR="0" algn="r">
              <a:spcBef>
                <a:spcPts val="0"/>
              </a:spcBef>
              <a:buNone/>
              <a:defRPr b="1" i="0" sz="1600" u="none" cap="none" strike="noStrike">
                <a:solidFill>
                  <a:srgbClr val="FFFFFF"/>
                </a:solidFill>
                <a:latin typeface="Cambria"/>
                <a:ea typeface="Cambria"/>
                <a:cs typeface="Cambria"/>
                <a:sym typeface="Cambria"/>
              </a:defRPr>
            </a:lvl8pPr>
            <a:lvl9pPr indent="0" lvl="8" marL="0" marR="0" algn="r">
              <a:spcBef>
                <a:spcPts val="0"/>
              </a:spcBef>
              <a:buNone/>
              <a:defRPr b="1" i="0" sz="1600" u="none" cap="none" strike="noStrike">
                <a:solidFill>
                  <a:srgbClr val="FFFFFF"/>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 name="Shape 22"/>
        <p:cNvGrpSpPr/>
        <p:nvPr/>
      </p:nvGrpSpPr>
      <p:grpSpPr>
        <a:xfrm>
          <a:off x="0" y="0"/>
          <a:ext cx="0" cy="0"/>
          <a:chOff x="0" y="0"/>
          <a:chExt cx="0" cy="0"/>
        </a:xfrm>
      </p:grpSpPr>
      <p:sp>
        <p:nvSpPr>
          <p:cNvPr id="23" name="Google Shape;23;p31"/>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1"/>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1"/>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98989"/>
                </a:solidFill>
                <a:latin typeface="Calibri"/>
                <a:ea typeface="Calibri"/>
                <a:cs typeface="Calibri"/>
                <a:sym typeface="Calibri"/>
              </a:defRPr>
            </a:lvl1pPr>
            <a:lvl2pPr indent="0" lvl="1" marL="0" marR="0" algn="r">
              <a:spcBef>
                <a:spcPts val="0"/>
              </a:spcBef>
              <a:buNone/>
              <a:defRPr b="0" i="0" sz="1200" u="none" cap="none" strike="noStrike">
                <a:solidFill>
                  <a:srgbClr val="898989"/>
                </a:solidFill>
                <a:latin typeface="Calibri"/>
                <a:ea typeface="Calibri"/>
                <a:cs typeface="Calibri"/>
                <a:sym typeface="Calibri"/>
              </a:defRPr>
            </a:lvl2pPr>
            <a:lvl3pPr indent="0" lvl="2" marL="0" marR="0" algn="r">
              <a:spcBef>
                <a:spcPts val="0"/>
              </a:spcBef>
              <a:buNone/>
              <a:defRPr b="0" i="0" sz="1200" u="none" cap="none" strike="noStrike">
                <a:solidFill>
                  <a:srgbClr val="898989"/>
                </a:solidFill>
                <a:latin typeface="Calibri"/>
                <a:ea typeface="Calibri"/>
                <a:cs typeface="Calibri"/>
                <a:sym typeface="Calibri"/>
              </a:defRPr>
            </a:lvl3pPr>
            <a:lvl4pPr indent="0" lvl="3" marL="0" marR="0" algn="r">
              <a:spcBef>
                <a:spcPts val="0"/>
              </a:spcBef>
              <a:buNone/>
              <a:defRPr b="0" i="0" sz="1200" u="none" cap="none" strike="noStrike">
                <a:solidFill>
                  <a:srgbClr val="898989"/>
                </a:solidFill>
                <a:latin typeface="Calibri"/>
                <a:ea typeface="Calibri"/>
                <a:cs typeface="Calibri"/>
                <a:sym typeface="Calibri"/>
              </a:defRPr>
            </a:lvl4pPr>
            <a:lvl5pPr indent="0" lvl="4" marL="0" marR="0" algn="r">
              <a:spcBef>
                <a:spcPts val="0"/>
              </a:spcBef>
              <a:buNone/>
              <a:defRPr b="0" i="0" sz="1200" u="none" cap="none" strike="noStrike">
                <a:solidFill>
                  <a:srgbClr val="898989"/>
                </a:solidFill>
                <a:latin typeface="Calibri"/>
                <a:ea typeface="Calibri"/>
                <a:cs typeface="Calibri"/>
                <a:sym typeface="Calibri"/>
              </a:defRPr>
            </a:lvl5pPr>
            <a:lvl6pPr indent="0" lvl="5" marL="0" marR="0" algn="r">
              <a:spcBef>
                <a:spcPts val="0"/>
              </a:spcBef>
              <a:buNone/>
              <a:defRPr b="0" i="0" sz="1200" u="none" cap="none" strike="noStrike">
                <a:solidFill>
                  <a:srgbClr val="898989"/>
                </a:solidFill>
                <a:latin typeface="Calibri"/>
                <a:ea typeface="Calibri"/>
                <a:cs typeface="Calibri"/>
                <a:sym typeface="Calibri"/>
              </a:defRPr>
            </a:lvl6pPr>
            <a:lvl7pPr indent="0" lvl="6" marL="0" marR="0" algn="r">
              <a:spcBef>
                <a:spcPts val="0"/>
              </a:spcBef>
              <a:buNone/>
              <a:defRPr b="0" i="0" sz="1200" u="none" cap="none" strike="noStrike">
                <a:solidFill>
                  <a:srgbClr val="898989"/>
                </a:solidFill>
                <a:latin typeface="Calibri"/>
                <a:ea typeface="Calibri"/>
                <a:cs typeface="Calibri"/>
                <a:sym typeface="Calibri"/>
              </a:defRPr>
            </a:lvl7pPr>
            <a:lvl8pPr indent="0" lvl="7" marL="0" marR="0" algn="r">
              <a:spcBef>
                <a:spcPts val="0"/>
              </a:spcBef>
              <a:buNone/>
              <a:defRPr b="0" i="0" sz="1200" u="none" cap="none" strike="noStrike">
                <a:solidFill>
                  <a:srgbClr val="898989"/>
                </a:solidFill>
                <a:latin typeface="Calibri"/>
                <a:ea typeface="Calibri"/>
                <a:cs typeface="Calibri"/>
                <a:sym typeface="Calibri"/>
              </a:defRPr>
            </a:lvl8pPr>
            <a:lvl9pPr indent="0" lvl="8" marL="0" marR="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2"/>
          <p:cNvSpPr txBox="1"/>
          <p:nvPr>
            <p:ph type="title"/>
          </p:nvPr>
        </p:nvSpPr>
        <p:spPr>
          <a:xfrm>
            <a:off x="838200" y="312875"/>
            <a:ext cx="10515600" cy="83237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8" name="Google Shape;28;p32"/>
          <p:cNvSpPr txBox="1"/>
          <p:nvPr>
            <p:ph idx="1" type="body"/>
          </p:nvPr>
        </p:nvSpPr>
        <p:spPr>
          <a:xfrm>
            <a:off x="838200" y="1306286"/>
            <a:ext cx="10515600" cy="3879669"/>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32"/>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2"/>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2"/>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1" i="0" sz="1400" u="none" cap="none" strike="noStrike">
                <a:solidFill>
                  <a:srgbClr val="FFFFFF"/>
                </a:solidFill>
                <a:latin typeface="Calibri"/>
                <a:ea typeface="Calibri"/>
                <a:cs typeface="Calibri"/>
                <a:sym typeface="Calibri"/>
              </a:defRPr>
            </a:lvl1pPr>
            <a:lvl2pPr indent="0" lvl="1" marL="0" marR="0" algn="r">
              <a:spcBef>
                <a:spcPts val="0"/>
              </a:spcBef>
              <a:buNone/>
              <a:defRPr b="1" i="0" sz="1400" u="none" cap="none" strike="noStrike">
                <a:solidFill>
                  <a:srgbClr val="FFFFFF"/>
                </a:solidFill>
                <a:latin typeface="Calibri"/>
                <a:ea typeface="Calibri"/>
                <a:cs typeface="Calibri"/>
                <a:sym typeface="Calibri"/>
              </a:defRPr>
            </a:lvl2pPr>
            <a:lvl3pPr indent="0" lvl="2" marL="0" marR="0" algn="r">
              <a:spcBef>
                <a:spcPts val="0"/>
              </a:spcBef>
              <a:buNone/>
              <a:defRPr b="1" i="0" sz="1400" u="none" cap="none" strike="noStrike">
                <a:solidFill>
                  <a:srgbClr val="FFFFFF"/>
                </a:solidFill>
                <a:latin typeface="Calibri"/>
                <a:ea typeface="Calibri"/>
                <a:cs typeface="Calibri"/>
                <a:sym typeface="Calibri"/>
              </a:defRPr>
            </a:lvl3pPr>
            <a:lvl4pPr indent="0" lvl="3" marL="0" marR="0" algn="r">
              <a:spcBef>
                <a:spcPts val="0"/>
              </a:spcBef>
              <a:buNone/>
              <a:defRPr b="1" i="0" sz="1400" u="none" cap="none" strike="noStrike">
                <a:solidFill>
                  <a:srgbClr val="FFFFFF"/>
                </a:solidFill>
                <a:latin typeface="Calibri"/>
                <a:ea typeface="Calibri"/>
                <a:cs typeface="Calibri"/>
                <a:sym typeface="Calibri"/>
              </a:defRPr>
            </a:lvl4pPr>
            <a:lvl5pPr indent="0" lvl="4" marL="0" marR="0" algn="r">
              <a:spcBef>
                <a:spcPts val="0"/>
              </a:spcBef>
              <a:buNone/>
              <a:defRPr b="1" i="0" sz="1400" u="none" cap="none" strike="noStrike">
                <a:solidFill>
                  <a:srgbClr val="FFFFFF"/>
                </a:solidFill>
                <a:latin typeface="Calibri"/>
                <a:ea typeface="Calibri"/>
                <a:cs typeface="Calibri"/>
                <a:sym typeface="Calibri"/>
              </a:defRPr>
            </a:lvl5pPr>
            <a:lvl6pPr indent="0" lvl="5" marL="0" marR="0" algn="r">
              <a:spcBef>
                <a:spcPts val="0"/>
              </a:spcBef>
              <a:buNone/>
              <a:defRPr b="1" i="0" sz="1400" u="none" cap="none" strike="noStrike">
                <a:solidFill>
                  <a:srgbClr val="FFFFFF"/>
                </a:solidFill>
                <a:latin typeface="Calibri"/>
                <a:ea typeface="Calibri"/>
                <a:cs typeface="Calibri"/>
                <a:sym typeface="Calibri"/>
              </a:defRPr>
            </a:lvl6pPr>
            <a:lvl7pPr indent="0" lvl="6" marL="0" marR="0" algn="r">
              <a:spcBef>
                <a:spcPts val="0"/>
              </a:spcBef>
              <a:buNone/>
              <a:defRPr b="1" i="0" sz="1400" u="none" cap="none" strike="noStrike">
                <a:solidFill>
                  <a:srgbClr val="FFFFFF"/>
                </a:solidFill>
                <a:latin typeface="Calibri"/>
                <a:ea typeface="Calibri"/>
                <a:cs typeface="Calibri"/>
                <a:sym typeface="Calibri"/>
              </a:defRPr>
            </a:lvl7pPr>
            <a:lvl8pPr indent="0" lvl="7" marL="0" marR="0" algn="r">
              <a:spcBef>
                <a:spcPts val="0"/>
              </a:spcBef>
              <a:buNone/>
              <a:defRPr b="1" i="0" sz="1400" u="none" cap="none" strike="noStrike">
                <a:solidFill>
                  <a:srgbClr val="FFFFFF"/>
                </a:solidFill>
                <a:latin typeface="Calibri"/>
                <a:ea typeface="Calibri"/>
                <a:cs typeface="Calibri"/>
                <a:sym typeface="Calibri"/>
              </a:defRPr>
            </a:lvl8pPr>
            <a:lvl9pPr indent="0" lvl="8" marL="0" marR="0" algn="r">
              <a:spcBef>
                <a:spcPts val="0"/>
              </a:spcBef>
              <a:buNone/>
              <a:defRPr b="1" i="0" sz="14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3"/>
          <p:cNvSpPr txBox="1"/>
          <p:nvPr>
            <p:ph type="title"/>
          </p:nvPr>
        </p:nvSpPr>
        <p:spPr>
          <a:xfrm>
            <a:off x="831851" y="730024"/>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4" name="Google Shape;34;p33"/>
          <p:cNvSpPr txBox="1"/>
          <p:nvPr>
            <p:ph idx="1" type="body"/>
          </p:nvPr>
        </p:nvSpPr>
        <p:spPr>
          <a:xfrm>
            <a:off x="831851" y="3727316"/>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33"/>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3"/>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3"/>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98989"/>
                </a:solidFill>
                <a:latin typeface="Calibri"/>
                <a:ea typeface="Calibri"/>
                <a:cs typeface="Calibri"/>
                <a:sym typeface="Calibri"/>
              </a:defRPr>
            </a:lvl1pPr>
            <a:lvl2pPr indent="0" lvl="1" marL="0" marR="0" algn="r">
              <a:spcBef>
                <a:spcPts val="0"/>
              </a:spcBef>
              <a:buNone/>
              <a:defRPr b="0" i="0" sz="1200" u="none" cap="none" strike="noStrike">
                <a:solidFill>
                  <a:srgbClr val="898989"/>
                </a:solidFill>
                <a:latin typeface="Calibri"/>
                <a:ea typeface="Calibri"/>
                <a:cs typeface="Calibri"/>
                <a:sym typeface="Calibri"/>
              </a:defRPr>
            </a:lvl2pPr>
            <a:lvl3pPr indent="0" lvl="2" marL="0" marR="0" algn="r">
              <a:spcBef>
                <a:spcPts val="0"/>
              </a:spcBef>
              <a:buNone/>
              <a:defRPr b="0" i="0" sz="1200" u="none" cap="none" strike="noStrike">
                <a:solidFill>
                  <a:srgbClr val="898989"/>
                </a:solidFill>
                <a:latin typeface="Calibri"/>
                <a:ea typeface="Calibri"/>
                <a:cs typeface="Calibri"/>
                <a:sym typeface="Calibri"/>
              </a:defRPr>
            </a:lvl3pPr>
            <a:lvl4pPr indent="0" lvl="3" marL="0" marR="0" algn="r">
              <a:spcBef>
                <a:spcPts val="0"/>
              </a:spcBef>
              <a:buNone/>
              <a:defRPr b="0" i="0" sz="1200" u="none" cap="none" strike="noStrike">
                <a:solidFill>
                  <a:srgbClr val="898989"/>
                </a:solidFill>
                <a:latin typeface="Calibri"/>
                <a:ea typeface="Calibri"/>
                <a:cs typeface="Calibri"/>
                <a:sym typeface="Calibri"/>
              </a:defRPr>
            </a:lvl4pPr>
            <a:lvl5pPr indent="0" lvl="4" marL="0" marR="0" algn="r">
              <a:spcBef>
                <a:spcPts val="0"/>
              </a:spcBef>
              <a:buNone/>
              <a:defRPr b="0" i="0" sz="1200" u="none" cap="none" strike="noStrike">
                <a:solidFill>
                  <a:srgbClr val="898989"/>
                </a:solidFill>
                <a:latin typeface="Calibri"/>
                <a:ea typeface="Calibri"/>
                <a:cs typeface="Calibri"/>
                <a:sym typeface="Calibri"/>
              </a:defRPr>
            </a:lvl5pPr>
            <a:lvl6pPr indent="0" lvl="5" marL="0" marR="0" algn="r">
              <a:spcBef>
                <a:spcPts val="0"/>
              </a:spcBef>
              <a:buNone/>
              <a:defRPr b="0" i="0" sz="1200" u="none" cap="none" strike="noStrike">
                <a:solidFill>
                  <a:srgbClr val="898989"/>
                </a:solidFill>
                <a:latin typeface="Calibri"/>
                <a:ea typeface="Calibri"/>
                <a:cs typeface="Calibri"/>
                <a:sym typeface="Calibri"/>
              </a:defRPr>
            </a:lvl6pPr>
            <a:lvl7pPr indent="0" lvl="6" marL="0" marR="0" algn="r">
              <a:spcBef>
                <a:spcPts val="0"/>
              </a:spcBef>
              <a:buNone/>
              <a:defRPr b="0" i="0" sz="1200" u="none" cap="none" strike="noStrike">
                <a:solidFill>
                  <a:srgbClr val="898989"/>
                </a:solidFill>
                <a:latin typeface="Calibri"/>
                <a:ea typeface="Calibri"/>
                <a:cs typeface="Calibri"/>
                <a:sym typeface="Calibri"/>
              </a:defRPr>
            </a:lvl7pPr>
            <a:lvl8pPr indent="0" lvl="7" marL="0" marR="0" algn="r">
              <a:spcBef>
                <a:spcPts val="0"/>
              </a:spcBef>
              <a:buNone/>
              <a:defRPr b="0" i="0" sz="1200" u="none" cap="none" strike="noStrike">
                <a:solidFill>
                  <a:srgbClr val="898989"/>
                </a:solidFill>
                <a:latin typeface="Calibri"/>
                <a:ea typeface="Calibri"/>
                <a:cs typeface="Calibri"/>
                <a:sym typeface="Calibri"/>
              </a:defRPr>
            </a:lvl8pPr>
            <a:lvl9pPr indent="0" lvl="8" marL="0" marR="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34"/>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0" name="Google Shape;40;p3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4"/>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4"/>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4"/>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98989"/>
                </a:solidFill>
                <a:latin typeface="Calibri"/>
                <a:ea typeface="Calibri"/>
                <a:cs typeface="Calibri"/>
                <a:sym typeface="Calibri"/>
              </a:defRPr>
            </a:lvl1pPr>
            <a:lvl2pPr indent="0" lvl="1" marL="0" marR="0" algn="r">
              <a:spcBef>
                <a:spcPts val="0"/>
              </a:spcBef>
              <a:buNone/>
              <a:defRPr b="0" i="0" sz="1200" u="none" cap="none" strike="noStrike">
                <a:solidFill>
                  <a:srgbClr val="898989"/>
                </a:solidFill>
                <a:latin typeface="Calibri"/>
                <a:ea typeface="Calibri"/>
                <a:cs typeface="Calibri"/>
                <a:sym typeface="Calibri"/>
              </a:defRPr>
            </a:lvl2pPr>
            <a:lvl3pPr indent="0" lvl="2" marL="0" marR="0" algn="r">
              <a:spcBef>
                <a:spcPts val="0"/>
              </a:spcBef>
              <a:buNone/>
              <a:defRPr b="0" i="0" sz="1200" u="none" cap="none" strike="noStrike">
                <a:solidFill>
                  <a:srgbClr val="898989"/>
                </a:solidFill>
                <a:latin typeface="Calibri"/>
                <a:ea typeface="Calibri"/>
                <a:cs typeface="Calibri"/>
                <a:sym typeface="Calibri"/>
              </a:defRPr>
            </a:lvl3pPr>
            <a:lvl4pPr indent="0" lvl="3" marL="0" marR="0" algn="r">
              <a:spcBef>
                <a:spcPts val="0"/>
              </a:spcBef>
              <a:buNone/>
              <a:defRPr b="0" i="0" sz="1200" u="none" cap="none" strike="noStrike">
                <a:solidFill>
                  <a:srgbClr val="898989"/>
                </a:solidFill>
                <a:latin typeface="Calibri"/>
                <a:ea typeface="Calibri"/>
                <a:cs typeface="Calibri"/>
                <a:sym typeface="Calibri"/>
              </a:defRPr>
            </a:lvl4pPr>
            <a:lvl5pPr indent="0" lvl="4" marL="0" marR="0" algn="r">
              <a:spcBef>
                <a:spcPts val="0"/>
              </a:spcBef>
              <a:buNone/>
              <a:defRPr b="0" i="0" sz="1200" u="none" cap="none" strike="noStrike">
                <a:solidFill>
                  <a:srgbClr val="898989"/>
                </a:solidFill>
                <a:latin typeface="Calibri"/>
                <a:ea typeface="Calibri"/>
                <a:cs typeface="Calibri"/>
                <a:sym typeface="Calibri"/>
              </a:defRPr>
            </a:lvl5pPr>
            <a:lvl6pPr indent="0" lvl="5" marL="0" marR="0" algn="r">
              <a:spcBef>
                <a:spcPts val="0"/>
              </a:spcBef>
              <a:buNone/>
              <a:defRPr b="0" i="0" sz="1200" u="none" cap="none" strike="noStrike">
                <a:solidFill>
                  <a:srgbClr val="898989"/>
                </a:solidFill>
                <a:latin typeface="Calibri"/>
                <a:ea typeface="Calibri"/>
                <a:cs typeface="Calibri"/>
                <a:sym typeface="Calibri"/>
              </a:defRPr>
            </a:lvl6pPr>
            <a:lvl7pPr indent="0" lvl="6" marL="0" marR="0" algn="r">
              <a:spcBef>
                <a:spcPts val="0"/>
              </a:spcBef>
              <a:buNone/>
              <a:defRPr b="0" i="0" sz="1200" u="none" cap="none" strike="noStrike">
                <a:solidFill>
                  <a:srgbClr val="898989"/>
                </a:solidFill>
                <a:latin typeface="Calibri"/>
                <a:ea typeface="Calibri"/>
                <a:cs typeface="Calibri"/>
                <a:sym typeface="Calibri"/>
              </a:defRPr>
            </a:lvl7pPr>
            <a:lvl8pPr indent="0" lvl="7" marL="0" marR="0" algn="r">
              <a:spcBef>
                <a:spcPts val="0"/>
              </a:spcBef>
              <a:buNone/>
              <a:defRPr b="0" i="0" sz="1200" u="none" cap="none" strike="noStrike">
                <a:solidFill>
                  <a:srgbClr val="898989"/>
                </a:solidFill>
                <a:latin typeface="Calibri"/>
                <a:ea typeface="Calibri"/>
                <a:cs typeface="Calibri"/>
                <a:sym typeface="Calibri"/>
              </a:defRPr>
            </a:lvl8pPr>
            <a:lvl9pPr indent="0" lvl="8" marL="0" marR="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35"/>
          <p:cNvSpPr txBox="1"/>
          <p:nvPr>
            <p:ph type="title"/>
          </p:nvPr>
        </p:nvSpPr>
        <p:spPr>
          <a:xfrm>
            <a:off x="839788" y="365127"/>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7" name="Google Shape;47;p35"/>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35"/>
          <p:cNvSpPr txBox="1"/>
          <p:nvPr>
            <p:ph idx="2" type="body"/>
          </p:nvPr>
        </p:nvSpPr>
        <p:spPr>
          <a:xfrm>
            <a:off x="839789"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5"/>
          <p:cNvSpPr txBox="1"/>
          <p:nvPr>
            <p:ph idx="3" type="body"/>
          </p:nvPr>
        </p:nvSpPr>
        <p:spPr>
          <a:xfrm>
            <a:off x="6172201"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5"/>
          <p:cNvSpPr txBox="1"/>
          <p:nvPr>
            <p:ph idx="4" type="body"/>
          </p:nvPr>
        </p:nvSpPr>
        <p:spPr>
          <a:xfrm>
            <a:off x="6172201"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5"/>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98989"/>
                </a:solidFill>
                <a:latin typeface="Calibri"/>
                <a:ea typeface="Calibri"/>
                <a:cs typeface="Calibri"/>
                <a:sym typeface="Calibri"/>
              </a:defRPr>
            </a:lvl1pPr>
            <a:lvl2pPr indent="0" lvl="1" marL="0" marR="0" algn="r">
              <a:spcBef>
                <a:spcPts val="0"/>
              </a:spcBef>
              <a:buNone/>
              <a:defRPr b="0" i="0" sz="1200" u="none" cap="none" strike="noStrike">
                <a:solidFill>
                  <a:srgbClr val="898989"/>
                </a:solidFill>
                <a:latin typeface="Calibri"/>
                <a:ea typeface="Calibri"/>
                <a:cs typeface="Calibri"/>
                <a:sym typeface="Calibri"/>
              </a:defRPr>
            </a:lvl2pPr>
            <a:lvl3pPr indent="0" lvl="2" marL="0" marR="0" algn="r">
              <a:spcBef>
                <a:spcPts val="0"/>
              </a:spcBef>
              <a:buNone/>
              <a:defRPr b="0" i="0" sz="1200" u="none" cap="none" strike="noStrike">
                <a:solidFill>
                  <a:srgbClr val="898989"/>
                </a:solidFill>
                <a:latin typeface="Calibri"/>
                <a:ea typeface="Calibri"/>
                <a:cs typeface="Calibri"/>
                <a:sym typeface="Calibri"/>
              </a:defRPr>
            </a:lvl3pPr>
            <a:lvl4pPr indent="0" lvl="3" marL="0" marR="0" algn="r">
              <a:spcBef>
                <a:spcPts val="0"/>
              </a:spcBef>
              <a:buNone/>
              <a:defRPr b="0" i="0" sz="1200" u="none" cap="none" strike="noStrike">
                <a:solidFill>
                  <a:srgbClr val="898989"/>
                </a:solidFill>
                <a:latin typeface="Calibri"/>
                <a:ea typeface="Calibri"/>
                <a:cs typeface="Calibri"/>
                <a:sym typeface="Calibri"/>
              </a:defRPr>
            </a:lvl4pPr>
            <a:lvl5pPr indent="0" lvl="4" marL="0" marR="0" algn="r">
              <a:spcBef>
                <a:spcPts val="0"/>
              </a:spcBef>
              <a:buNone/>
              <a:defRPr b="0" i="0" sz="1200" u="none" cap="none" strike="noStrike">
                <a:solidFill>
                  <a:srgbClr val="898989"/>
                </a:solidFill>
                <a:latin typeface="Calibri"/>
                <a:ea typeface="Calibri"/>
                <a:cs typeface="Calibri"/>
                <a:sym typeface="Calibri"/>
              </a:defRPr>
            </a:lvl5pPr>
            <a:lvl6pPr indent="0" lvl="5" marL="0" marR="0" algn="r">
              <a:spcBef>
                <a:spcPts val="0"/>
              </a:spcBef>
              <a:buNone/>
              <a:defRPr b="0" i="0" sz="1200" u="none" cap="none" strike="noStrike">
                <a:solidFill>
                  <a:srgbClr val="898989"/>
                </a:solidFill>
                <a:latin typeface="Calibri"/>
                <a:ea typeface="Calibri"/>
                <a:cs typeface="Calibri"/>
                <a:sym typeface="Calibri"/>
              </a:defRPr>
            </a:lvl6pPr>
            <a:lvl7pPr indent="0" lvl="6" marL="0" marR="0" algn="r">
              <a:spcBef>
                <a:spcPts val="0"/>
              </a:spcBef>
              <a:buNone/>
              <a:defRPr b="0" i="0" sz="1200" u="none" cap="none" strike="noStrike">
                <a:solidFill>
                  <a:srgbClr val="898989"/>
                </a:solidFill>
                <a:latin typeface="Calibri"/>
                <a:ea typeface="Calibri"/>
                <a:cs typeface="Calibri"/>
                <a:sym typeface="Calibri"/>
              </a:defRPr>
            </a:lvl7pPr>
            <a:lvl8pPr indent="0" lvl="7" marL="0" marR="0" algn="r">
              <a:spcBef>
                <a:spcPts val="0"/>
              </a:spcBef>
              <a:buNone/>
              <a:defRPr b="0" i="0" sz="1200" u="none" cap="none" strike="noStrike">
                <a:solidFill>
                  <a:srgbClr val="898989"/>
                </a:solidFill>
                <a:latin typeface="Calibri"/>
                <a:ea typeface="Calibri"/>
                <a:cs typeface="Calibri"/>
                <a:sym typeface="Calibri"/>
              </a:defRPr>
            </a:lvl8pPr>
            <a:lvl9pPr indent="0" lvl="8" marL="0" marR="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36"/>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6" name="Google Shape;56;p36"/>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6"/>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6"/>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98989"/>
                </a:solidFill>
                <a:latin typeface="Calibri"/>
                <a:ea typeface="Calibri"/>
                <a:cs typeface="Calibri"/>
                <a:sym typeface="Calibri"/>
              </a:defRPr>
            </a:lvl1pPr>
            <a:lvl2pPr indent="0" lvl="1" marL="0" marR="0" algn="r">
              <a:spcBef>
                <a:spcPts val="0"/>
              </a:spcBef>
              <a:buNone/>
              <a:defRPr b="0" i="0" sz="1200" u="none" cap="none" strike="noStrike">
                <a:solidFill>
                  <a:srgbClr val="898989"/>
                </a:solidFill>
                <a:latin typeface="Calibri"/>
                <a:ea typeface="Calibri"/>
                <a:cs typeface="Calibri"/>
                <a:sym typeface="Calibri"/>
              </a:defRPr>
            </a:lvl2pPr>
            <a:lvl3pPr indent="0" lvl="2" marL="0" marR="0" algn="r">
              <a:spcBef>
                <a:spcPts val="0"/>
              </a:spcBef>
              <a:buNone/>
              <a:defRPr b="0" i="0" sz="1200" u="none" cap="none" strike="noStrike">
                <a:solidFill>
                  <a:srgbClr val="898989"/>
                </a:solidFill>
                <a:latin typeface="Calibri"/>
                <a:ea typeface="Calibri"/>
                <a:cs typeface="Calibri"/>
                <a:sym typeface="Calibri"/>
              </a:defRPr>
            </a:lvl3pPr>
            <a:lvl4pPr indent="0" lvl="3" marL="0" marR="0" algn="r">
              <a:spcBef>
                <a:spcPts val="0"/>
              </a:spcBef>
              <a:buNone/>
              <a:defRPr b="0" i="0" sz="1200" u="none" cap="none" strike="noStrike">
                <a:solidFill>
                  <a:srgbClr val="898989"/>
                </a:solidFill>
                <a:latin typeface="Calibri"/>
                <a:ea typeface="Calibri"/>
                <a:cs typeface="Calibri"/>
                <a:sym typeface="Calibri"/>
              </a:defRPr>
            </a:lvl4pPr>
            <a:lvl5pPr indent="0" lvl="4" marL="0" marR="0" algn="r">
              <a:spcBef>
                <a:spcPts val="0"/>
              </a:spcBef>
              <a:buNone/>
              <a:defRPr b="0" i="0" sz="1200" u="none" cap="none" strike="noStrike">
                <a:solidFill>
                  <a:srgbClr val="898989"/>
                </a:solidFill>
                <a:latin typeface="Calibri"/>
                <a:ea typeface="Calibri"/>
                <a:cs typeface="Calibri"/>
                <a:sym typeface="Calibri"/>
              </a:defRPr>
            </a:lvl5pPr>
            <a:lvl6pPr indent="0" lvl="5" marL="0" marR="0" algn="r">
              <a:spcBef>
                <a:spcPts val="0"/>
              </a:spcBef>
              <a:buNone/>
              <a:defRPr b="0" i="0" sz="1200" u="none" cap="none" strike="noStrike">
                <a:solidFill>
                  <a:srgbClr val="898989"/>
                </a:solidFill>
                <a:latin typeface="Calibri"/>
                <a:ea typeface="Calibri"/>
                <a:cs typeface="Calibri"/>
                <a:sym typeface="Calibri"/>
              </a:defRPr>
            </a:lvl6pPr>
            <a:lvl7pPr indent="0" lvl="6" marL="0" marR="0" algn="r">
              <a:spcBef>
                <a:spcPts val="0"/>
              </a:spcBef>
              <a:buNone/>
              <a:defRPr b="0" i="0" sz="1200" u="none" cap="none" strike="noStrike">
                <a:solidFill>
                  <a:srgbClr val="898989"/>
                </a:solidFill>
                <a:latin typeface="Calibri"/>
                <a:ea typeface="Calibri"/>
                <a:cs typeface="Calibri"/>
                <a:sym typeface="Calibri"/>
              </a:defRPr>
            </a:lvl7pPr>
            <a:lvl8pPr indent="0" lvl="7" marL="0" marR="0" algn="r">
              <a:spcBef>
                <a:spcPts val="0"/>
              </a:spcBef>
              <a:buNone/>
              <a:defRPr b="0" i="0" sz="1200" u="none" cap="none" strike="noStrike">
                <a:solidFill>
                  <a:srgbClr val="898989"/>
                </a:solidFill>
                <a:latin typeface="Calibri"/>
                <a:ea typeface="Calibri"/>
                <a:cs typeface="Calibri"/>
                <a:sym typeface="Calibri"/>
              </a:defRPr>
            </a:lvl8pPr>
            <a:lvl9pPr indent="0" lvl="8" marL="0" marR="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1" name="Google Shape;61;p37"/>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3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37"/>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7"/>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7"/>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98989"/>
                </a:solidFill>
                <a:latin typeface="Calibri"/>
                <a:ea typeface="Calibri"/>
                <a:cs typeface="Calibri"/>
                <a:sym typeface="Calibri"/>
              </a:defRPr>
            </a:lvl1pPr>
            <a:lvl2pPr indent="0" lvl="1" marL="0" marR="0" algn="r">
              <a:spcBef>
                <a:spcPts val="0"/>
              </a:spcBef>
              <a:buNone/>
              <a:defRPr b="0" i="0" sz="1200" u="none" cap="none" strike="noStrike">
                <a:solidFill>
                  <a:srgbClr val="898989"/>
                </a:solidFill>
                <a:latin typeface="Calibri"/>
                <a:ea typeface="Calibri"/>
                <a:cs typeface="Calibri"/>
                <a:sym typeface="Calibri"/>
              </a:defRPr>
            </a:lvl2pPr>
            <a:lvl3pPr indent="0" lvl="2" marL="0" marR="0" algn="r">
              <a:spcBef>
                <a:spcPts val="0"/>
              </a:spcBef>
              <a:buNone/>
              <a:defRPr b="0" i="0" sz="1200" u="none" cap="none" strike="noStrike">
                <a:solidFill>
                  <a:srgbClr val="898989"/>
                </a:solidFill>
                <a:latin typeface="Calibri"/>
                <a:ea typeface="Calibri"/>
                <a:cs typeface="Calibri"/>
                <a:sym typeface="Calibri"/>
              </a:defRPr>
            </a:lvl3pPr>
            <a:lvl4pPr indent="0" lvl="3" marL="0" marR="0" algn="r">
              <a:spcBef>
                <a:spcPts val="0"/>
              </a:spcBef>
              <a:buNone/>
              <a:defRPr b="0" i="0" sz="1200" u="none" cap="none" strike="noStrike">
                <a:solidFill>
                  <a:srgbClr val="898989"/>
                </a:solidFill>
                <a:latin typeface="Calibri"/>
                <a:ea typeface="Calibri"/>
                <a:cs typeface="Calibri"/>
                <a:sym typeface="Calibri"/>
              </a:defRPr>
            </a:lvl4pPr>
            <a:lvl5pPr indent="0" lvl="4" marL="0" marR="0" algn="r">
              <a:spcBef>
                <a:spcPts val="0"/>
              </a:spcBef>
              <a:buNone/>
              <a:defRPr b="0" i="0" sz="1200" u="none" cap="none" strike="noStrike">
                <a:solidFill>
                  <a:srgbClr val="898989"/>
                </a:solidFill>
                <a:latin typeface="Calibri"/>
                <a:ea typeface="Calibri"/>
                <a:cs typeface="Calibri"/>
                <a:sym typeface="Calibri"/>
              </a:defRPr>
            </a:lvl5pPr>
            <a:lvl6pPr indent="0" lvl="5" marL="0" marR="0" algn="r">
              <a:spcBef>
                <a:spcPts val="0"/>
              </a:spcBef>
              <a:buNone/>
              <a:defRPr b="0" i="0" sz="1200" u="none" cap="none" strike="noStrike">
                <a:solidFill>
                  <a:srgbClr val="898989"/>
                </a:solidFill>
                <a:latin typeface="Calibri"/>
                <a:ea typeface="Calibri"/>
                <a:cs typeface="Calibri"/>
                <a:sym typeface="Calibri"/>
              </a:defRPr>
            </a:lvl6pPr>
            <a:lvl7pPr indent="0" lvl="6" marL="0" marR="0" algn="r">
              <a:spcBef>
                <a:spcPts val="0"/>
              </a:spcBef>
              <a:buNone/>
              <a:defRPr b="0" i="0" sz="1200" u="none" cap="none" strike="noStrike">
                <a:solidFill>
                  <a:srgbClr val="898989"/>
                </a:solidFill>
                <a:latin typeface="Calibri"/>
                <a:ea typeface="Calibri"/>
                <a:cs typeface="Calibri"/>
                <a:sym typeface="Calibri"/>
              </a:defRPr>
            </a:lvl7pPr>
            <a:lvl8pPr indent="0" lvl="7" marL="0" marR="0" algn="r">
              <a:spcBef>
                <a:spcPts val="0"/>
              </a:spcBef>
              <a:buNone/>
              <a:defRPr b="0" i="0" sz="1200" u="none" cap="none" strike="noStrike">
                <a:solidFill>
                  <a:srgbClr val="898989"/>
                </a:solidFill>
                <a:latin typeface="Calibri"/>
                <a:ea typeface="Calibri"/>
                <a:cs typeface="Calibri"/>
                <a:sym typeface="Calibri"/>
              </a:defRPr>
            </a:lvl8pPr>
            <a:lvl9pPr indent="0" lvl="8" marL="0" marR="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8" name="Google Shape;68;p38"/>
          <p:cNvSpPr/>
          <p:nvPr>
            <p:ph idx="2" type="pic"/>
          </p:nvPr>
        </p:nvSpPr>
        <p:spPr>
          <a:xfrm>
            <a:off x="5183188" y="987427"/>
            <a:ext cx="6172200" cy="4873625"/>
          </a:xfrm>
          <a:prstGeom prst="rect">
            <a:avLst/>
          </a:prstGeom>
          <a:noFill/>
          <a:ln>
            <a:noFill/>
          </a:ln>
        </p:spPr>
      </p:sp>
      <p:sp>
        <p:nvSpPr>
          <p:cNvPr id="69" name="Google Shape;69;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38"/>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8"/>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8"/>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98989"/>
                </a:solidFill>
                <a:latin typeface="Calibri"/>
                <a:ea typeface="Calibri"/>
                <a:cs typeface="Calibri"/>
                <a:sym typeface="Calibri"/>
              </a:defRPr>
            </a:lvl1pPr>
            <a:lvl2pPr indent="0" lvl="1" marL="0" marR="0" algn="r">
              <a:spcBef>
                <a:spcPts val="0"/>
              </a:spcBef>
              <a:buNone/>
              <a:defRPr b="0" i="0" sz="1200" u="none" cap="none" strike="noStrike">
                <a:solidFill>
                  <a:srgbClr val="898989"/>
                </a:solidFill>
                <a:latin typeface="Calibri"/>
                <a:ea typeface="Calibri"/>
                <a:cs typeface="Calibri"/>
                <a:sym typeface="Calibri"/>
              </a:defRPr>
            </a:lvl2pPr>
            <a:lvl3pPr indent="0" lvl="2" marL="0" marR="0" algn="r">
              <a:spcBef>
                <a:spcPts val="0"/>
              </a:spcBef>
              <a:buNone/>
              <a:defRPr b="0" i="0" sz="1200" u="none" cap="none" strike="noStrike">
                <a:solidFill>
                  <a:srgbClr val="898989"/>
                </a:solidFill>
                <a:latin typeface="Calibri"/>
                <a:ea typeface="Calibri"/>
                <a:cs typeface="Calibri"/>
                <a:sym typeface="Calibri"/>
              </a:defRPr>
            </a:lvl3pPr>
            <a:lvl4pPr indent="0" lvl="3" marL="0" marR="0" algn="r">
              <a:spcBef>
                <a:spcPts val="0"/>
              </a:spcBef>
              <a:buNone/>
              <a:defRPr b="0" i="0" sz="1200" u="none" cap="none" strike="noStrike">
                <a:solidFill>
                  <a:srgbClr val="898989"/>
                </a:solidFill>
                <a:latin typeface="Calibri"/>
                <a:ea typeface="Calibri"/>
                <a:cs typeface="Calibri"/>
                <a:sym typeface="Calibri"/>
              </a:defRPr>
            </a:lvl4pPr>
            <a:lvl5pPr indent="0" lvl="4" marL="0" marR="0" algn="r">
              <a:spcBef>
                <a:spcPts val="0"/>
              </a:spcBef>
              <a:buNone/>
              <a:defRPr b="0" i="0" sz="1200" u="none" cap="none" strike="noStrike">
                <a:solidFill>
                  <a:srgbClr val="898989"/>
                </a:solidFill>
                <a:latin typeface="Calibri"/>
                <a:ea typeface="Calibri"/>
                <a:cs typeface="Calibri"/>
                <a:sym typeface="Calibri"/>
              </a:defRPr>
            </a:lvl5pPr>
            <a:lvl6pPr indent="0" lvl="5" marL="0" marR="0" algn="r">
              <a:spcBef>
                <a:spcPts val="0"/>
              </a:spcBef>
              <a:buNone/>
              <a:defRPr b="0" i="0" sz="1200" u="none" cap="none" strike="noStrike">
                <a:solidFill>
                  <a:srgbClr val="898989"/>
                </a:solidFill>
                <a:latin typeface="Calibri"/>
                <a:ea typeface="Calibri"/>
                <a:cs typeface="Calibri"/>
                <a:sym typeface="Calibri"/>
              </a:defRPr>
            </a:lvl6pPr>
            <a:lvl7pPr indent="0" lvl="6" marL="0" marR="0" algn="r">
              <a:spcBef>
                <a:spcPts val="0"/>
              </a:spcBef>
              <a:buNone/>
              <a:defRPr b="0" i="0" sz="1200" u="none" cap="none" strike="noStrike">
                <a:solidFill>
                  <a:srgbClr val="898989"/>
                </a:solidFill>
                <a:latin typeface="Calibri"/>
                <a:ea typeface="Calibri"/>
                <a:cs typeface="Calibri"/>
                <a:sym typeface="Calibri"/>
              </a:defRPr>
            </a:lvl7pPr>
            <a:lvl8pPr indent="0" lvl="7" marL="0" marR="0" algn="r">
              <a:spcBef>
                <a:spcPts val="0"/>
              </a:spcBef>
              <a:buNone/>
              <a:defRPr b="0" i="0" sz="1200" u="none" cap="none" strike="noStrike">
                <a:solidFill>
                  <a:srgbClr val="898989"/>
                </a:solidFill>
                <a:latin typeface="Calibri"/>
                <a:ea typeface="Calibri"/>
                <a:cs typeface="Calibri"/>
                <a:sym typeface="Calibri"/>
              </a:defRPr>
            </a:lvl8pPr>
            <a:lvl9pPr indent="0" lvl="8" marL="0" marR="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39"/>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5" name="Google Shape;75;p3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39"/>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9"/>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9"/>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98989"/>
                </a:solidFill>
                <a:latin typeface="Calibri"/>
                <a:ea typeface="Calibri"/>
                <a:cs typeface="Calibri"/>
                <a:sym typeface="Calibri"/>
              </a:defRPr>
            </a:lvl1pPr>
            <a:lvl2pPr indent="0" lvl="1" marL="0" marR="0" algn="r">
              <a:spcBef>
                <a:spcPts val="0"/>
              </a:spcBef>
              <a:buNone/>
              <a:defRPr b="0" i="0" sz="1200" u="none" cap="none" strike="noStrike">
                <a:solidFill>
                  <a:srgbClr val="898989"/>
                </a:solidFill>
                <a:latin typeface="Calibri"/>
                <a:ea typeface="Calibri"/>
                <a:cs typeface="Calibri"/>
                <a:sym typeface="Calibri"/>
              </a:defRPr>
            </a:lvl2pPr>
            <a:lvl3pPr indent="0" lvl="2" marL="0" marR="0" algn="r">
              <a:spcBef>
                <a:spcPts val="0"/>
              </a:spcBef>
              <a:buNone/>
              <a:defRPr b="0" i="0" sz="1200" u="none" cap="none" strike="noStrike">
                <a:solidFill>
                  <a:srgbClr val="898989"/>
                </a:solidFill>
                <a:latin typeface="Calibri"/>
                <a:ea typeface="Calibri"/>
                <a:cs typeface="Calibri"/>
                <a:sym typeface="Calibri"/>
              </a:defRPr>
            </a:lvl3pPr>
            <a:lvl4pPr indent="0" lvl="3" marL="0" marR="0" algn="r">
              <a:spcBef>
                <a:spcPts val="0"/>
              </a:spcBef>
              <a:buNone/>
              <a:defRPr b="0" i="0" sz="1200" u="none" cap="none" strike="noStrike">
                <a:solidFill>
                  <a:srgbClr val="898989"/>
                </a:solidFill>
                <a:latin typeface="Calibri"/>
                <a:ea typeface="Calibri"/>
                <a:cs typeface="Calibri"/>
                <a:sym typeface="Calibri"/>
              </a:defRPr>
            </a:lvl4pPr>
            <a:lvl5pPr indent="0" lvl="4" marL="0" marR="0" algn="r">
              <a:spcBef>
                <a:spcPts val="0"/>
              </a:spcBef>
              <a:buNone/>
              <a:defRPr b="0" i="0" sz="1200" u="none" cap="none" strike="noStrike">
                <a:solidFill>
                  <a:srgbClr val="898989"/>
                </a:solidFill>
                <a:latin typeface="Calibri"/>
                <a:ea typeface="Calibri"/>
                <a:cs typeface="Calibri"/>
                <a:sym typeface="Calibri"/>
              </a:defRPr>
            </a:lvl5pPr>
            <a:lvl6pPr indent="0" lvl="5" marL="0" marR="0" algn="r">
              <a:spcBef>
                <a:spcPts val="0"/>
              </a:spcBef>
              <a:buNone/>
              <a:defRPr b="0" i="0" sz="1200" u="none" cap="none" strike="noStrike">
                <a:solidFill>
                  <a:srgbClr val="898989"/>
                </a:solidFill>
                <a:latin typeface="Calibri"/>
                <a:ea typeface="Calibri"/>
                <a:cs typeface="Calibri"/>
                <a:sym typeface="Calibri"/>
              </a:defRPr>
            </a:lvl6pPr>
            <a:lvl7pPr indent="0" lvl="6" marL="0" marR="0" algn="r">
              <a:spcBef>
                <a:spcPts val="0"/>
              </a:spcBef>
              <a:buNone/>
              <a:defRPr b="0" i="0" sz="1200" u="none" cap="none" strike="noStrike">
                <a:solidFill>
                  <a:srgbClr val="898989"/>
                </a:solidFill>
                <a:latin typeface="Calibri"/>
                <a:ea typeface="Calibri"/>
                <a:cs typeface="Calibri"/>
                <a:sym typeface="Calibri"/>
              </a:defRPr>
            </a:lvl7pPr>
            <a:lvl8pPr indent="0" lvl="7" marL="0" marR="0" algn="r">
              <a:spcBef>
                <a:spcPts val="0"/>
              </a:spcBef>
              <a:buNone/>
              <a:defRPr b="0" i="0" sz="1200" u="none" cap="none" strike="noStrike">
                <a:solidFill>
                  <a:srgbClr val="898989"/>
                </a:solidFill>
                <a:latin typeface="Calibri"/>
                <a:ea typeface="Calibri"/>
                <a:cs typeface="Calibri"/>
                <a:sym typeface="Calibri"/>
              </a:defRPr>
            </a:lvl8pPr>
            <a:lvl9pPr indent="0" lvl="8" marL="0" marR="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40"/>
          <p:cNvSpPr txBox="1"/>
          <p:nvPr>
            <p:ph type="title"/>
          </p:nvPr>
        </p:nvSpPr>
        <p:spPr>
          <a:xfrm rot="5400000">
            <a:off x="7133432"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1" name="Google Shape;81;p40"/>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40"/>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0"/>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0"/>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98989"/>
                </a:solidFill>
                <a:latin typeface="Calibri"/>
                <a:ea typeface="Calibri"/>
                <a:cs typeface="Calibri"/>
                <a:sym typeface="Calibri"/>
              </a:defRPr>
            </a:lvl1pPr>
            <a:lvl2pPr indent="0" lvl="1" marL="0" marR="0" algn="r">
              <a:spcBef>
                <a:spcPts val="0"/>
              </a:spcBef>
              <a:buNone/>
              <a:defRPr b="0" i="0" sz="1200" u="none" cap="none" strike="noStrike">
                <a:solidFill>
                  <a:srgbClr val="898989"/>
                </a:solidFill>
                <a:latin typeface="Calibri"/>
                <a:ea typeface="Calibri"/>
                <a:cs typeface="Calibri"/>
                <a:sym typeface="Calibri"/>
              </a:defRPr>
            </a:lvl2pPr>
            <a:lvl3pPr indent="0" lvl="2" marL="0" marR="0" algn="r">
              <a:spcBef>
                <a:spcPts val="0"/>
              </a:spcBef>
              <a:buNone/>
              <a:defRPr b="0" i="0" sz="1200" u="none" cap="none" strike="noStrike">
                <a:solidFill>
                  <a:srgbClr val="898989"/>
                </a:solidFill>
                <a:latin typeface="Calibri"/>
                <a:ea typeface="Calibri"/>
                <a:cs typeface="Calibri"/>
                <a:sym typeface="Calibri"/>
              </a:defRPr>
            </a:lvl3pPr>
            <a:lvl4pPr indent="0" lvl="3" marL="0" marR="0" algn="r">
              <a:spcBef>
                <a:spcPts val="0"/>
              </a:spcBef>
              <a:buNone/>
              <a:defRPr b="0" i="0" sz="1200" u="none" cap="none" strike="noStrike">
                <a:solidFill>
                  <a:srgbClr val="898989"/>
                </a:solidFill>
                <a:latin typeface="Calibri"/>
                <a:ea typeface="Calibri"/>
                <a:cs typeface="Calibri"/>
                <a:sym typeface="Calibri"/>
              </a:defRPr>
            </a:lvl4pPr>
            <a:lvl5pPr indent="0" lvl="4" marL="0" marR="0" algn="r">
              <a:spcBef>
                <a:spcPts val="0"/>
              </a:spcBef>
              <a:buNone/>
              <a:defRPr b="0" i="0" sz="1200" u="none" cap="none" strike="noStrike">
                <a:solidFill>
                  <a:srgbClr val="898989"/>
                </a:solidFill>
                <a:latin typeface="Calibri"/>
                <a:ea typeface="Calibri"/>
                <a:cs typeface="Calibri"/>
                <a:sym typeface="Calibri"/>
              </a:defRPr>
            </a:lvl5pPr>
            <a:lvl6pPr indent="0" lvl="5" marL="0" marR="0" algn="r">
              <a:spcBef>
                <a:spcPts val="0"/>
              </a:spcBef>
              <a:buNone/>
              <a:defRPr b="0" i="0" sz="1200" u="none" cap="none" strike="noStrike">
                <a:solidFill>
                  <a:srgbClr val="898989"/>
                </a:solidFill>
                <a:latin typeface="Calibri"/>
                <a:ea typeface="Calibri"/>
                <a:cs typeface="Calibri"/>
                <a:sym typeface="Calibri"/>
              </a:defRPr>
            </a:lvl6pPr>
            <a:lvl7pPr indent="0" lvl="6" marL="0" marR="0" algn="r">
              <a:spcBef>
                <a:spcPts val="0"/>
              </a:spcBef>
              <a:buNone/>
              <a:defRPr b="0" i="0" sz="1200" u="none" cap="none" strike="noStrike">
                <a:solidFill>
                  <a:srgbClr val="898989"/>
                </a:solidFill>
                <a:latin typeface="Calibri"/>
                <a:ea typeface="Calibri"/>
                <a:cs typeface="Calibri"/>
                <a:sym typeface="Calibri"/>
              </a:defRPr>
            </a:lvl7pPr>
            <a:lvl8pPr indent="0" lvl="7" marL="0" marR="0" algn="r">
              <a:spcBef>
                <a:spcPts val="0"/>
              </a:spcBef>
              <a:buNone/>
              <a:defRPr b="0" i="0" sz="1200" u="none" cap="none" strike="noStrike">
                <a:solidFill>
                  <a:srgbClr val="898989"/>
                </a:solidFill>
                <a:latin typeface="Calibri"/>
                <a:ea typeface="Calibri"/>
                <a:cs typeface="Calibri"/>
                <a:sym typeface="Calibri"/>
              </a:defRPr>
            </a:lvl8pPr>
            <a:lvl9pPr indent="0" lvl="8" marL="0" marR="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1pPr>
            <a:lvl2pPr lvl="1"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2pPr>
            <a:lvl3pPr lvl="2"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3pPr>
            <a:lvl4pPr lvl="3"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4pPr>
            <a:lvl5pPr lvl="4"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5pPr>
            <a:lvl6pPr lvl="5"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6pPr>
            <a:lvl7pPr lvl="6"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7pPr>
            <a:lvl8pPr lvl="7"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8pPr>
            <a:lvl9pPr lvl="8"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9pPr>
          </a:lstStyle>
          <a:p/>
        </p:txBody>
      </p:sp>
      <p:sp>
        <p:nvSpPr>
          <p:cNvPr id="11" name="Google Shape;1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mbria"/>
                <a:ea typeface="Cambria"/>
                <a:cs typeface="Cambria"/>
                <a:sym typeface="Cambria"/>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mbria"/>
                <a:ea typeface="Cambria"/>
                <a:cs typeface="Cambria"/>
                <a:sym typeface="Cambria"/>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98989"/>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98989"/>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98989"/>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98989"/>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98989"/>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98989"/>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98989"/>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29"/>
          <p:cNvPicPr preferRelativeResize="0"/>
          <p:nvPr/>
        </p:nvPicPr>
        <p:blipFill rotWithShape="1">
          <a:blip r:embed="rId1">
            <a:alphaModFix/>
          </a:blip>
          <a:srcRect b="0" l="0" r="0" t="0"/>
          <a:stretch/>
        </p:blipFill>
        <p:spPr>
          <a:xfrm>
            <a:off x="0" y="5153026"/>
            <a:ext cx="12192000" cy="17049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developer.android.com/reference/androidx/localbroadcastmanager/content/LocalBroadcastManagersendBroadcast(android.content.Inten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developer.android.com/reference/android/content/ContextsendBroadcast(android.content.Intent)" TargetMode="External"/><Relationship Id="rId4" Type="http://schemas.openxmlformats.org/officeDocument/2006/relationships/hyperlink" Target="https://developer.android.com/reference/androidx/localbroadcastmanager/content/LocalBroadcastManagersendBroadcast(android.content.Inten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developer.android.com/reference/android/content/Intent.html" TargetMode="External"/><Relationship Id="rId4" Type="http://schemas.openxmlformats.org/officeDocument/2006/relationships/hyperlink" Target="https://developer.android.com/reference/android/content/Context.html#sendBroadcast(android.content.Intent)" TargetMode="External"/><Relationship Id="rId5" Type="http://schemas.openxmlformats.org/officeDocument/2006/relationships/hyperlink" Target="https://developer.android.com/reference/android/content/Context.html#sendOrderedBroadcast(android.content.Intent,%20java.lang.Strin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0" Type="http://schemas.openxmlformats.org/officeDocument/2006/relationships/hyperlink" Target="https://developer.android.com/reference/android/content/ContentProvider#:~:text=Content%20providers%20are%20one%20of,share%20data%20between%20multiple%20applications" TargetMode="External"/><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developer.android.com/guide/components/activities/intro-activities" TargetMode="External"/><Relationship Id="rId4" Type="http://schemas.openxmlformats.org/officeDocument/2006/relationships/hyperlink" Target="https://www.geeksforgeeks.org/different-types-of-activities-in-android-studio/" TargetMode="External"/><Relationship Id="rId9" Type="http://schemas.openxmlformats.org/officeDocument/2006/relationships/hyperlink" Target="https://developer.android.com/guide/topics/providers/content-provider-basics" TargetMode="External"/><Relationship Id="rId5" Type="http://schemas.openxmlformats.org/officeDocument/2006/relationships/hyperlink" Target="https://developer.android.com/guide/components/services" TargetMode="External"/><Relationship Id="rId6" Type="http://schemas.openxmlformats.org/officeDocument/2006/relationships/hyperlink" Target="https://www.geeksforgeeks.org/services-in-android-with-example/" TargetMode="External"/><Relationship Id="rId7" Type="http://schemas.openxmlformats.org/officeDocument/2006/relationships/hyperlink" Target="https://developer.android.com/guide/components/broadcasts" TargetMode="External"/><Relationship Id="rId8" Type="http://schemas.openxmlformats.org/officeDocument/2006/relationships/hyperlink" Target="https://www.geeksforgeeks.org/broadcast-receiver-in-android-with-exampl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idx="12" type="sldNum"/>
          </p:nvPr>
        </p:nvSpPr>
        <p:spPr>
          <a:xfrm>
            <a:off x="9446684" y="6381751"/>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90000"/>
              </a:lnSpc>
              <a:spcBef>
                <a:spcPts val="0"/>
              </a:spcBef>
              <a:spcAft>
                <a:spcPts val="0"/>
              </a:spcAft>
              <a:buClr>
                <a:schemeClr val="lt1"/>
              </a:buClr>
              <a:buSzPts val="2800"/>
              <a:buFont typeface="Arial"/>
              <a:buNone/>
            </a:pPr>
            <a:r>
              <a:rPr b="1" i="0" lang="en-US" sz="2800" u="none" cap="none" strike="noStrike">
                <a:solidFill>
                  <a:schemeClr val="lt1"/>
                </a:solidFill>
                <a:latin typeface="Cambria"/>
                <a:ea typeface="Cambria"/>
                <a:cs typeface="Cambria"/>
                <a:sym typeface="Cambria"/>
              </a:rPr>
              <a:t>1</a:t>
            </a:r>
            <a:endParaRPr/>
          </a:p>
        </p:txBody>
      </p:sp>
      <p:sp>
        <p:nvSpPr>
          <p:cNvPr id="90" name="Google Shape;90;p1"/>
          <p:cNvSpPr txBox="1"/>
          <p:nvPr>
            <p:ph type="ctrTitle"/>
          </p:nvPr>
        </p:nvSpPr>
        <p:spPr>
          <a:xfrm>
            <a:off x="1332930" y="317146"/>
            <a:ext cx="9144000" cy="774675"/>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en-US" sz="4400">
                <a:solidFill>
                  <a:srgbClr val="002060"/>
                </a:solidFill>
              </a:rPr>
              <a:t>Course Details</a:t>
            </a:r>
            <a:endParaRPr/>
          </a:p>
        </p:txBody>
      </p:sp>
      <p:sp>
        <p:nvSpPr>
          <p:cNvPr id="91" name="Google Shape;91;p1"/>
          <p:cNvSpPr txBox="1"/>
          <p:nvPr>
            <p:ph idx="1" type="subTitle"/>
          </p:nvPr>
        </p:nvSpPr>
        <p:spPr>
          <a:xfrm>
            <a:off x="792081" y="1284596"/>
            <a:ext cx="10820799" cy="3423882"/>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3200"/>
              <a:buNone/>
            </a:pPr>
            <a:r>
              <a:rPr b="1" lang="en-US" sz="3200"/>
              <a:t>Course  Code : </a:t>
            </a:r>
            <a:r>
              <a:rPr b="1" lang="en-US" sz="3200">
                <a:solidFill>
                  <a:srgbClr val="FF0000"/>
                </a:solidFill>
              </a:rPr>
              <a:t>CSE3075</a:t>
            </a:r>
            <a:endParaRPr sz="3200">
              <a:solidFill>
                <a:srgbClr val="FF0000"/>
              </a:solidFill>
            </a:endParaRPr>
          </a:p>
          <a:p>
            <a:pPr indent="0" lvl="0" marL="0" rtl="0" algn="l">
              <a:lnSpc>
                <a:spcPct val="150000"/>
              </a:lnSpc>
              <a:spcBef>
                <a:spcPts val="1000"/>
              </a:spcBef>
              <a:spcAft>
                <a:spcPts val="0"/>
              </a:spcAft>
              <a:buClr>
                <a:schemeClr val="dk1"/>
              </a:buClr>
              <a:buSzPts val="3200"/>
              <a:buNone/>
            </a:pPr>
            <a:r>
              <a:rPr b="1" lang="en-US" sz="3200"/>
              <a:t>Course Name: </a:t>
            </a:r>
            <a:r>
              <a:rPr b="1" lang="en-US" sz="3200">
                <a:solidFill>
                  <a:srgbClr val="FF0000"/>
                </a:solidFill>
              </a:rPr>
              <a:t>Mobile Application Development [</a:t>
            </a:r>
            <a:r>
              <a:rPr b="1" lang="en-US" sz="3200"/>
              <a:t>MAD</a:t>
            </a:r>
            <a:r>
              <a:rPr b="1" lang="en-US" sz="3200">
                <a:solidFill>
                  <a:srgbClr val="FF0000"/>
                </a:solidFill>
              </a:rPr>
              <a:t>]</a:t>
            </a:r>
            <a:br>
              <a:rPr lang="en-US" sz="3200"/>
            </a:br>
            <a:r>
              <a:rPr b="1" lang="en-US" sz="3200"/>
              <a:t>Credit Structure: </a:t>
            </a:r>
            <a:r>
              <a:rPr b="1" lang="en-US" sz="3200">
                <a:solidFill>
                  <a:srgbClr val="FF0000"/>
                </a:solidFill>
              </a:rPr>
              <a:t>3 Credits (L=1, P=4, C=3)</a:t>
            </a:r>
            <a:endParaRPr b="1" sz="3200">
              <a:solidFill>
                <a:srgbClr val="FF0000"/>
              </a:solidFill>
            </a:endParaRPr>
          </a:p>
          <a:p>
            <a:pPr indent="0" lvl="0" marL="0" rtl="0" algn="l">
              <a:lnSpc>
                <a:spcPct val="150000"/>
              </a:lnSpc>
              <a:spcBef>
                <a:spcPts val="1000"/>
              </a:spcBef>
              <a:spcAft>
                <a:spcPts val="0"/>
              </a:spcAft>
              <a:buClr>
                <a:schemeClr val="dk1"/>
              </a:buClr>
              <a:buSzPts val="3200"/>
              <a:buNone/>
            </a:pPr>
            <a:r>
              <a:rPr b="1" lang="en-US" sz="3200">
                <a:latin typeface="Cambria"/>
                <a:ea typeface="Cambria"/>
                <a:cs typeface="Cambria"/>
                <a:sym typeface="Cambria"/>
              </a:rPr>
              <a:t>Instructor In-Charge &amp; Instructor: </a:t>
            </a:r>
            <a:r>
              <a:rPr b="1" lang="en-US" sz="3200">
                <a:solidFill>
                  <a:srgbClr val="FF0000"/>
                </a:solidFill>
                <a:latin typeface="Cambria"/>
                <a:ea typeface="Cambria"/>
                <a:cs typeface="Cambria"/>
                <a:sym typeface="Cambria"/>
              </a:rPr>
              <a:t>Ms. B Prema Sindhuri &amp; Dr. Blessed Prince</a:t>
            </a:r>
            <a:br>
              <a:rPr b="1" lang="en-US" sz="3000">
                <a:latin typeface="Cambria"/>
                <a:ea typeface="Cambria"/>
                <a:cs typeface="Cambria"/>
                <a:sym typeface="Cambria"/>
              </a:rPr>
            </a:br>
            <a:endParaRPr>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97" name="Google Shape;97;p2"/>
          <p:cNvSpPr txBox="1"/>
          <p:nvPr>
            <p:ph idx="4294967295" type="title"/>
          </p:nvPr>
        </p:nvSpPr>
        <p:spPr>
          <a:xfrm>
            <a:off x="0" y="268288"/>
            <a:ext cx="12158663" cy="83185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03864"/>
              </a:buClr>
              <a:buSzPts val="4000"/>
              <a:buFont typeface="Cambria"/>
              <a:buNone/>
            </a:pPr>
            <a:r>
              <a:rPr b="1" lang="en-US" sz="4000"/>
              <a:t>MODULE 3</a:t>
            </a:r>
            <a:endParaRPr/>
          </a:p>
        </p:txBody>
      </p:sp>
      <p:grpSp>
        <p:nvGrpSpPr>
          <p:cNvPr id="98" name="Google Shape;98;p2"/>
          <p:cNvGrpSpPr/>
          <p:nvPr/>
        </p:nvGrpSpPr>
        <p:grpSpPr>
          <a:xfrm>
            <a:off x="479440" y="1476232"/>
            <a:ext cx="11233119" cy="2554545"/>
            <a:chOff x="381125" y="2264508"/>
            <a:chExt cx="11233119" cy="2554545"/>
          </a:xfrm>
        </p:grpSpPr>
        <p:sp>
          <p:nvSpPr>
            <p:cNvPr id="99" name="Google Shape;99;p2"/>
            <p:cNvSpPr/>
            <p:nvPr/>
          </p:nvSpPr>
          <p:spPr>
            <a:xfrm>
              <a:off x="381125" y="2264508"/>
              <a:ext cx="3986159" cy="2554545"/>
            </a:xfrm>
            <a:prstGeom prst="rect">
              <a:avLst/>
            </a:prstGeom>
            <a:noFill/>
            <a:ln cap="flat" cmpd="sng" w="28575">
              <a:solidFill>
                <a:srgbClr val="2F549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02060"/>
                  </a:solidFill>
                  <a:latin typeface="Cambria"/>
                  <a:ea typeface="Cambria"/>
                  <a:cs typeface="Cambria"/>
                  <a:sym typeface="Cambria"/>
                </a:rPr>
                <a:t>Topics Covered:</a:t>
              </a:r>
              <a:endParaRPr/>
            </a:p>
            <a:p>
              <a:pPr indent="-457200" lvl="0" marL="457200" marR="0" rtl="0" algn="l">
                <a:spcBef>
                  <a:spcPts val="60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Activities, </a:t>
              </a:r>
              <a:endParaRPr/>
            </a:p>
            <a:p>
              <a:pPr indent="-457200" lvl="0" marL="457200" marR="0" rtl="0" algn="l">
                <a:spcBef>
                  <a:spcPts val="60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Services, </a:t>
              </a:r>
              <a:endParaRPr/>
            </a:p>
            <a:p>
              <a:pPr indent="-457200" lvl="0" marL="457200" marR="0" rtl="0" algn="l">
                <a:spcBef>
                  <a:spcPts val="60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Broadcast receivers, </a:t>
              </a:r>
              <a:endParaRPr/>
            </a:p>
            <a:p>
              <a:pPr indent="-457200" lvl="0" marL="457200" marR="0" rtl="0" algn="l">
                <a:spcBef>
                  <a:spcPts val="60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Content providers.</a:t>
              </a:r>
              <a:endParaRPr/>
            </a:p>
          </p:txBody>
        </p:sp>
        <p:sp>
          <p:nvSpPr>
            <p:cNvPr id="100" name="Google Shape;100;p2"/>
            <p:cNvSpPr/>
            <p:nvPr/>
          </p:nvSpPr>
          <p:spPr>
            <a:xfrm>
              <a:off x="5194487" y="2637912"/>
              <a:ext cx="6419757" cy="1785104"/>
            </a:xfrm>
            <a:prstGeom prst="rect">
              <a:avLst/>
            </a:prstGeom>
            <a:noFill/>
            <a:ln cap="flat" cmpd="sng" w="38100">
              <a:solidFill>
                <a:srgbClr val="A8D08C"/>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02060"/>
                  </a:solidFill>
                  <a:latin typeface="Cambria"/>
                  <a:ea typeface="Cambria"/>
                  <a:cs typeface="Cambria"/>
                  <a:sym typeface="Cambria"/>
                </a:rPr>
                <a:t>Course Outcome Achievable: </a:t>
              </a:r>
              <a:endParaRPr/>
            </a:p>
            <a:p>
              <a:pPr indent="0" lvl="0" marL="0" marR="0" rtl="0" algn="just">
                <a:spcBef>
                  <a:spcPts val="1200"/>
                </a:spcBef>
                <a:spcAft>
                  <a:spcPts val="0"/>
                </a:spcAft>
                <a:buNone/>
              </a:pPr>
              <a:r>
                <a:rPr b="0" i="0" lang="en-US" sz="2400" u="none" cap="none" strike="noStrike">
                  <a:solidFill>
                    <a:srgbClr val="002060"/>
                  </a:solidFill>
                  <a:latin typeface="Cambria"/>
                  <a:ea typeface="Cambria"/>
                  <a:cs typeface="Cambria"/>
                  <a:sym typeface="Cambria"/>
                </a:rPr>
                <a:t>C.O. 3:	</a:t>
              </a:r>
              <a:r>
                <a:rPr b="0" i="0" lang="en-US" sz="2400" u="none" cap="none" strike="noStrike">
                  <a:solidFill>
                    <a:schemeClr val="dk1"/>
                  </a:solidFill>
                  <a:latin typeface="Cambria"/>
                  <a:ea typeface="Cambria"/>
                  <a:cs typeface="Cambria"/>
                  <a:sym typeface="Cambria"/>
                </a:rPr>
                <a:t>Demonstrate the use of services, broadcast receiver, Notifications and content provider.</a:t>
              </a:r>
              <a:endParaRPr/>
            </a:p>
          </p:txBody>
        </p:sp>
        <p:sp>
          <p:nvSpPr>
            <p:cNvPr id="101" name="Google Shape;101;p2"/>
            <p:cNvSpPr/>
            <p:nvPr/>
          </p:nvSpPr>
          <p:spPr>
            <a:xfrm>
              <a:off x="4367284" y="3433385"/>
              <a:ext cx="827204" cy="206663"/>
            </a:xfrm>
            <a:prstGeom prst="rightArrow">
              <a:avLst>
                <a:gd fmla="val 50000" name="adj1"/>
                <a:gd fmla="val 50000" name="adj2"/>
              </a:avLst>
            </a:prstGeom>
            <a:solidFill>
              <a:srgbClr val="92D050"/>
            </a:solidFill>
            <a:ln cap="flat" cmpd="sng" w="12700">
              <a:solidFill>
                <a:srgbClr val="00206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7" name="Google Shape;107;p3"/>
          <p:cNvSpPr txBox="1"/>
          <p:nvPr/>
        </p:nvSpPr>
        <p:spPr>
          <a:xfrm>
            <a:off x="270933" y="200334"/>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Services </a:t>
            </a:r>
            <a:endParaRPr b="1" i="0" sz="3600" u="none" cap="none" strike="noStrike">
              <a:solidFill>
                <a:srgbClr val="002060"/>
              </a:solidFill>
              <a:latin typeface="Cambria"/>
              <a:ea typeface="Cambria"/>
              <a:cs typeface="Cambria"/>
              <a:sym typeface="Cambria"/>
            </a:endParaRPr>
          </a:p>
        </p:txBody>
      </p:sp>
      <p:sp>
        <p:nvSpPr>
          <p:cNvPr id="108" name="Google Shape;108;p3"/>
          <p:cNvSpPr txBox="1"/>
          <p:nvPr/>
        </p:nvSpPr>
        <p:spPr>
          <a:xfrm>
            <a:off x="270933" y="1032704"/>
            <a:ext cx="10908323" cy="3307917"/>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A Service is an application component that can perform long-running operations in the background. It does not provide a user interface. Once started, a service might continue running for some time, even after the user switches to another application. Additionally, a component can bind to a service to interact with it and even perform interprocess communication (IPC). </a:t>
            </a:r>
            <a:endParaRPr/>
          </a:p>
          <a:p>
            <a:pPr indent="-228600" lvl="0" marL="228600" marR="0" rtl="0" algn="just">
              <a:lnSpc>
                <a:spcPct val="100000"/>
              </a:lnSpc>
              <a:spcBef>
                <a:spcPts val="12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For example, a service can handle network transactions, play music, perform file I/O, or interact with a content provider, all from the background.</a:t>
            </a:r>
            <a:endParaRPr b="0" i="0" sz="2400" u="none" cap="none" strike="noStrike">
              <a:solidFill>
                <a:schemeClr val="dk1"/>
              </a:solidFill>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4" name="Google Shape;114;p4"/>
          <p:cNvSpPr txBox="1"/>
          <p:nvPr/>
        </p:nvSpPr>
        <p:spPr>
          <a:xfrm>
            <a:off x="0" y="-99959"/>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Types of Services </a:t>
            </a:r>
            <a:endParaRPr b="1" i="0" sz="3600" u="none" cap="none" strike="noStrike">
              <a:solidFill>
                <a:srgbClr val="002060"/>
              </a:solidFill>
              <a:latin typeface="Cambria"/>
              <a:ea typeface="Cambria"/>
              <a:cs typeface="Cambria"/>
              <a:sym typeface="Cambria"/>
            </a:endParaRPr>
          </a:p>
        </p:txBody>
      </p:sp>
      <p:pic>
        <p:nvPicPr>
          <p:cNvPr descr="Types of Android Services" id="115" name="Google Shape;115;p4"/>
          <p:cNvPicPr preferRelativeResize="0"/>
          <p:nvPr/>
        </p:nvPicPr>
        <p:blipFill rotWithShape="1">
          <a:blip r:embed="rId3">
            <a:alphaModFix/>
          </a:blip>
          <a:srcRect b="7188" l="4441" r="9999" t="4727"/>
          <a:stretch/>
        </p:blipFill>
        <p:spPr>
          <a:xfrm>
            <a:off x="7551390" y="0"/>
            <a:ext cx="4244135" cy="2674613"/>
          </a:xfrm>
          <a:prstGeom prst="rect">
            <a:avLst/>
          </a:prstGeom>
          <a:noFill/>
          <a:ln>
            <a:noFill/>
          </a:ln>
        </p:spPr>
      </p:pic>
      <p:sp>
        <p:nvSpPr>
          <p:cNvPr id="116" name="Google Shape;116;p4"/>
          <p:cNvSpPr txBox="1"/>
          <p:nvPr/>
        </p:nvSpPr>
        <p:spPr>
          <a:xfrm>
            <a:off x="135466" y="832370"/>
            <a:ext cx="11660059" cy="5336565"/>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chemeClr val="dk1"/>
              </a:buClr>
              <a:buSzPts val="2400"/>
              <a:buFont typeface="Calibri"/>
              <a:buAutoNum type="arabicPeriod"/>
            </a:pPr>
            <a:r>
              <a:rPr b="1" i="0" lang="en-US" sz="2400" u="none" cap="none" strike="noStrike">
                <a:solidFill>
                  <a:schemeClr val="dk1"/>
                </a:solidFill>
                <a:latin typeface="Cambria"/>
                <a:ea typeface="Cambria"/>
                <a:cs typeface="Cambria"/>
                <a:sym typeface="Cambria"/>
              </a:rPr>
              <a:t>Foreground Services: </a:t>
            </a:r>
            <a:r>
              <a:rPr b="0" i="0" lang="en-US" sz="2200" u="none" cap="none" strike="noStrike">
                <a:solidFill>
                  <a:schemeClr val="dk1"/>
                </a:solidFill>
                <a:latin typeface="Cambria"/>
                <a:ea typeface="Cambria"/>
                <a:cs typeface="Cambria"/>
                <a:sym typeface="Cambria"/>
              </a:rPr>
              <a:t>Services that notify the user</a:t>
            </a:r>
            <a:endParaRPr/>
          </a:p>
          <a:p>
            <a:pPr indent="0" lvl="0" marL="0" marR="0" rtl="0" algn="just">
              <a:lnSpc>
                <a:spcPct val="100000"/>
              </a:lnSpc>
              <a:spcBef>
                <a:spcPts val="0"/>
              </a:spcBef>
              <a:spcAft>
                <a:spcPts val="0"/>
              </a:spcAft>
              <a:buClr>
                <a:schemeClr val="dk1"/>
              </a:buClr>
              <a:buSzPts val="2200"/>
              <a:buFont typeface="Arial"/>
              <a:buNone/>
            </a:pPr>
            <a:r>
              <a:rPr b="0" i="0" lang="en-US" sz="2200" u="none" cap="none" strike="noStrike">
                <a:solidFill>
                  <a:schemeClr val="dk1"/>
                </a:solidFill>
                <a:latin typeface="Cambria"/>
                <a:ea typeface="Cambria"/>
                <a:cs typeface="Cambria"/>
                <a:sym typeface="Cambria"/>
              </a:rPr>
              <a:t> about its ongoing operations are termed as Foreground </a:t>
            </a:r>
            <a:endParaRPr/>
          </a:p>
          <a:p>
            <a:pPr indent="0" lvl="0" marL="0" marR="0" rtl="0" algn="just">
              <a:lnSpc>
                <a:spcPct val="100000"/>
              </a:lnSpc>
              <a:spcBef>
                <a:spcPts val="0"/>
              </a:spcBef>
              <a:spcAft>
                <a:spcPts val="0"/>
              </a:spcAft>
              <a:buClr>
                <a:schemeClr val="dk1"/>
              </a:buClr>
              <a:buSzPts val="2200"/>
              <a:buFont typeface="Arial"/>
              <a:buNone/>
            </a:pPr>
            <a:r>
              <a:rPr b="0" i="0" lang="en-US" sz="2200" u="none" cap="none" strike="noStrike">
                <a:solidFill>
                  <a:schemeClr val="dk1"/>
                </a:solidFill>
                <a:latin typeface="Cambria"/>
                <a:ea typeface="Cambria"/>
                <a:cs typeface="Cambria"/>
                <a:sym typeface="Cambria"/>
              </a:rPr>
              <a:t>Services. Users can interact with the service by the </a:t>
            </a:r>
            <a:endParaRPr/>
          </a:p>
          <a:p>
            <a:pPr indent="0" lvl="0" marL="0" marR="0" rtl="0" algn="just">
              <a:lnSpc>
                <a:spcPct val="100000"/>
              </a:lnSpc>
              <a:spcBef>
                <a:spcPts val="0"/>
              </a:spcBef>
              <a:spcAft>
                <a:spcPts val="0"/>
              </a:spcAft>
              <a:buClr>
                <a:schemeClr val="dk1"/>
              </a:buClr>
              <a:buSzPts val="2200"/>
              <a:buFont typeface="Arial"/>
              <a:buNone/>
            </a:pPr>
            <a:r>
              <a:rPr b="0" i="0" lang="en-US" sz="2200" u="none" cap="none" strike="noStrike">
                <a:solidFill>
                  <a:schemeClr val="dk1"/>
                </a:solidFill>
                <a:latin typeface="Cambria"/>
                <a:ea typeface="Cambria"/>
                <a:cs typeface="Cambria"/>
                <a:sym typeface="Cambria"/>
              </a:rPr>
              <a:t>notifications provided about the ongoing task.</a:t>
            </a:r>
            <a:endParaRPr/>
          </a:p>
          <a:p>
            <a:pPr indent="0" lvl="0" marL="0" marR="0" rtl="0" algn="just">
              <a:lnSpc>
                <a:spcPct val="100000"/>
              </a:lnSpc>
              <a:spcBef>
                <a:spcPts val="0"/>
              </a:spcBef>
              <a:spcAft>
                <a:spcPts val="0"/>
              </a:spcAft>
              <a:buClr>
                <a:schemeClr val="dk1"/>
              </a:buClr>
              <a:buSzPts val="2200"/>
              <a:buFont typeface="Arial"/>
              <a:buNone/>
            </a:pPr>
            <a:r>
              <a:t/>
            </a:r>
            <a:endParaRPr b="0" i="0" sz="2200" u="none" cap="none" strike="noStrike">
              <a:solidFill>
                <a:schemeClr val="dk1"/>
              </a:solidFill>
              <a:latin typeface="Cambria"/>
              <a:ea typeface="Cambria"/>
              <a:cs typeface="Cambria"/>
              <a:sym typeface="Cambria"/>
            </a:endParaRPr>
          </a:p>
          <a:p>
            <a:pPr indent="0" lvl="0" marL="0" marR="0" rtl="0" algn="just">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Cambria"/>
                <a:ea typeface="Cambria"/>
                <a:cs typeface="Cambria"/>
                <a:sym typeface="Cambria"/>
              </a:rPr>
              <a:t>2. </a:t>
            </a:r>
            <a:r>
              <a:rPr b="1" i="0" lang="en-US" sz="2400" u="none" cap="none" strike="noStrike">
                <a:solidFill>
                  <a:schemeClr val="dk1"/>
                </a:solidFill>
                <a:latin typeface="Cambria"/>
                <a:ea typeface="Cambria"/>
                <a:cs typeface="Cambria"/>
                <a:sym typeface="Cambria"/>
              </a:rPr>
              <a:t>Background Services: </a:t>
            </a:r>
            <a:r>
              <a:rPr b="0" i="0" lang="en-US" sz="2200" u="none" cap="none" strike="noStrike">
                <a:solidFill>
                  <a:schemeClr val="dk1"/>
                </a:solidFill>
                <a:latin typeface="Cambria"/>
                <a:ea typeface="Cambria"/>
                <a:cs typeface="Cambria"/>
                <a:sym typeface="Cambria"/>
              </a:rPr>
              <a:t>Background services do not require any user intervention. These services do not notify the user about ongoing background tasks and users also cannot access them.</a:t>
            </a:r>
            <a:endParaRPr b="0" i="0" sz="2200" u="none" cap="none" strike="noStrike">
              <a:solidFill>
                <a:schemeClr val="dk1"/>
              </a:solidFill>
              <a:latin typeface="Cambria"/>
              <a:ea typeface="Cambria"/>
              <a:cs typeface="Cambria"/>
              <a:sym typeface="Cambria"/>
            </a:endParaRPr>
          </a:p>
          <a:p>
            <a:pPr indent="0" lvl="0" marL="0" marR="0" rtl="0" algn="just">
              <a:lnSpc>
                <a:spcPct val="100000"/>
              </a:lnSpc>
              <a:spcBef>
                <a:spcPts val="1200"/>
              </a:spcBef>
              <a:spcAft>
                <a:spcPts val="0"/>
              </a:spcAft>
              <a:buClr>
                <a:schemeClr val="dk1"/>
              </a:buClr>
              <a:buSzPts val="2400"/>
              <a:buFont typeface="Arial"/>
              <a:buNone/>
            </a:pPr>
            <a:r>
              <a:rPr b="1" i="0" lang="en-US" sz="2400" u="none" cap="none" strike="noStrike">
                <a:solidFill>
                  <a:schemeClr val="dk1"/>
                </a:solidFill>
                <a:latin typeface="Cambria"/>
                <a:ea typeface="Cambria"/>
                <a:cs typeface="Cambria"/>
                <a:sym typeface="Cambria"/>
              </a:rPr>
              <a:t>3. Bound Services: </a:t>
            </a:r>
            <a:r>
              <a:rPr b="0" i="0" lang="en-US" sz="2200" u="none" cap="none" strike="noStrike">
                <a:solidFill>
                  <a:schemeClr val="dk1"/>
                </a:solidFill>
                <a:latin typeface="Cambria"/>
                <a:ea typeface="Cambria"/>
                <a:cs typeface="Cambria"/>
                <a:sym typeface="Cambria"/>
              </a:rPr>
              <a:t>This type of android service allows the components of the application like activity to bound themselves with it. Bound services perform their task as long as any application component is bound to it. In order to bind an application component with a service bindService() method is used. </a:t>
            </a:r>
            <a:endParaRPr b="0" i="0" sz="2200" u="none" cap="none" strike="noStrike">
              <a:solidFill>
                <a:schemeClr val="dk1"/>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5"/>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2" name="Google Shape;122;p5"/>
          <p:cNvSpPr txBox="1"/>
          <p:nvPr/>
        </p:nvSpPr>
        <p:spPr>
          <a:xfrm>
            <a:off x="141890" y="0"/>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Life Cycle of Android Services </a:t>
            </a:r>
            <a:endParaRPr b="1" i="0" sz="3600" u="none" cap="none" strike="noStrike">
              <a:solidFill>
                <a:srgbClr val="002060"/>
              </a:solidFill>
              <a:latin typeface="Cambria"/>
              <a:ea typeface="Cambria"/>
              <a:cs typeface="Cambria"/>
              <a:sym typeface="Cambria"/>
            </a:endParaRPr>
          </a:p>
        </p:txBody>
      </p:sp>
      <p:pic>
        <p:nvPicPr>
          <p:cNvPr id="123" name="Google Shape;123;p5"/>
          <p:cNvPicPr preferRelativeResize="0"/>
          <p:nvPr/>
        </p:nvPicPr>
        <p:blipFill rotWithShape="1">
          <a:blip r:embed="rId3">
            <a:alphaModFix/>
          </a:blip>
          <a:srcRect b="0" l="0" r="0" t="0"/>
          <a:stretch/>
        </p:blipFill>
        <p:spPr>
          <a:xfrm>
            <a:off x="7381083" y="636040"/>
            <a:ext cx="4098647" cy="5341939"/>
          </a:xfrm>
          <a:prstGeom prst="rect">
            <a:avLst/>
          </a:prstGeom>
          <a:noFill/>
          <a:ln>
            <a:noFill/>
          </a:ln>
        </p:spPr>
      </p:pic>
      <p:sp>
        <p:nvSpPr>
          <p:cNvPr id="124" name="Google Shape;124;p5"/>
          <p:cNvSpPr txBox="1"/>
          <p:nvPr/>
        </p:nvSpPr>
        <p:spPr>
          <a:xfrm>
            <a:off x="270933" y="1032704"/>
            <a:ext cx="6918143" cy="4705944"/>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Cambria"/>
                <a:ea typeface="Cambria"/>
                <a:cs typeface="Cambria"/>
                <a:sym typeface="Cambria"/>
              </a:rPr>
              <a:t>onStartCommand(): </a:t>
            </a:r>
            <a:r>
              <a:rPr b="0" i="0" lang="en-US" sz="2400" u="none" cap="none" strike="noStrike">
                <a:solidFill>
                  <a:schemeClr val="dk1"/>
                </a:solidFill>
                <a:latin typeface="Cambria"/>
                <a:ea typeface="Cambria"/>
                <a:cs typeface="Cambria"/>
                <a:sym typeface="Cambria"/>
              </a:rPr>
              <a:t>The Android service calls this method when a component(eg: activity) requests to start a service using startService(). Once the service is started, it can be stopped explicitly using stopService() or stopSelf() methods.</a:t>
            </a:r>
            <a:endParaRPr/>
          </a:p>
          <a:p>
            <a:pPr indent="-228600" lvl="0" marL="228600" marR="0" rtl="0" algn="just">
              <a:lnSpc>
                <a:spcPct val="100000"/>
              </a:lnSpc>
              <a:spcBef>
                <a:spcPts val="1200"/>
              </a:spcBef>
              <a:spcAft>
                <a:spcPts val="0"/>
              </a:spcAft>
              <a:buClr>
                <a:schemeClr val="dk1"/>
              </a:buClr>
              <a:buSzPts val="2400"/>
              <a:buFont typeface="Arial"/>
              <a:buChar char="•"/>
            </a:pPr>
            <a:r>
              <a:rPr b="1" i="0" lang="en-US" sz="2400" u="none" cap="none" strike="noStrike">
                <a:solidFill>
                  <a:schemeClr val="dk1"/>
                </a:solidFill>
                <a:latin typeface="Cambria"/>
                <a:ea typeface="Cambria"/>
                <a:cs typeface="Cambria"/>
                <a:sym typeface="Cambria"/>
              </a:rPr>
              <a:t>onCreate(): </a:t>
            </a:r>
            <a:r>
              <a:rPr b="0" i="0" lang="en-US" sz="2400" u="none" cap="none" strike="noStrike">
                <a:solidFill>
                  <a:schemeClr val="dk1"/>
                </a:solidFill>
                <a:latin typeface="Cambria"/>
                <a:ea typeface="Cambria"/>
                <a:cs typeface="Cambria"/>
                <a:sym typeface="Cambria"/>
              </a:rPr>
              <a:t>Whenever a service is created either using onStartCommand() or onBind(), the android system calls this method. This method is necessary to perform a one-time-set-up.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0" name="Google Shape;130;p6"/>
          <p:cNvSpPr txBox="1"/>
          <p:nvPr/>
        </p:nvSpPr>
        <p:spPr>
          <a:xfrm>
            <a:off x="141890" y="0"/>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Life Cycle of Android Services </a:t>
            </a:r>
            <a:endParaRPr b="1" i="0" sz="3600" u="none" cap="none" strike="noStrike">
              <a:solidFill>
                <a:srgbClr val="002060"/>
              </a:solidFill>
              <a:latin typeface="Cambria"/>
              <a:ea typeface="Cambria"/>
              <a:cs typeface="Cambria"/>
              <a:sym typeface="Cambria"/>
            </a:endParaRPr>
          </a:p>
        </p:txBody>
      </p:sp>
      <p:sp>
        <p:nvSpPr>
          <p:cNvPr id="131" name="Google Shape;131;p6"/>
          <p:cNvSpPr txBox="1"/>
          <p:nvPr/>
        </p:nvSpPr>
        <p:spPr>
          <a:xfrm>
            <a:off x="141890" y="832370"/>
            <a:ext cx="11824138" cy="4705944"/>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Cambria"/>
                <a:ea typeface="Cambria"/>
                <a:cs typeface="Cambria"/>
                <a:sym typeface="Cambria"/>
              </a:rPr>
              <a:t>onBind(): </a:t>
            </a:r>
            <a:r>
              <a:rPr b="0" i="0" lang="en-US" sz="2400" u="none" cap="none" strike="noStrike">
                <a:solidFill>
                  <a:schemeClr val="dk1"/>
                </a:solidFill>
                <a:latin typeface="Cambria"/>
                <a:ea typeface="Cambria"/>
                <a:cs typeface="Cambria"/>
                <a:sym typeface="Cambria"/>
              </a:rPr>
              <a:t>This method is mandatory to implement in android service and is invoked whenever an application component calls the bindService() method in order to bind itself with a service. User-interface is also provided to communicate with the service effectively by returning an IBinder object. If the binding of service is not required then the method must return null.</a:t>
            </a:r>
            <a:endParaRPr/>
          </a:p>
          <a:p>
            <a:pPr indent="-228600" lvl="0" marL="228600" marR="0" rtl="0" algn="just">
              <a:lnSpc>
                <a:spcPct val="100000"/>
              </a:lnSpc>
              <a:spcBef>
                <a:spcPts val="1200"/>
              </a:spcBef>
              <a:spcAft>
                <a:spcPts val="0"/>
              </a:spcAft>
              <a:buClr>
                <a:schemeClr val="dk1"/>
              </a:buClr>
              <a:buSzPts val="2400"/>
              <a:buFont typeface="Arial"/>
              <a:buChar char="•"/>
            </a:pPr>
            <a:r>
              <a:rPr b="1" i="0" lang="en-US" sz="2400" u="none" cap="none" strike="noStrike">
                <a:solidFill>
                  <a:schemeClr val="dk1"/>
                </a:solidFill>
                <a:latin typeface="Cambria"/>
                <a:ea typeface="Cambria"/>
                <a:cs typeface="Cambria"/>
                <a:sym typeface="Cambria"/>
              </a:rPr>
              <a:t>onUnBind(): </a:t>
            </a:r>
            <a:r>
              <a:rPr b="0" i="0" lang="en-US" sz="2400" u="none" cap="none" strike="noStrike">
                <a:solidFill>
                  <a:schemeClr val="dk1"/>
                </a:solidFill>
                <a:latin typeface="Cambria"/>
                <a:ea typeface="Cambria"/>
                <a:cs typeface="Cambria"/>
                <a:sym typeface="Cambria"/>
              </a:rPr>
              <a:t>The Android system invokes this method when all the clients get disconnected from a particular service interface.</a:t>
            </a:r>
            <a:endParaRPr/>
          </a:p>
          <a:p>
            <a:pPr indent="-228600" lvl="0" marL="228600" marR="0" rtl="0" algn="just">
              <a:lnSpc>
                <a:spcPct val="100000"/>
              </a:lnSpc>
              <a:spcBef>
                <a:spcPts val="1200"/>
              </a:spcBef>
              <a:spcAft>
                <a:spcPts val="0"/>
              </a:spcAft>
              <a:buClr>
                <a:schemeClr val="dk1"/>
              </a:buClr>
              <a:buSzPts val="2400"/>
              <a:buFont typeface="Arial"/>
              <a:buChar char="•"/>
            </a:pPr>
            <a:r>
              <a:rPr b="1" i="0" lang="en-US" sz="2400" u="none" cap="none" strike="noStrike">
                <a:solidFill>
                  <a:schemeClr val="dk1"/>
                </a:solidFill>
                <a:latin typeface="Cambria"/>
                <a:ea typeface="Cambria"/>
                <a:cs typeface="Cambria"/>
                <a:sym typeface="Cambria"/>
              </a:rPr>
              <a:t>onDestroy(): </a:t>
            </a:r>
            <a:r>
              <a:rPr b="0" i="0" lang="en-US" sz="2400" u="none" cap="none" strike="noStrike">
                <a:solidFill>
                  <a:schemeClr val="dk1"/>
                </a:solidFill>
                <a:latin typeface="Cambria"/>
                <a:ea typeface="Cambria"/>
                <a:cs typeface="Cambria"/>
                <a:sym typeface="Cambria"/>
              </a:rPr>
              <a:t>When a service is no longer in use, the system invokes this method just before the service destroys as a final clean up call. Services must implement this method in order to clean up resources like registered listeners, threads, receivers, etc.</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7"/>
          <p:cNvSpPr txBox="1"/>
          <p:nvPr>
            <p:ph type="title"/>
          </p:nvPr>
        </p:nvSpPr>
        <p:spPr>
          <a:xfrm>
            <a:off x="270933" y="200334"/>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Broadcasts </a:t>
            </a:r>
            <a:endParaRPr b="1" sz="3600">
              <a:solidFill>
                <a:srgbClr val="002060"/>
              </a:solidFill>
            </a:endParaRPr>
          </a:p>
        </p:txBody>
      </p:sp>
      <p:sp>
        <p:nvSpPr>
          <p:cNvPr id="137" name="Google Shape;137;p7"/>
          <p:cNvSpPr txBox="1"/>
          <p:nvPr>
            <p:ph idx="1" type="body"/>
          </p:nvPr>
        </p:nvSpPr>
        <p:spPr>
          <a:xfrm>
            <a:off x="270933" y="1032704"/>
            <a:ext cx="10908323" cy="3307917"/>
          </a:xfrm>
          <a:prstGeom prst="rect">
            <a:avLst/>
          </a:prstGeom>
          <a:noFill/>
          <a:ln>
            <a:noFill/>
          </a:ln>
        </p:spPr>
        <p:txBody>
          <a:bodyPr anchorCtr="0" anchor="t" bIns="45700" lIns="91425" spcFirstLastPara="1" rIns="91425" wrap="square" tIns="45700">
            <a:noAutofit/>
          </a:bodyPr>
          <a:lstStyle/>
          <a:p>
            <a:pPr indent="-457200" lvl="0" marL="457200" rtl="0" algn="just">
              <a:lnSpc>
                <a:spcPct val="100000"/>
              </a:lnSpc>
              <a:spcBef>
                <a:spcPts val="0"/>
              </a:spcBef>
              <a:spcAft>
                <a:spcPts val="0"/>
              </a:spcAft>
              <a:buClr>
                <a:schemeClr val="dk1"/>
              </a:buClr>
              <a:buSzPts val="2400"/>
              <a:buFont typeface="Calibri"/>
              <a:buAutoNum type="arabicPeriod"/>
            </a:pPr>
            <a:r>
              <a:rPr lang="en-US" sz="2400"/>
              <a:t>Android apps can send or receive broadcast messages from the Android system and other Android apps, similar to the publish-subscribe design pattern. </a:t>
            </a:r>
            <a:endParaRPr/>
          </a:p>
          <a:p>
            <a:pPr indent="-457200" lvl="0" marL="457200" rtl="0" algn="just">
              <a:lnSpc>
                <a:spcPct val="100000"/>
              </a:lnSpc>
              <a:spcBef>
                <a:spcPts val="1200"/>
              </a:spcBef>
              <a:spcAft>
                <a:spcPts val="0"/>
              </a:spcAft>
              <a:buClr>
                <a:schemeClr val="dk1"/>
              </a:buClr>
              <a:buSzPts val="2400"/>
              <a:buFont typeface="Calibri"/>
              <a:buAutoNum type="arabicPeriod"/>
            </a:pPr>
            <a:r>
              <a:rPr lang="en-US" sz="2400"/>
              <a:t>These broadcasts are sent when an event of interest occurs. For example, the Android system sends broadcasts when various system events occur, such as when the system boots up or the device starts charging. Apps can also send custom broadcasts, for example, to notify other apps of something that they might be interested in.</a:t>
            </a:r>
            <a:endParaRPr/>
          </a:p>
        </p:txBody>
      </p:sp>
      <p:sp>
        <p:nvSpPr>
          <p:cNvPr id="138" name="Google Shape;138;p7"/>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8"/>
          <p:cNvSpPr txBox="1"/>
          <p:nvPr>
            <p:ph idx="1" type="body"/>
          </p:nvPr>
        </p:nvSpPr>
        <p:spPr>
          <a:xfrm>
            <a:off x="270932" y="1032705"/>
            <a:ext cx="11531861" cy="2976588"/>
          </a:xfrm>
          <a:prstGeom prst="rect">
            <a:avLst/>
          </a:prstGeom>
          <a:noFill/>
          <a:ln>
            <a:noFill/>
          </a:ln>
        </p:spPr>
        <p:txBody>
          <a:bodyPr anchorCtr="0" anchor="t" bIns="45700" lIns="91425" spcFirstLastPara="1" rIns="91425" wrap="square" tIns="45700">
            <a:noAutofit/>
          </a:bodyPr>
          <a:lstStyle/>
          <a:p>
            <a:pPr indent="-457200" lvl="0" marL="457200" rtl="0" algn="just">
              <a:lnSpc>
                <a:spcPct val="100000"/>
              </a:lnSpc>
              <a:spcBef>
                <a:spcPts val="0"/>
              </a:spcBef>
              <a:spcAft>
                <a:spcPts val="0"/>
              </a:spcAft>
              <a:buClr>
                <a:schemeClr val="dk1"/>
              </a:buClr>
              <a:buSzPts val="2400"/>
              <a:buFont typeface="Calibri"/>
              <a:buAutoNum type="arabicPeriod" startAt="3"/>
            </a:pPr>
            <a:r>
              <a:rPr lang="en-US" sz="2400"/>
              <a:t>Apps can register to receive specific broadcasts. When a broadcast is sent, the system automatically routes broadcasts to apps that have subscribed to receive that particular type of broadcast.</a:t>
            </a:r>
            <a:endParaRPr/>
          </a:p>
          <a:p>
            <a:pPr indent="-457200" lvl="0" marL="457200" rtl="0" algn="just">
              <a:lnSpc>
                <a:spcPct val="100000"/>
              </a:lnSpc>
              <a:spcBef>
                <a:spcPts val="1200"/>
              </a:spcBef>
              <a:spcAft>
                <a:spcPts val="0"/>
              </a:spcAft>
              <a:buClr>
                <a:schemeClr val="dk1"/>
              </a:buClr>
              <a:buSzPts val="2400"/>
              <a:buFont typeface="Calibri"/>
              <a:buAutoNum type="arabicPeriod" startAt="3"/>
            </a:pPr>
            <a:r>
              <a:rPr lang="en-US" sz="2400"/>
              <a:t>Generally speaking, broadcasts can be used as a messaging system across apps and outside of the normal user flow. However, you must be careful not to abuse the opportunity to respond to broadcasts and run jobs in the background that can contribute to a slow system performance.</a:t>
            </a:r>
            <a:endParaRPr/>
          </a:p>
        </p:txBody>
      </p:sp>
      <p:sp>
        <p:nvSpPr>
          <p:cNvPr id="144" name="Google Shape;144;p8"/>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145" name="Google Shape;145;p8"/>
          <p:cNvSpPr txBox="1"/>
          <p:nvPr>
            <p:ph type="title"/>
          </p:nvPr>
        </p:nvSpPr>
        <p:spPr>
          <a:xfrm>
            <a:off x="270933" y="200334"/>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Broadcasts </a:t>
            </a:r>
            <a:endParaRPr b="1" sz="3600">
              <a:solidFill>
                <a:srgbClr val="00206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9"/>
          <p:cNvSpPr txBox="1"/>
          <p:nvPr>
            <p:ph type="title"/>
          </p:nvPr>
        </p:nvSpPr>
        <p:spPr>
          <a:xfrm>
            <a:off x="270933" y="298807"/>
            <a:ext cx="10515600" cy="517119"/>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About system broadcasts</a:t>
            </a:r>
            <a:endParaRPr/>
          </a:p>
        </p:txBody>
      </p:sp>
      <p:sp>
        <p:nvSpPr>
          <p:cNvPr id="151" name="Google Shape;151;p9"/>
          <p:cNvSpPr txBox="1"/>
          <p:nvPr>
            <p:ph idx="1" type="body"/>
          </p:nvPr>
        </p:nvSpPr>
        <p:spPr>
          <a:xfrm>
            <a:off x="270933" y="917817"/>
            <a:ext cx="11475590" cy="3583846"/>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400"/>
              <a:buChar char="•"/>
            </a:pPr>
            <a:r>
              <a:rPr lang="en-US" sz="2400"/>
              <a:t>The system automatically sends broadcasts when various system events occur, such as when the system switches in and out of airplane mode. System broadcasts are sent to all apps that are subscribed to receive the event.</a:t>
            </a:r>
            <a:endParaRPr/>
          </a:p>
          <a:p>
            <a:pPr indent="-228600" lvl="0" marL="228600" rtl="0" algn="just">
              <a:lnSpc>
                <a:spcPct val="100000"/>
              </a:lnSpc>
              <a:spcBef>
                <a:spcPts val="1200"/>
              </a:spcBef>
              <a:spcAft>
                <a:spcPts val="0"/>
              </a:spcAft>
              <a:buClr>
                <a:schemeClr val="dk1"/>
              </a:buClr>
              <a:buSzPts val="2400"/>
              <a:buChar char="•"/>
            </a:pPr>
            <a:r>
              <a:rPr lang="en-US" sz="2400"/>
              <a:t>For a complete list of system broadcast actions, see the BROADCAST_ACTIONS.TXT file in the Android SDK. Each broadcast action has a constant field associated with it. For example, the value of the constant   ACTION_AIRPLANE_MODE_CHANGED is android.intent.action.AIRPLANE_MODE. Documentation for each broadcast action is available in its associated constant field.</a:t>
            </a:r>
            <a:endParaRPr/>
          </a:p>
        </p:txBody>
      </p:sp>
      <p:sp>
        <p:nvSpPr>
          <p:cNvPr id="152" name="Google Shape;152;p9"/>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txBox="1"/>
          <p:nvPr>
            <p:ph type="title"/>
          </p:nvPr>
        </p:nvSpPr>
        <p:spPr>
          <a:xfrm>
            <a:off x="270933" y="228469"/>
            <a:ext cx="10515600" cy="587457"/>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Changes to system broadcasts</a:t>
            </a:r>
            <a:endParaRPr/>
          </a:p>
        </p:txBody>
      </p:sp>
      <p:sp>
        <p:nvSpPr>
          <p:cNvPr id="158" name="Google Shape;158;p10"/>
          <p:cNvSpPr txBox="1"/>
          <p:nvPr>
            <p:ph idx="1" type="body"/>
          </p:nvPr>
        </p:nvSpPr>
        <p:spPr>
          <a:xfrm>
            <a:off x="270933" y="884253"/>
            <a:ext cx="11425917" cy="4503673"/>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000"/>
              <a:buChar char="•"/>
            </a:pPr>
            <a:r>
              <a:rPr lang="en-US" sz="2000"/>
              <a:t>As the Android platform evolves, it periodically changes how system broadcasts behave. Keep the following changes in mind if your app targets Android 7.0 (API level 24) or higher, or if it's installed on devices running Android 7.0 or higher.</a:t>
            </a:r>
            <a:endParaRPr/>
          </a:p>
          <a:p>
            <a:pPr indent="-228600" lvl="0" marL="228600" rtl="0" algn="just">
              <a:lnSpc>
                <a:spcPct val="100000"/>
              </a:lnSpc>
              <a:spcBef>
                <a:spcPts val="1200"/>
              </a:spcBef>
              <a:spcAft>
                <a:spcPts val="0"/>
              </a:spcAft>
              <a:buClr>
                <a:schemeClr val="dk1"/>
              </a:buClr>
              <a:buSzPts val="2000"/>
              <a:buChar char="•"/>
            </a:pPr>
            <a:r>
              <a:rPr lang="en-US" sz="2000"/>
              <a:t>Android 9:</a:t>
            </a:r>
            <a:endParaRPr/>
          </a:p>
          <a:p>
            <a:pPr indent="-228600" lvl="1" marL="685800" rtl="0" algn="just">
              <a:lnSpc>
                <a:spcPct val="90000"/>
              </a:lnSpc>
              <a:spcBef>
                <a:spcPts val="1100"/>
              </a:spcBef>
              <a:spcAft>
                <a:spcPts val="0"/>
              </a:spcAft>
              <a:buClr>
                <a:schemeClr val="dk1"/>
              </a:buClr>
              <a:buSzPts val="2000"/>
              <a:buChar char="•"/>
            </a:pPr>
            <a:r>
              <a:rPr lang="en-US" sz="2000"/>
              <a:t>Beginning with Android 9 (API level 28), The </a:t>
            </a:r>
            <a:r>
              <a:rPr b="1" lang="en-US" sz="2000"/>
              <a:t>NETWORK_STATE_CHANGED_ACTION </a:t>
            </a:r>
            <a:r>
              <a:rPr lang="en-US" sz="2000"/>
              <a:t>broadcast doesn't receive information about the user's location or personally identifiable data.</a:t>
            </a:r>
            <a:endParaRPr/>
          </a:p>
          <a:p>
            <a:pPr indent="-228600" lvl="0" marL="228600" rtl="0" algn="just">
              <a:lnSpc>
                <a:spcPct val="90000"/>
              </a:lnSpc>
              <a:spcBef>
                <a:spcPts val="1000"/>
              </a:spcBef>
              <a:spcAft>
                <a:spcPts val="0"/>
              </a:spcAft>
              <a:buClr>
                <a:schemeClr val="dk1"/>
              </a:buClr>
              <a:buSzPts val="2000"/>
              <a:buChar char="•"/>
            </a:pPr>
            <a:r>
              <a:rPr lang="en-US" sz="2000"/>
              <a:t>Android 8.0:</a:t>
            </a:r>
            <a:endParaRPr/>
          </a:p>
          <a:p>
            <a:pPr indent="-228600" lvl="1" marL="685800" rtl="0" algn="just">
              <a:lnSpc>
                <a:spcPct val="90000"/>
              </a:lnSpc>
              <a:spcBef>
                <a:spcPts val="500"/>
              </a:spcBef>
              <a:spcAft>
                <a:spcPts val="0"/>
              </a:spcAft>
              <a:buClr>
                <a:schemeClr val="dk1"/>
              </a:buClr>
              <a:buSzPts val="2000"/>
              <a:buChar char="•"/>
            </a:pPr>
            <a:r>
              <a:rPr lang="en-US" sz="2000"/>
              <a:t>Beginning with Android 8.0 (API level 26), the system imposes additional restrictions on manifest-declared receivers.</a:t>
            </a:r>
            <a:endParaRPr/>
          </a:p>
          <a:p>
            <a:pPr indent="-228600" lvl="1" marL="685800" rtl="0" algn="just">
              <a:lnSpc>
                <a:spcPct val="90000"/>
              </a:lnSpc>
              <a:spcBef>
                <a:spcPts val="500"/>
              </a:spcBef>
              <a:spcAft>
                <a:spcPts val="0"/>
              </a:spcAft>
              <a:buClr>
                <a:schemeClr val="dk1"/>
              </a:buClr>
              <a:buSzPts val="2000"/>
              <a:buChar char="•"/>
            </a:pPr>
            <a:r>
              <a:rPr lang="en-US" sz="2000"/>
              <a:t>If your app targets Android 8.0 or higher, you cannot use the manifest to declare a receiver for most implicit broadcasts (broadcasts that don't target your app specifically). You can still use a </a:t>
            </a:r>
            <a:r>
              <a:rPr b="1" lang="en-US" sz="2000"/>
              <a:t>context-registered receiver </a:t>
            </a:r>
            <a:r>
              <a:rPr lang="en-US" sz="2000"/>
              <a:t>when the user is actively using your app.</a:t>
            </a:r>
            <a:endParaRPr/>
          </a:p>
          <a:p>
            <a:pPr indent="-76200" lvl="0" marL="228600" rtl="0" algn="just">
              <a:lnSpc>
                <a:spcPct val="90000"/>
              </a:lnSpc>
              <a:spcBef>
                <a:spcPts val="1000"/>
              </a:spcBef>
              <a:spcAft>
                <a:spcPts val="0"/>
              </a:spcAft>
              <a:buClr>
                <a:schemeClr val="dk1"/>
              </a:buClr>
              <a:buSzPts val="2400"/>
              <a:buNone/>
            </a:pPr>
            <a:r>
              <a:t/>
            </a:r>
            <a:endParaRPr sz="2400"/>
          </a:p>
        </p:txBody>
      </p:sp>
      <p:sp>
        <p:nvSpPr>
          <p:cNvPr id="159" name="Google Shape;159;p10"/>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ph idx="1" type="body"/>
          </p:nvPr>
        </p:nvSpPr>
        <p:spPr>
          <a:xfrm>
            <a:off x="388032" y="815926"/>
            <a:ext cx="11386625" cy="3879669"/>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000"/>
              <a:buChar char="•"/>
            </a:pPr>
            <a:r>
              <a:rPr lang="en-US" sz="2000"/>
              <a:t>Android 7.0</a:t>
            </a:r>
            <a:endParaRPr/>
          </a:p>
          <a:p>
            <a:pPr indent="-228600" lvl="1" marL="685800" rtl="0" algn="just">
              <a:lnSpc>
                <a:spcPct val="90000"/>
              </a:lnSpc>
              <a:spcBef>
                <a:spcPts val="1700"/>
              </a:spcBef>
              <a:spcAft>
                <a:spcPts val="0"/>
              </a:spcAft>
              <a:buClr>
                <a:schemeClr val="dk1"/>
              </a:buClr>
              <a:buSzPts val="2000"/>
              <a:buChar char="•"/>
            </a:pPr>
            <a:r>
              <a:rPr lang="en-US" sz="2000"/>
              <a:t>Android 7.0 (API level 24) and higher don't send the following system broadcasts:</a:t>
            </a:r>
            <a:endParaRPr/>
          </a:p>
          <a:p>
            <a:pPr indent="-228600" lvl="1" marL="685800" rtl="0" algn="just">
              <a:lnSpc>
                <a:spcPct val="90000"/>
              </a:lnSpc>
              <a:spcBef>
                <a:spcPts val="500"/>
              </a:spcBef>
              <a:spcAft>
                <a:spcPts val="0"/>
              </a:spcAft>
              <a:buClr>
                <a:schemeClr val="dk1"/>
              </a:buClr>
              <a:buSzPts val="2000"/>
              <a:buChar char="•"/>
            </a:pPr>
            <a:r>
              <a:rPr lang="en-US" sz="2000"/>
              <a:t>ACTION_NEW_PICTURE</a:t>
            </a:r>
            <a:endParaRPr/>
          </a:p>
          <a:p>
            <a:pPr indent="-228600" lvl="1" marL="685800" rtl="0" algn="just">
              <a:lnSpc>
                <a:spcPct val="90000"/>
              </a:lnSpc>
              <a:spcBef>
                <a:spcPts val="500"/>
              </a:spcBef>
              <a:spcAft>
                <a:spcPts val="0"/>
              </a:spcAft>
              <a:buClr>
                <a:schemeClr val="dk1"/>
              </a:buClr>
              <a:buSzPts val="2000"/>
              <a:buChar char="•"/>
            </a:pPr>
            <a:r>
              <a:rPr lang="en-US" sz="2000"/>
              <a:t>ACTION_NEW_VIDEO</a:t>
            </a:r>
            <a:endParaRPr/>
          </a:p>
          <a:p>
            <a:pPr indent="-228600" lvl="1" marL="685800" rtl="0" algn="just">
              <a:lnSpc>
                <a:spcPct val="90000"/>
              </a:lnSpc>
              <a:spcBef>
                <a:spcPts val="500"/>
              </a:spcBef>
              <a:spcAft>
                <a:spcPts val="0"/>
              </a:spcAft>
              <a:buClr>
                <a:schemeClr val="dk1"/>
              </a:buClr>
              <a:buSzPts val="2000"/>
              <a:buChar char="•"/>
            </a:pPr>
            <a:r>
              <a:rPr lang="en-US" sz="2000"/>
              <a:t>Also, apps targeting Android 7.0 and higher must register the </a:t>
            </a:r>
            <a:r>
              <a:rPr b="1" lang="en-US" sz="2000"/>
              <a:t>CONNECTIVITY_ACTION </a:t>
            </a:r>
            <a:r>
              <a:rPr lang="en-US" sz="2000"/>
              <a:t>broadcast using </a:t>
            </a:r>
            <a:r>
              <a:rPr b="1" lang="en-US" sz="2000"/>
              <a:t>registerReceiver(BroadcastReceiver, IntentFilter)</a:t>
            </a:r>
            <a:r>
              <a:rPr lang="en-US" sz="2000"/>
              <a:t>. Declaring a receiver in the manifest doesn't work.</a:t>
            </a:r>
            <a:endParaRPr/>
          </a:p>
          <a:p>
            <a:pPr indent="-101600" lvl="0" marL="228600" rtl="0" algn="just">
              <a:lnSpc>
                <a:spcPct val="100000"/>
              </a:lnSpc>
              <a:spcBef>
                <a:spcPts val="0"/>
              </a:spcBef>
              <a:spcAft>
                <a:spcPts val="0"/>
              </a:spcAft>
              <a:buClr>
                <a:schemeClr val="dk1"/>
              </a:buClr>
              <a:buSzPts val="2000"/>
              <a:buNone/>
            </a:pPr>
            <a:r>
              <a:t/>
            </a:r>
            <a:endParaRPr sz="2000"/>
          </a:p>
        </p:txBody>
      </p:sp>
      <p:sp>
        <p:nvSpPr>
          <p:cNvPr id="165" name="Google Shape;165;p11"/>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166" name="Google Shape;166;p11"/>
          <p:cNvSpPr txBox="1"/>
          <p:nvPr>
            <p:ph type="title"/>
          </p:nvPr>
        </p:nvSpPr>
        <p:spPr>
          <a:xfrm>
            <a:off x="270933" y="228469"/>
            <a:ext cx="10515600" cy="587457"/>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Changes to system broadcasts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2"/>
          <p:cNvSpPr txBox="1"/>
          <p:nvPr>
            <p:ph type="title"/>
          </p:nvPr>
        </p:nvSpPr>
        <p:spPr>
          <a:xfrm>
            <a:off x="205154" y="62865"/>
            <a:ext cx="10515600" cy="699999"/>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Receiving broadcasts</a:t>
            </a:r>
            <a:endParaRPr b="1" sz="3600">
              <a:solidFill>
                <a:srgbClr val="002060"/>
              </a:solidFill>
            </a:endParaRPr>
          </a:p>
        </p:txBody>
      </p:sp>
      <p:sp>
        <p:nvSpPr>
          <p:cNvPr id="172" name="Google Shape;172;p12"/>
          <p:cNvSpPr txBox="1"/>
          <p:nvPr>
            <p:ph idx="1" type="body"/>
          </p:nvPr>
        </p:nvSpPr>
        <p:spPr>
          <a:xfrm>
            <a:off x="205154" y="762864"/>
            <a:ext cx="11583572" cy="4864213"/>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000"/>
              <a:buChar char="•"/>
            </a:pPr>
            <a:r>
              <a:rPr lang="en-US" sz="2000"/>
              <a:t>Apps can receive broadcasts in two ways: through manifest-declared receivers and context-registered receivers.</a:t>
            </a:r>
            <a:endParaRPr/>
          </a:p>
          <a:p>
            <a:pPr indent="-228600" lvl="0" marL="228600" rtl="0" algn="just">
              <a:lnSpc>
                <a:spcPct val="100000"/>
              </a:lnSpc>
              <a:spcBef>
                <a:spcPts val="1200"/>
              </a:spcBef>
              <a:spcAft>
                <a:spcPts val="0"/>
              </a:spcAft>
              <a:buClr>
                <a:schemeClr val="dk1"/>
              </a:buClr>
              <a:buSzPts val="2000"/>
              <a:buChar char="•"/>
            </a:pPr>
            <a:r>
              <a:rPr lang="en-US" sz="2000"/>
              <a:t>Manifest-declared receivers</a:t>
            </a:r>
            <a:endParaRPr/>
          </a:p>
          <a:p>
            <a:pPr indent="-228600" lvl="1" marL="685800" rtl="0" algn="just">
              <a:lnSpc>
                <a:spcPct val="90000"/>
              </a:lnSpc>
              <a:spcBef>
                <a:spcPts val="1100"/>
              </a:spcBef>
              <a:spcAft>
                <a:spcPts val="0"/>
              </a:spcAft>
              <a:buClr>
                <a:schemeClr val="dk1"/>
              </a:buClr>
              <a:buSzPts val="2000"/>
              <a:buChar char="•"/>
            </a:pPr>
            <a:r>
              <a:rPr lang="en-US" sz="2000"/>
              <a:t>If you declare a broadcast receiver in your manifest, the system launches your app (if the app is not already running) when the broadcast is sent.</a:t>
            </a:r>
            <a:endParaRPr/>
          </a:p>
          <a:p>
            <a:pPr indent="-228600" lvl="0" marL="228600" rtl="0" algn="l">
              <a:lnSpc>
                <a:spcPct val="90000"/>
              </a:lnSpc>
              <a:spcBef>
                <a:spcPts val="1000"/>
              </a:spcBef>
              <a:spcAft>
                <a:spcPts val="0"/>
              </a:spcAft>
              <a:buClr>
                <a:schemeClr val="dk1"/>
              </a:buClr>
              <a:buSzPts val="2400"/>
              <a:buChar char="•"/>
            </a:pPr>
            <a:r>
              <a:rPr lang="en-US" sz="2400">
                <a:latin typeface="Cambria"/>
                <a:ea typeface="Cambria"/>
                <a:cs typeface="Cambria"/>
                <a:sym typeface="Cambria"/>
              </a:rPr>
              <a:t>To declare a broadcast receiver in the manifest, perform the following steps:</a:t>
            </a:r>
            <a:endParaRPr/>
          </a:p>
          <a:p>
            <a:pPr indent="-228600" lvl="1" marL="685800" rtl="0" algn="l">
              <a:lnSpc>
                <a:spcPct val="90000"/>
              </a:lnSpc>
              <a:spcBef>
                <a:spcPts val="500"/>
              </a:spcBef>
              <a:spcAft>
                <a:spcPts val="0"/>
              </a:spcAft>
              <a:buClr>
                <a:schemeClr val="dk1"/>
              </a:buClr>
              <a:buSzPts val="2000"/>
              <a:buChar char="•"/>
            </a:pPr>
            <a:r>
              <a:rPr lang="en-US" sz="2000">
                <a:latin typeface="Cambria"/>
                <a:ea typeface="Cambria"/>
                <a:cs typeface="Cambria"/>
                <a:sym typeface="Cambria"/>
              </a:rPr>
              <a:t>Specify the &lt;receiver&gt; element in your app's manifest.</a:t>
            </a:r>
            <a:endParaRPr/>
          </a:p>
          <a:p>
            <a:pPr indent="0" lvl="2" marL="914400" rtl="0" algn="l">
              <a:lnSpc>
                <a:spcPct val="90000"/>
              </a:lnSpc>
              <a:spcBef>
                <a:spcPts val="500"/>
              </a:spcBef>
              <a:spcAft>
                <a:spcPts val="0"/>
              </a:spcAft>
              <a:buClr>
                <a:schemeClr val="dk1"/>
              </a:buClr>
              <a:buSzPts val="2000"/>
              <a:buNone/>
            </a:pPr>
            <a:r>
              <a:rPr lang="en-US">
                <a:latin typeface="Cambria"/>
                <a:ea typeface="Cambria"/>
                <a:cs typeface="Cambria"/>
                <a:sym typeface="Cambria"/>
              </a:rPr>
              <a:t>&lt;receiver android:name=".MyBroadcastReceiver"  android:exported="true"&gt;</a:t>
            </a:r>
            <a:br>
              <a:rPr lang="en-US"/>
            </a:br>
            <a:r>
              <a:rPr lang="en-US">
                <a:latin typeface="Cambria"/>
                <a:ea typeface="Cambria"/>
                <a:cs typeface="Cambria"/>
                <a:sym typeface="Cambria"/>
              </a:rPr>
              <a:t>    &lt;intent-filter&gt;</a:t>
            </a:r>
            <a:br>
              <a:rPr lang="en-US"/>
            </a:br>
            <a:r>
              <a:rPr lang="en-US">
                <a:latin typeface="Cambria"/>
                <a:ea typeface="Cambria"/>
                <a:cs typeface="Cambria"/>
                <a:sym typeface="Cambria"/>
              </a:rPr>
              <a:t>        &lt;action android:name="android.intent.action.BOOT_COMPLETED"/&gt;</a:t>
            </a:r>
            <a:br>
              <a:rPr lang="en-US"/>
            </a:br>
            <a:r>
              <a:rPr lang="en-US">
                <a:latin typeface="Cambria"/>
                <a:ea typeface="Cambria"/>
                <a:cs typeface="Cambria"/>
                <a:sym typeface="Cambria"/>
              </a:rPr>
              <a:t>        &lt;action android:name="android.intent.action.INPUT_METHOD_CHANGED" /&gt;</a:t>
            </a:r>
            <a:br>
              <a:rPr lang="en-US"/>
            </a:br>
            <a:r>
              <a:rPr lang="en-US">
                <a:latin typeface="Cambria"/>
                <a:ea typeface="Cambria"/>
                <a:cs typeface="Cambria"/>
                <a:sym typeface="Cambria"/>
              </a:rPr>
              <a:t>    &lt;/intent-filter&gt;</a:t>
            </a:r>
            <a:br>
              <a:rPr lang="en-US"/>
            </a:br>
            <a:r>
              <a:rPr lang="en-US">
                <a:latin typeface="Cambria"/>
                <a:ea typeface="Cambria"/>
                <a:cs typeface="Cambria"/>
                <a:sym typeface="Cambria"/>
              </a:rPr>
              <a:t>&lt;/receiver&gt;</a:t>
            </a:r>
            <a:endParaRPr sz="2400"/>
          </a:p>
        </p:txBody>
      </p:sp>
      <p:sp>
        <p:nvSpPr>
          <p:cNvPr id="173" name="Google Shape;173;p12"/>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ph idx="1" type="body"/>
          </p:nvPr>
        </p:nvSpPr>
        <p:spPr>
          <a:xfrm>
            <a:off x="205154" y="762864"/>
            <a:ext cx="11639843" cy="4746257"/>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000"/>
              <a:buChar char="•"/>
            </a:pPr>
            <a:r>
              <a:rPr lang="en-US" sz="2000"/>
              <a:t>Subclass </a:t>
            </a:r>
            <a:r>
              <a:rPr b="1" lang="en-US" sz="2000"/>
              <a:t>BroadcastReceiver</a:t>
            </a:r>
            <a:r>
              <a:rPr lang="en-US" sz="2000"/>
              <a:t> and implement </a:t>
            </a:r>
            <a:r>
              <a:rPr b="1" lang="en-US" sz="2000"/>
              <a:t>onReceive(Context, Intent</a:t>
            </a:r>
            <a:r>
              <a:rPr lang="en-US" sz="2000"/>
              <a:t>). The broadcast receiver in the following example logs and displays the contents of the broadcast:</a:t>
            </a:r>
            <a:endParaRPr/>
          </a:p>
          <a:p>
            <a:pPr indent="-228600" lvl="0" marL="228600" rtl="0" algn="l">
              <a:lnSpc>
                <a:spcPct val="100000"/>
              </a:lnSpc>
              <a:spcBef>
                <a:spcPts val="1200"/>
              </a:spcBef>
              <a:spcAft>
                <a:spcPts val="0"/>
              </a:spcAft>
              <a:buClr>
                <a:schemeClr val="dk1"/>
              </a:buClr>
              <a:buSzPts val="2000"/>
              <a:buChar char="•"/>
            </a:pPr>
            <a:r>
              <a:rPr lang="en-US" sz="2000"/>
              <a:t>public class MyBroadcastReceiver extends BroadcastReceiver {</a:t>
            </a:r>
            <a:br>
              <a:rPr lang="en-US" sz="2000"/>
            </a:br>
            <a:r>
              <a:rPr lang="en-US" sz="2000"/>
              <a:t>        private static final String TAG = "MyBroadcastReceiver";</a:t>
            </a:r>
            <a:br>
              <a:rPr lang="en-US" sz="2000"/>
            </a:br>
            <a:r>
              <a:rPr lang="en-US" sz="2000"/>
              <a:t>        @Override</a:t>
            </a:r>
            <a:br>
              <a:rPr lang="en-US" sz="2000"/>
            </a:br>
            <a:r>
              <a:rPr lang="en-US" sz="2000"/>
              <a:t>        public void onReceive(Context context, Intent intent) {</a:t>
            </a:r>
            <a:br>
              <a:rPr lang="en-US" sz="2000"/>
            </a:br>
            <a:r>
              <a:rPr lang="en-US" sz="2000"/>
              <a:t>            StringBuilder sb = new StringBuilder();</a:t>
            </a:r>
            <a:br>
              <a:rPr lang="en-US" sz="2000"/>
            </a:br>
            <a:r>
              <a:rPr lang="en-US" sz="2000"/>
              <a:t>            sb.append("Action: " + intent.getAction() + "\n");</a:t>
            </a:r>
            <a:br>
              <a:rPr lang="en-US" sz="2000"/>
            </a:br>
            <a:r>
              <a:rPr lang="en-US" sz="2000"/>
              <a:t>            sb.append("URI: " + intent.toUri(Intent.URI_INTENT_SCHEME).toString() + "\n");</a:t>
            </a:r>
            <a:br>
              <a:rPr lang="en-US" sz="2000"/>
            </a:br>
            <a:r>
              <a:rPr lang="en-US" sz="2000"/>
              <a:t>            String log = sb.toString();</a:t>
            </a:r>
            <a:br>
              <a:rPr lang="en-US" sz="2000"/>
            </a:br>
            <a:r>
              <a:rPr lang="en-US" sz="2000"/>
              <a:t>            Log.d(TAG, log);</a:t>
            </a:r>
            <a:br>
              <a:rPr lang="en-US" sz="2000"/>
            </a:br>
            <a:r>
              <a:rPr lang="en-US" sz="2000"/>
              <a:t>            Toast.makeText(context, log, Toast.LENGTH_LONG).show();</a:t>
            </a:r>
            <a:br>
              <a:rPr lang="en-US" sz="2000"/>
            </a:br>
            <a:r>
              <a:rPr lang="en-US" sz="2000"/>
              <a:t>        }</a:t>
            </a:r>
            <a:br>
              <a:rPr lang="en-US" sz="2000"/>
            </a:br>
            <a:r>
              <a:rPr lang="en-US" sz="2000"/>
              <a:t>    }</a:t>
            </a:r>
            <a:endParaRPr/>
          </a:p>
          <a:p>
            <a:pPr indent="-101600" lvl="0" marL="228600" rtl="0" algn="l">
              <a:lnSpc>
                <a:spcPct val="100000"/>
              </a:lnSpc>
              <a:spcBef>
                <a:spcPts val="1200"/>
              </a:spcBef>
              <a:spcAft>
                <a:spcPts val="0"/>
              </a:spcAft>
              <a:buClr>
                <a:schemeClr val="dk1"/>
              </a:buClr>
              <a:buSzPts val="2000"/>
              <a:buNone/>
            </a:pPr>
            <a:r>
              <a:t/>
            </a:r>
            <a:endParaRPr sz="2000"/>
          </a:p>
        </p:txBody>
      </p:sp>
      <p:sp>
        <p:nvSpPr>
          <p:cNvPr id="179" name="Google Shape;179;p13"/>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180" name="Google Shape;180;p13"/>
          <p:cNvSpPr txBox="1"/>
          <p:nvPr>
            <p:ph type="title"/>
          </p:nvPr>
        </p:nvSpPr>
        <p:spPr>
          <a:xfrm>
            <a:off x="205154" y="62865"/>
            <a:ext cx="10515600" cy="699999"/>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Receiving broadcasts</a:t>
            </a:r>
            <a:endParaRPr b="1" sz="3600">
              <a:solidFill>
                <a:srgbClr val="00206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4"/>
          <p:cNvSpPr txBox="1"/>
          <p:nvPr>
            <p:ph idx="1" type="body"/>
          </p:nvPr>
        </p:nvSpPr>
        <p:spPr>
          <a:xfrm>
            <a:off x="361553" y="720660"/>
            <a:ext cx="11625293" cy="479387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000"/>
              <a:buChar char="•"/>
            </a:pPr>
            <a:r>
              <a:rPr lang="en-US" sz="2000"/>
              <a:t>Context-registered receivers: To register a receiver with a context, perform the following steps: Create an instance of BroadcastReceiver.</a:t>
            </a:r>
            <a:endParaRPr/>
          </a:p>
          <a:p>
            <a:pPr indent="-228600" lvl="1" marL="685800" rtl="0" algn="l">
              <a:lnSpc>
                <a:spcPct val="90000"/>
              </a:lnSpc>
              <a:spcBef>
                <a:spcPts val="1100"/>
              </a:spcBef>
              <a:spcAft>
                <a:spcPts val="0"/>
              </a:spcAft>
              <a:buClr>
                <a:schemeClr val="dk1"/>
              </a:buClr>
              <a:buSzPts val="2000"/>
              <a:buChar char="•"/>
            </a:pPr>
            <a:r>
              <a:rPr lang="en-US" sz="2000"/>
              <a:t>BroadcastReceiver br = new MyBroadcastReceiver();</a:t>
            </a:r>
            <a:endParaRPr/>
          </a:p>
          <a:p>
            <a:pPr indent="-228600" lvl="1" marL="685800" rtl="0" algn="l">
              <a:lnSpc>
                <a:spcPct val="90000"/>
              </a:lnSpc>
              <a:spcBef>
                <a:spcPts val="500"/>
              </a:spcBef>
              <a:spcAft>
                <a:spcPts val="0"/>
              </a:spcAft>
              <a:buClr>
                <a:schemeClr val="dk1"/>
              </a:buClr>
              <a:buSzPts val="2000"/>
              <a:buChar char="•"/>
            </a:pPr>
            <a:r>
              <a:rPr lang="en-US" sz="2000"/>
              <a:t>Create an IntentFilter and register the receiver by calling registerReceiver(BroadcastReceiver, IntentFilter):</a:t>
            </a:r>
            <a:endParaRPr/>
          </a:p>
          <a:p>
            <a:pPr indent="-228600" lvl="1" marL="685800" rtl="0" algn="l">
              <a:lnSpc>
                <a:spcPct val="90000"/>
              </a:lnSpc>
              <a:spcBef>
                <a:spcPts val="500"/>
              </a:spcBef>
              <a:spcAft>
                <a:spcPts val="0"/>
              </a:spcAft>
              <a:buClr>
                <a:schemeClr val="dk1"/>
              </a:buClr>
              <a:buSzPts val="2000"/>
              <a:buChar char="•"/>
            </a:pPr>
            <a:r>
              <a:rPr lang="en-US" sz="2000"/>
              <a:t>IntentFilter filter = new IntentFilter(ConnectivityManager.CONNECTIVITY_ACTION);</a:t>
            </a:r>
            <a:br>
              <a:rPr lang="en-US" sz="2000"/>
            </a:br>
            <a:r>
              <a:rPr lang="en-US" sz="2000"/>
              <a:t>    filter.addAction(Intent.ACTION_AIRPLANE_MODE_CHANGED);</a:t>
            </a:r>
            <a:br>
              <a:rPr lang="en-US" sz="2000"/>
            </a:br>
            <a:r>
              <a:rPr lang="en-US" sz="2000"/>
              <a:t>    this.registerReceiver(br, filter);</a:t>
            </a:r>
            <a:endParaRPr/>
          </a:p>
          <a:p>
            <a:pPr indent="-228600" lvl="0" marL="228600" rtl="0" algn="just">
              <a:lnSpc>
                <a:spcPct val="100000"/>
              </a:lnSpc>
              <a:spcBef>
                <a:spcPts val="0"/>
              </a:spcBef>
              <a:spcAft>
                <a:spcPts val="0"/>
              </a:spcAft>
              <a:buClr>
                <a:schemeClr val="dk1"/>
              </a:buClr>
              <a:buSzPts val="2000"/>
              <a:buChar char="•"/>
            </a:pPr>
            <a:r>
              <a:rPr lang="en-US" sz="2000"/>
              <a:t>Context-registered receivers receive broadcasts as long as their registering context is valid. For an example, if you register within an Activity context, you receive broadcasts as long as the activity is not destroyed. If you register with the Application context, you receive broadcasts as long as the app is running.</a:t>
            </a:r>
            <a:endParaRPr/>
          </a:p>
          <a:p>
            <a:pPr indent="-228600" lvl="0" marL="228600" rtl="0" algn="just">
              <a:lnSpc>
                <a:spcPct val="100000"/>
              </a:lnSpc>
              <a:spcBef>
                <a:spcPts val="1200"/>
              </a:spcBef>
              <a:spcAft>
                <a:spcPts val="0"/>
              </a:spcAft>
              <a:buClr>
                <a:schemeClr val="dk1"/>
              </a:buClr>
              <a:buSzPts val="2000"/>
              <a:buChar char="•"/>
            </a:pPr>
            <a:r>
              <a:rPr lang="en-US" sz="2000"/>
              <a:t>To stop receiving broadcasts, call </a:t>
            </a:r>
            <a:r>
              <a:rPr b="1" lang="en-US" sz="2000"/>
              <a:t>unregisterReceiver(android.content.BroadcastReceiver)</a:t>
            </a:r>
            <a:r>
              <a:rPr lang="en-US" sz="2000"/>
              <a:t>. Be sure to unregister the receiver when you no longer need it or the context is no longer valid.</a:t>
            </a:r>
            <a:endParaRPr/>
          </a:p>
          <a:p>
            <a:pPr indent="-76200" lvl="0" marL="228600" rtl="0" algn="l">
              <a:lnSpc>
                <a:spcPct val="90000"/>
              </a:lnSpc>
              <a:spcBef>
                <a:spcPts val="2200"/>
              </a:spcBef>
              <a:spcAft>
                <a:spcPts val="0"/>
              </a:spcAft>
              <a:buClr>
                <a:schemeClr val="dk1"/>
              </a:buClr>
              <a:buSzPts val="2400"/>
              <a:buNone/>
            </a:pPr>
            <a:r>
              <a:t/>
            </a:r>
            <a:endParaRPr sz="2400"/>
          </a:p>
        </p:txBody>
      </p:sp>
      <p:sp>
        <p:nvSpPr>
          <p:cNvPr id="186" name="Google Shape;186;p14"/>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187" name="Google Shape;187;p14"/>
          <p:cNvSpPr txBox="1"/>
          <p:nvPr>
            <p:ph type="title"/>
          </p:nvPr>
        </p:nvSpPr>
        <p:spPr>
          <a:xfrm>
            <a:off x="205154" y="62865"/>
            <a:ext cx="10515600" cy="699999"/>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Receiving broadcasts</a:t>
            </a:r>
            <a:endParaRPr b="1" sz="3600">
              <a:solidFill>
                <a:srgbClr val="00206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5"/>
          <p:cNvSpPr txBox="1"/>
          <p:nvPr>
            <p:ph type="title"/>
          </p:nvPr>
        </p:nvSpPr>
        <p:spPr>
          <a:xfrm>
            <a:off x="270933" y="91001"/>
            <a:ext cx="4849707" cy="556113"/>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Sending broadcasts</a:t>
            </a:r>
            <a:endParaRPr b="1" sz="3600">
              <a:solidFill>
                <a:srgbClr val="002060"/>
              </a:solidFill>
            </a:endParaRPr>
          </a:p>
        </p:txBody>
      </p:sp>
      <p:sp>
        <p:nvSpPr>
          <p:cNvPr id="193" name="Google Shape;193;p15"/>
          <p:cNvSpPr txBox="1"/>
          <p:nvPr>
            <p:ph idx="1" type="body"/>
          </p:nvPr>
        </p:nvSpPr>
        <p:spPr>
          <a:xfrm>
            <a:off x="270932" y="757646"/>
            <a:ext cx="11545929" cy="4602145"/>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000"/>
              <a:buChar char="•"/>
            </a:pPr>
            <a:r>
              <a:rPr lang="en-US" sz="2000"/>
              <a:t>Android provides three ways for apps to send broadcast:</a:t>
            </a:r>
            <a:endParaRPr/>
          </a:p>
          <a:p>
            <a:pPr indent="-228600" lvl="0" marL="228600" rtl="0" algn="just">
              <a:lnSpc>
                <a:spcPct val="100000"/>
              </a:lnSpc>
              <a:spcBef>
                <a:spcPts val="600"/>
              </a:spcBef>
              <a:spcAft>
                <a:spcPts val="0"/>
              </a:spcAft>
              <a:buClr>
                <a:schemeClr val="dk1"/>
              </a:buClr>
              <a:buSzPts val="2000"/>
              <a:buChar char="•"/>
            </a:pPr>
            <a:r>
              <a:rPr lang="en-US" sz="2000"/>
              <a:t>The </a:t>
            </a:r>
            <a:r>
              <a:rPr b="1" lang="en-US" sz="2000"/>
              <a:t>sendOrderedBroadcast(Intent, String) </a:t>
            </a:r>
            <a:r>
              <a:rPr lang="en-US" sz="2000"/>
              <a:t>method sends broadcasts to one receiver at a time. As each receiver executes in turn, it can propagate a result to the next receiver, or it can completely abort the broadcast so that it won't be passed to other receivers. The order receivers run in can be controlled with the </a:t>
            </a:r>
            <a:r>
              <a:rPr b="1" lang="en-US" sz="2000"/>
              <a:t>android:priority </a:t>
            </a:r>
            <a:r>
              <a:rPr lang="en-US" sz="2000"/>
              <a:t>attribute of the matching intent-filter; receivers with the same priority will be run in an arbitrary order.</a:t>
            </a:r>
            <a:endParaRPr/>
          </a:p>
          <a:p>
            <a:pPr indent="-228600" lvl="0" marL="228600" rtl="0" algn="just">
              <a:lnSpc>
                <a:spcPct val="90000"/>
              </a:lnSpc>
              <a:spcBef>
                <a:spcPts val="1600"/>
              </a:spcBef>
              <a:spcAft>
                <a:spcPts val="0"/>
              </a:spcAft>
              <a:buClr>
                <a:schemeClr val="dk1"/>
              </a:buClr>
              <a:buSzPts val="2000"/>
              <a:buChar char="•"/>
            </a:pPr>
            <a:r>
              <a:rPr lang="en-US" sz="2000">
                <a:latin typeface="Cambria"/>
                <a:ea typeface="Cambria"/>
                <a:cs typeface="Cambria"/>
                <a:sym typeface="Cambria"/>
              </a:rPr>
              <a:t>The sendBroadcast(Intent) method sends broadcasts to all receivers in an undefined order. This is called a Normal Broadcast. This is more efficient, but means that receivers cannot read results from other receivers, propagate data received from the broadcast, or abort the broadcast.</a:t>
            </a:r>
            <a:endParaRPr sz="2000">
              <a:latin typeface="Cambria"/>
              <a:ea typeface="Cambria"/>
              <a:cs typeface="Cambria"/>
              <a:sym typeface="Cambria"/>
            </a:endParaRPr>
          </a:p>
          <a:p>
            <a:pPr indent="-228600" lvl="0" marL="228600" rtl="0" algn="just">
              <a:lnSpc>
                <a:spcPct val="90000"/>
              </a:lnSpc>
              <a:spcBef>
                <a:spcPts val="1000"/>
              </a:spcBef>
              <a:spcAft>
                <a:spcPts val="0"/>
              </a:spcAft>
              <a:buClr>
                <a:schemeClr val="dk1"/>
              </a:buClr>
              <a:buSzPts val="2000"/>
              <a:buChar char="•"/>
            </a:pPr>
            <a:r>
              <a:rPr lang="en-US" sz="2000">
                <a:latin typeface="Cambria"/>
                <a:ea typeface="Cambria"/>
                <a:cs typeface="Cambria"/>
                <a:sym typeface="Cambria"/>
              </a:rPr>
              <a:t>The </a:t>
            </a:r>
            <a:r>
              <a:rPr lang="en-US" sz="2000" u="sng">
                <a:solidFill>
                  <a:schemeClr val="hlink"/>
                </a:solidFill>
                <a:latin typeface="Cambria"/>
                <a:ea typeface="Cambria"/>
                <a:cs typeface="Cambria"/>
                <a:sym typeface="Cambria"/>
                <a:hlinkClick r:id="rId3"/>
              </a:rPr>
              <a:t>LocalBroadcastManager.sendBroadcast</a:t>
            </a:r>
            <a:r>
              <a:rPr lang="en-US" sz="2000">
                <a:latin typeface="Cambria"/>
                <a:ea typeface="Cambria"/>
                <a:cs typeface="Cambria"/>
                <a:sym typeface="Cambria"/>
              </a:rPr>
              <a:t> method sends broadcasts to receivers that are in the same app as the sender. If you don't need to send broadcasts across apps, use local broadcasts. The implementation is much more efficient (no interprocess communication needed) and you don't need to worry about any security issues related to other apps being able to receive or send your broadcasts.</a:t>
            </a:r>
            <a:endParaRPr sz="2000">
              <a:latin typeface="Cambria"/>
              <a:ea typeface="Cambria"/>
              <a:cs typeface="Cambria"/>
              <a:sym typeface="Cambria"/>
            </a:endParaRPr>
          </a:p>
          <a:p>
            <a:pPr indent="-101600" lvl="0" marL="228600" rtl="0" algn="just">
              <a:lnSpc>
                <a:spcPct val="100000"/>
              </a:lnSpc>
              <a:spcBef>
                <a:spcPts val="0"/>
              </a:spcBef>
              <a:spcAft>
                <a:spcPts val="0"/>
              </a:spcAft>
              <a:buClr>
                <a:schemeClr val="dk1"/>
              </a:buClr>
              <a:buSzPts val="2000"/>
              <a:buNone/>
            </a:pPr>
            <a:r>
              <a:t/>
            </a:r>
            <a:endParaRPr sz="2000"/>
          </a:p>
          <a:p>
            <a:pPr indent="-101600" lvl="0" marL="228600" rtl="0" algn="just">
              <a:lnSpc>
                <a:spcPct val="100000"/>
              </a:lnSpc>
              <a:spcBef>
                <a:spcPts val="600"/>
              </a:spcBef>
              <a:spcAft>
                <a:spcPts val="0"/>
              </a:spcAft>
              <a:buClr>
                <a:schemeClr val="dk1"/>
              </a:buClr>
              <a:buSzPts val="2000"/>
              <a:buNone/>
            </a:pPr>
            <a:r>
              <a:t/>
            </a:r>
            <a:endParaRPr sz="2000"/>
          </a:p>
        </p:txBody>
      </p:sp>
      <p:sp>
        <p:nvSpPr>
          <p:cNvPr id="194" name="Google Shape;194;p15"/>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6"/>
          <p:cNvSpPr txBox="1"/>
          <p:nvPr>
            <p:ph idx="1" type="body"/>
          </p:nvPr>
        </p:nvSpPr>
        <p:spPr>
          <a:xfrm>
            <a:off x="725658" y="729511"/>
            <a:ext cx="11175609" cy="387966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latin typeface="Cambria"/>
                <a:ea typeface="Cambria"/>
                <a:cs typeface="Cambria"/>
                <a:sym typeface="Cambria"/>
              </a:rPr>
              <a:t>The </a:t>
            </a:r>
            <a:r>
              <a:rPr lang="en-US" u="sng">
                <a:solidFill>
                  <a:schemeClr val="hlink"/>
                </a:solidFill>
                <a:latin typeface="Cambria"/>
                <a:ea typeface="Cambria"/>
                <a:cs typeface="Cambria"/>
                <a:sym typeface="Cambria"/>
                <a:hlinkClick r:id="rId3"/>
              </a:rPr>
              <a:t>sendBroadcast(Intent)</a:t>
            </a:r>
            <a:r>
              <a:rPr lang="en-US">
                <a:latin typeface="Cambria"/>
                <a:ea typeface="Cambria"/>
                <a:cs typeface="Cambria"/>
                <a:sym typeface="Cambria"/>
              </a:rPr>
              <a:t> method sends broadcasts to all receivers in an undefined order. This is called a Normal Broadcast. This is more efficient, but means that receivers cannot read results from other receivers, propagate data received from the broadcast, or abort the broadcast.</a:t>
            </a:r>
            <a:endParaRPr>
              <a:latin typeface="Cambria"/>
              <a:ea typeface="Cambria"/>
              <a:cs typeface="Cambria"/>
              <a:sym typeface="Cambria"/>
            </a:endParaRPr>
          </a:p>
          <a:p>
            <a:pPr indent="-228600" lvl="0" marL="228600" rtl="0" algn="l">
              <a:lnSpc>
                <a:spcPct val="90000"/>
              </a:lnSpc>
              <a:spcBef>
                <a:spcPts val="1000"/>
              </a:spcBef>
              <a:spcAft>
                <a:spcPts val="0"/>
              </a:spcAft>
              <a:buClr>
                <a:schemeClr val="dk1"/>
              </a:buClr>
              <a:buSzPts val="2800"/>
              <a:buChar char="•"/>
            </a:pPr>
            <a:r>
              <a:rPr lang="en-US">
                <a:latin typeface="Cambria"/>
                <a:ea typeface="Cambria"/>
                <a:cs typeface="Cambria"/>
                <a:sym typeface="Cambria"/>
              </a:rPr>
              <a:t>The </a:t>
            </a:r>
            <a:r>
              <a:rPr lang="en-US" u="sng">
                <a:solidFill>
                  <a:schemeClr val="hlink"/>
                </a:solidFill>
                <a:latin typeface="Cambria"/>
                <a:ea typeface="Cambria"/>
                <a:cs typeface="Cambria"/>
                <a:sym typeface="Cambria"/>
                <a:hlinkClick r:id="rId4"/>
              </a:rPr>
              <a:t>LocalBroadcastManager.sendBroadcast</a:t>
            </a:r>
            <a:r>
              <a:rPr lang="en-US">
                <a:latin typeface="Cambria"/>
                <a:ea typeface="Cambria"/>
                <a:cs typeface="Cambria"/>
                <a:sym typeface="Cambria"/>
              </a:rPr>
              <a:t> method sends broadcasts to receivers that are in the same app as the sender. If you don't need to send broadcasts across apps, use local broadcasts. The implementation is much more efficient (no interprocess communication needed) and you don't need to worry about any security issues related to other apps being able to receive or send your broadcasts.</a:t>
            </a:r>
            <a:endParaRPr>
              <a:latin typeface="Cambria"/>
              <a:ea typeface="Cambria"/>
              <a:cs typeface="Cambria"/>
              <a:sym typeface="Cambria"/>
            </a:endParaRPr>
          </a:p>
          <a:p>
            <a:pPr indent="-50800" lvl="0" marL="228600" rtl="0" algn="l">
              <a:lnSpc>
                <a:spcPct val="90000"/>
              </a:lnSpc>
              <a:spcBef>
                <a:spcPts val="1000"/>
              </a:spcBef>
              <a:spcAft>
                <a:spcPts val="0"/>
              </a:spcAft>
              <a:buClr>
                <a:schemeClr val="dk1"/>
              </a:buClr>
              <a:buSzPts val="2800"/>
              <a:buNone/>
            </a:pPr>
            <a:r>
              <a:t/>
            </a:r>
            <a:endParaRPr/>
          </a:p>
        </p:txBody>
      </p:sp>
      <p:sp>
        <p:nvSpPr>
          <p:cNvPr id="200" name="Google Shape;200;p16"/>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7"/>
          <p:cNvSpPr txBox="1"/>
          <p:nvPr>
            <p:ph type="title"/>
          </p:nvPr>
        </p:nvSpPr>
        <p:spPr>
          <a:xfrm>
            <a:off x="804649" y="203693"/>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                Delivering a broadcast       Cont…  </a:t>
            </a:r>
            <a:endParaRPr/>
          </a:p>
        </p:txBody>
      </p:sp>
      <p:sp>
        <p:nvSpPr>
          <p:cNvPr id="206" name="Google Shape;206;p17"/>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207" name="Google Shape;207;p17"/>
          <p:cNvSpPr txBox="1"/>
          <p:nvPr>
            <p:ph idx="1" type="body"/>
          </p:nvPr>
        </p:nvSpPr>
        <p:spPr>
          <a:xfrm>
            <a:off x="305937" y="1588505"/>
            <a:ext cx="11731388" cy="2677656"/>
          </a:xfrm>
          <a:prstGeom prst="rect">
            <a:avLst/>
          </a:prstGeom>
          <a:solidFill>
            <a:srgbClr val="FFFFFF"/>
          </a:solidFill>
          <a:ln>
            <a:noFill/>
          </a:ln>
        </p:spPr>
        <p:txBody>
          <a:bodyPr anchorCtr="0" anchor="ctr" bIns="45700" lIns="91425" spcFirstLastPara="1" rIns="91425" wrap="square" tIns="45700">
            <a:spAutoFit/>
          </a:bodyPr>
          <a:lstStyle/>
          <a:p>
            <a:pPr indent="-228600" lvl="0" marL="228600" marR="0" rtl="0" algn="just">
              <a:lnSpc>
                <a:spcPct val="100000"/>
              </a:lnSpc>
              <a:spcBef>
                <a:spcPts val="0"/>
              </a:spcBef>
              <a:spcAft>
                <a:spcPts val="0"/>
              </a:spcAft>
              <a:buClr>
                <a:srgbClr val="202124"/>
              </a:buClr>
              <a:buSzPts val="2400"/>
              <a:buFont typeface="Arial"/>
              <a:buChar char="•"/>
            </a:pPr>
            <a:r>
              <a:rPr b="0" i="0" lang="en-US" sz="2400" u="none" cap="none" strike="noStrike">
                <a:solidFill>
                  <a:srgbClr val="202124"/>
                </a:solidFill>
                <a:latin typeface="Roboto"/>
                <a:ea typeface="Roboto"/>
                <a:cs typeface="Roboto"/>
                <a:sym typeface="Roboto"/>
              </a:rPr>
              <a:t>A broadcast is a message that any app can receive. </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rgbClr val="202124"/>
              </a:solidFill>
              <a:latin typeface="Roboto"/>
              <a:ea typeface="Roboto"/>
              <a:cs typeface="Roboto"/>
              <a:sym typeface="Roboto"/>
            </a:endParaRPr>
          </a:p>
          <a:p>
            <a:pPr indent="-228600" lvl="0" marL="228600" marR="0" rtl="0" algn="just">
              <a:lnSpc>
                <a:spcPct val="100000"/>
              </a:lnSpc>
              <a:spcBef>
                <a:spcPts val="0"/>
              </a:spcBef>
              <a:spcAft>
                <a:spcPts val="0"/>
              </a:spcAft>
              <a:buClr>
                <a:srgbClr val="202124"/>
              </a:buClr>
              <a:buSzPts val="2400"/>
              <a:buFont typeface="Arial"/>
              <a:buChar char="•"/>
            </a:pPr>
            <a:r>
              <a:rPr b="0" i="0" lang="en-US" sz="2400" u="none" cap="none" strike="noStrike">
                <a:solidFill>
                  <a:srgbClr val="202124"/>
                </a:solidFill>
                <a:latin typeface="Roboto"/>
                <a:ea typeface="Roboto"/>
                <a:cs typeface="Roboto"/>
                <a:sym typeface="Roboto"/>
              </a:rPr>
              <a:t>The system delivers various broadcasts for system events, such as when the system boots up or the device starts charging. </a:t>
            </a:r>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rgbClr val="202124"/>
              </a:solidFill>
              <a:latin typeface="Roboto"/>
              <a:ea typeface="Roboto"/>
              <a:cs typeface="Roboto"/>
              <a:sym typeface="Roboto"/>
            </a:endParaRPr>
          </a:p>
          <a:p>
            <a:pPr indent="-228600" lvl="0" marL="228600" marR="0" rtl="0" algn="just">
              <a:lnSpc>
                <a:spcPct val="100000"/>
              </a:lnSpc>
              <a:spcBef>
                <a:spcPts val="0"/>
              </a:spcBef>
              <a:spcAft>
                <a:spcPts val="0"/>
              </a:spcAft>
              <a:buClr>
                <a:srgbClr val="202124"/>
              </a:buClr>
              <a:buSzPts val="2400"/>
              <a:buFont typeface="Arial"/>
              <a:buChar char="•"/>
            </a:pPr>
            <a:r>
              <a:rPr b="0" i="0" lang="en-US" sz="2400" u="none" cap="none" strike="noStrike">
                <a:solidFill>
                  <a:srgbClr val="202124"/>
                </a:solidFill>
                <a:latin typeface="Roboto"/>
                <a:ea typeface="Roboto"/>
                <a:cs typeface="Roboto"/>
                <a:sym typeface="Roboto"/>
              </a:rPr>
              <a:t>You can deliver a broadcast to other apps by passing an </a:t>
            </a:r>
            <a:r>
              <a:rPr b="0" i="0" lang="en-US" sz="1600" u="sng" cap="none" strike="noStrike">
                <a:solidFill>
                  <a:srgbClr val="039BE5"/>
                </a:solidFill>
                <a:latin typeface="Roboto Mono"/>
                <a:ea typeface="Roboto Mono"/>
                <a:cs typeface="Roboto Mono"/>
                <a:sym typeface="Roboto Mono"/>
                <a:hlinkClick r:id="rId3">
                  <a:extLst>
                    <a:ext uri="{A12FA001-AC4F-418D-AE19-62706E023703}">
                      <ahyp:hlinkClr val="tx"/>
                    </a:ext>
                  </a:extLst>
                </a:hlinkClick>
              </a:rPr>
              <a:t>Intent</a:t>
            </a:r>
            <a:r>
              <a:rPr b="0" i="0" lang="en-US" sz="2400" u="none" cap="none" strike="noStrike">
                <a:solidFill>
                  <a:srgbClr val="202124"/>
                </a:solidFill>
                <a:latin typeface="Roboto"/>
                <a:ea typeface="Roboto"/>
                <a:cs typeface="Roboto"/>
                <a:sym typeface="Roboto"/>
              </a:rPr>
              <a:t> to </a:t>
            </a:r>
            <a:r>
              <a:rPr b="0" i="0" lang="en-US" sz="1600" u="sng" cap="none" strike="noStrike">
                <a:solidFill>
                  <a:srgbClr val="039BE5"/>
                </a:solidFill>
                <a:latin typeface="Roboto Mono"/>
                <a:ea typeface="Roboto Mono"/>
                <a:cs typeface="Roboto Mono"/>
                <a:sym typeface="Roboto Mono"/>
                <a:hlinkClick r:id="rId4">
                  <a:extLst>
                    <a:ext uri="{A12FA001-AC4F-418D-AE19-62706E023703}">
                      <ahyp:hlinkClr val="tx"/>
                    </a:ext>
                  </a:extLst>
                </a:hlinkClick>
              </a:rPr>
              <a:t>sendBroadcast()</a:t>
            </a:r>
            <a:r>
              <a:rPr b="0" i="0" lang="en-US" sz="2400" u="none" cap="none" strike="noStrike">
                <a:solidFill>
                  <a:srgbClr val="202124"/>
                </a:solidFill>
                <a:latin typeface="Roboto"/>
                <a:ea typeface="Roboto"/>
                <a:cs typeface="Roboto"/>
                <a:sym typeface="Roboto"/>
              </a:rPr>
              <a:t> or </a:t>
            </a:r>
            <a:r>
              <a:rPr b="0" i="0" lang="en-US" sz="1600" u="sng" cap="none" strike="noStrike">
                <a:solidFill>
                  <a:srgbClr val="039BE5"/>
                </a:solidFill>
                <a:latin typeface="Roboto Mono"/>
                <a:ea typeface="Roboto Mono"/>
                <a:cs typeface="Roboto Mono"/>
                <a:sym typeface="Roboto Mono"/>
                <a:hlinkClick r:id="rId5">
                  <a:extLst>
                    <a:ext uri="{A12FA001-AC4F-418D-AE19-62706E023703}">
                      <ahyp:hlinkClr val="tx"/>
                    </a:ext>
                  </a:extLst>
                </a:hlinkClick>
              </a:rPr>
              <a:t>sendOrderedBroadcast()</a:t>
            </a:r>
            <a:r>
              <a:rPr b="0" i="0" lang="en-US" sz="2400" u="none" cap="none" strike="noStrike">
                <a:solidFill>
                  <a:srgbClr val="202124"/>
                </a:solidFill>
                <a:latin typeface="Roboto"/>
                <a:ea typeface="Roboto"/>
                <a:cs typeface="Roboto"/>
                <a:sym typeface="Roboto"/>
              </a:rPr>
              <a:t>.</a:t>
            </a:r>
            <a:r>
              <a:rPr b="0" i="0" lang="en-US" sz="2000" u="none" cap="none" strike="noStrike">
                <a:solidFill>
                  <a:schemeClr val="dk1"/>
                </a:solidFill>
                <a:latin typeface="Arial"/>
                <a:ea typeface="Arial"/>
                <a:cs typeface="Arial"/>
                <a:sym typeface="Arial"/>
              </a:rPr>
              <a:t> </a:t>
            </a:r>
            <a:endParaRPr b="0" i="0" sz="36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8"/>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3" name="Google Shape;213;p18"/>
          <p:cNvSpPr txBox="1"/>
          <p:nvPr/>
        </p:nvSpPr>
        <p:spPr>
          <a:xfrm>
            <a:off x="270933" y="136524"/>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Content Provider </a:t>
            </a:r>
            <a:endParaRPr b="1" i="0" sz="3600" u="none" cap="none" strike="noStrike">
              <a:solidFill>
                <a:srgbClr val="002060"/>
              </a:solidFill>
              <a:latin typeface="Cambria"/>
              <a:ea typeface="Cambria"/>
              <a:cs typeface="Cambria"/>
              <a:sym typeface="Cambria"/>
            </a:endParaRPr>
          </a:p>
        </p:txBody>
      </p:sp>
      <p:sp>
        <p:nvSpPr>
          <p:cNvPr id="214" name="Google Shape;214;p18"/>
          <p:cNvSpPr txBox="1"/>
          <p:nvPr/>
        </p:nvSpPr>
        <p:spPr>
          <a:xfrm>
            <a:off x="270933" y="968894"/>
            <a:ext cx="10908323" cy="3307917"/>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chemeClr val="dk1"/>
              </a:buClr>
              <a:buSzPts val="2300"/>
              <a:buFont typeface="Calibri"/>
              <a:buAutoNum type="arabicPeriod"/>
            </a:pPr>
            <a:r>
              <a:rPr b="0" i="0" lang="en-US" sz="2300" u="none" cap="none" strike="noStrike">
                <a:solidFill>
                  <a:schemeClr val="dk1"/>
                </a:solidFill>
                <a:latin typeface="Cambria"/>
                <a:ea typeface="Cambria"/>
                <a:cs typeface="Cambria"/>
                <a:sym typeface="Cambria"/>
              </a:rPr>
              <a:t>In Android, Content Providers are a very important component that serves the purpose of a relational database to store the data of applications. The role of the content provider in the android system is like a central repository in which data of the applications are stored, and it facilitates other applications to securely access and modifies that data based on the user requirements.</a:t>
            </a:r>
            <a:endParaRPr/>
          </a:p>
          <a:p>
            <a:pPr indent="-457200" lvl="0" marL="457200" marR="0" rtl="0" algn="just">
              <a:lnSpc>
                <a:spcPct val="100000"/>
              </a:lnSpc>
              <a:spcBef>
                <a:spcPts val="1200"/>
              </a:spcBef>
              <a:spcAft>
                <a:spcPts val="0"/>
              </a:spcAft>
              <a:buClr>
                <a:schemeClr val="dk1"/>
              </a:buClr>
              <a:buSzPts val="2300"/>
              <a:buFont typeface="Calibri"/>
              <a:buAutoNum type="arabicPeriod"/>
            </a:pPr>
            <a:r>
              <a:rPr b="0" i="0" lang="en-US" sz="2300" u="none" cap="none" strike="noStrike">
                <a:solidFill>
                  <a:schemeClr val="dk1"/>
                </a:solidFill>
                <a:latin typeface="Cambria"/>
                <a:ea typeface="Cambria"/>
                <a:cs typeface="Cambria"/>
                <a:sym typeface="Cambria"/>
              </a:rPr>
              <a:t>Android system allows the content provider to store the application data in several ways. Users can manage to store the application data like images, audio, videos, and personal contact information by storing them in SQLite Database, in files, or even on a network. </a:t>
            </a:r>
            <a:endParaRPr/>
          </a:p>
          <a:p>
            <a:pPr indent="-457200" lvl="0" marL="457200" marR="0" rtl="0" algn="just">
              <a:lnSpc>
                <a:spcPct val="100000"/>
              </a:lnSpc>
              <a:spcBef>
                <a:spcPts val="1200"/>
              </a:spcBef>
              <a:spcAft>
                <a:spcPts val="0"/>
              </a:spcAft>
              <a:buClr>
                <a:schemeClr val="dk1"/>
              </a:buClr>
              <a:buSzPts val="2300"/>
              <a:buFont typeface="Calibri"/>
              <a:buAutoNum type="arabicPeriod"/>
            </a:pPr>
            <a:r>
              <a:rPr b="0" i="0" lang="en-US" sz="2300" u="none" cap="none" strike="noStrike">
                <a:solidFill>
                  <a:schemeClr val="dk1"/>
                </a:solidFill>
                <a:latin typeface="Cambria"/>
                <a:ea typeface="Cambria"/>
                <a:cs typeface="Cambria"/>
                <a:sym typeface="Cambria"/>
              </a:rPr>
              <a:t>In order to share the data, content providers have certain permissions that are used to grant or restrict the rights to other applications to interfere with the data.</a:t>
            </a:r>
            <a:endParaRPr b="0" i="0" sz="2300" u="none" cap="none" strike="noStrike">
              <a:solidFill>
                <a:schemeClr val="dk1"/>
              </a:solidFill>
              <a:latin typeface="Cambria"/>
              <a:ea typeface="Cambria"/>
              <a:cs typeface="Cambria"/>
              <a:sym typeface="Cambr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9"/>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0" name="Google Shape;220;p19"/>
          <p:cNvSpPr txBox="1"/>
          <p:nvPr/>
        </p:nvSpPr>
        <p:spPr>
          <a:xfrm>
            <a:off x="270933" y="136524"/>
            <a:ext cx="10515600" cy="832500"/>
          </a:xfrm>
          <a:prstGeom prst="rect">
            <a:avLst/>
          </a:prstGeom>
          <a:noFill/>
          <a:ln>
            <a:noFill/>
          </a:ln>
          <a:effectLst>
            <a:outerShdw blurRad="44450" algn="ctr" dir="5400000" dist="27940">
              <a:srgbClr val="000000">
                <a:alpha val="31760"/>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Content Provider </a:t>
            </a:r>
            <a:endParaRPr b="1" i="0" sz="3600" u="none" cap="none" strike="noStrike">
              <a:solidFill>
                <a:srgbClr val="002060"/>
              </a:solidFill>
              <a:latin typeface="Cambria"/>
              <a:ea typeface="Cambria"/>
              <a:cs typeface="Cambria"/>
              <a:sym typeface="Cambria"/>
            </a:endParaRPr>
          </a:p>
        </p:txBody>
      </p:sp>
      <p:pic>
        <p:nvPicPr>
          <p:cNvPr descr="Content Provider" id="221" name="Google Shape;221;p19"/>
          <p:cNvPicPr preferRelativeResize="0"/>
          <p:nvPr/>
        </p:nvPicPr>
        <p:blipFill rotWithShape="1">
          <a:blip r:embed="rId3">
            <a:alphaModFix/>
          </a:blip>
          <a:srcRect b="5843" l="4187" r="9292" t="2564"/>
          <a:stretch/>
        </p:blipFill>
        <p:spPr>
          <a:xfrm>
            <a:off x="4180489" y="804041"/>
            <a:ext cx="7173311" cy="463666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0"/>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7" name="Google Shape;227;p20"/>
          <p:cNvSpPr txBox="1"/>
          <p:nvPr/>
        </p:nvSpPr>
        <p:spPr>
          <a:xfrm>
            <a:off x="270933" y="136524"/>
            <a:ext cx="10515600" cy="832500"/>
          </a:xfrm>
          <a:prstGeom prst="rect">
            <a:avLst/>
          </a:prstGeom>
          <a:noFill/>
          <a:ln>
            <a:noFill/>
          </a:ln>
          <a:effectLst>
            <a:outerShdw blurRad="44450" algn="ctr" dir="5400000" dist="27940">
              <a:srgbClr val="000000">
                <a:alpha val="31760"/>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Content Provider </a:t>
            </a:r>
            <a:endParaRPr b="1" i="0" sz="3600" u="none" cap="none" strike="noStrike">
              <a:solidFill>
                <a:srgbClr val="002060"/>
              </a:solidFill>
              <a:latin typeface="Cambria"/>
              <a:ea typeface="Cambria"/>
              <a:cs typeface="Cambria"/>
              <a:sym typeface="Cambria"/>
            </a:endParaRPr>
          </a:p>
        </p:txBody>
      </p:sp>
      <p:sp>
        <p:nvSpPr>
          <p:cNvPr id="228" name="Google Shape;228;p20"/>
          <p:cNvSpPr txBox="1"/>
          <p:nvPr/>
        </p:nvSpPr>
        <p:spPr>
          <a:xfrm>
            <a:off x="270933" y="968894"/>
            <a:ext cx="11411400" cy="36663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300"/>
              <a:buFont typeface="Arial"/>
              <a:buNone/>
            </a:pPr>
            <a:r>
              <a:rPr b="1" i="0" lang="en-US" sz="2300" u="none" cap="none" strike="noStrike">
                <a:solidFill>
                  <a:schemeClr val="dk1"/>
                </a:solidFill>
                <a:latin typeface="Cambria"/>
                <a:ea typeface="Cambria"/>
                <a:cs typeface="Cambria"/>
                <a:sym typeface="Cambria"/>
              </a:rPr>
              <a:t>Content URI</a:t>
            </a:r>
            <a:endParaRPr/>
          </a:p>
          <a:p>
            <a:pPr indent="0" lvl="0" marL="0" marR="0" rtl="0" algn="just">
              <a:lnSpc>
                <a:spcPct val="100000"/>
              </a:lnSpc>
              <a:spcBef>
                <a:spcPts val="1200"/>
              </a:spcBef>
              <a:spcAft>
                <a:spcPts val="0"/>
              </a:spcAft>
              <a:buClr>
                <a:schemeClr val="dk1"/>
              </a:buClr>
              <a:buSzPts val="2300"/>
              <a:buFont typeface="Arial"/>
              <a:buNone/>
            </a:pPr>
            <a:r>
              <a:t/>
            </a:r>
            <a:endParaRPr b="1" i="0" sz="2300" u="none" cap="none" strike="noStrike">
              <a:solidFill>
                <a:schemeClr val="dk1"/>
              </a:solidFill>
              <a:latin typeface="Cambria"/>
              <a:ea typeface="Cambria"/>
              <a:cs typeface="Cambria"/>
              <a:sym typeface="Cambria"/>
            </a:endParaRPr>
          </a:p>
          <a:p>
            <a:pPr indent="0" lvl="0" marL="0" marR="0" rtl="0" algn="just">
              <a:lnSpc>
                <a:spcPct val="100000"/>
              </a:lnSpc>
              <a:spcBef>
                <a:spcPts val="1200"/>
              </a:spcBef>
              <a:spcAft>
                <a:spcPts val="0"/>
              </a:spcAft>
              <a:buClr>
                <a:schemeClr val="dk1"/>
              </a:buClr>
              <a:buSzPts val="2300"/>
              <a:buFont typeface="Arial"/>
              <a:buNone/>
            </a:pPr>
            <a:r>
              <a:rPr b="1" i="0" lang="en-US" sz="2300" u="none" cap="none" strike="noStrike">
                <a:solidFill>
                  <a:schemeClr val="dk1"/>
                </a:solidFill>
                <a:latin typeface="Cambria"/>
                <a:ea typeface="Cambria"/>
                <a:cs typeface="Cambria"/>
                <a:sym typeface="Cambria"/>
              </a:rPr>
              <a:t>Content URI(Uniform Resource Identifier) </a:t>
            </a:r>
            <a:r>
              <a:rPr b="0" i="0" lang="en-US" sz="2300" u="none" cap="none" strike="noStrike">
                <a:solidFill>
                  <a:schemeClr val="dk1"/>
                </a:solidFill>
                <a:latin typeface="Cambria"/>
                <a:ea typeface="Cambria"/>
                <a:cs typeface="Cambria"/>
                <a:sym typeface="Cambria"/>
              </a:rPr>
              <a:t>is the key concept of Content providers. To access the data from a content provider, URI is used as a query string. </a:t>
            </a:r>
            <a:endParaRPr/>
          </a:p>
          <a:p>
            <a:pPr indent="0" lvl="0" marL="0" marR="0" rtl="0" algn="just">
              <a:lnSpc>
                <a:spcPct val="100000"/>
              </a:lnSpc>
              <a:spcBef>
                <a:spcPts val="1200"/>
              </a:spcBef>
              <a:spcAft>
                <a:spcPts val="0"/>
              </a:spcAft>
              <a:buClr>
                <a:schemeClr val="dk1"/>
              </a:buClr>
              <a:buSzPts val="2300"/>
              <a:buFont typeface="Arial"/>
              <a:buNone/>
            </a:pPr>
            <a:r>
              <a:t/>
            </a:r>
            <a:endParaRPr b="1" i="0" sz="2300" u="none" cap="none" strike="noStrike">
              <a:solidFill>
                <a:schemeClr val="dk1"/>
              </a:solidFill>
              <a:latin typeface="Cambria"/>
              <a:ea typeface="Cambria"/>
              <a:cs typeface="Cambria"/>
              <a:sym typeface="Cambria"/>
            </a:endParaRPr>
          </a:p>
          <a:p>
            <a:pPr indent="0" lvl="0" marL="0" marR="0" rtl="0" algn="just">
              <a:lnSpc>
                <a:spcPct val="100000"/>
              </a:lnSpc>
              <a:spcBef>
                <a:spcPts val="1200"/>
              </a:spcBef>
              <a:spcAft>
                <a:spcPts val="0"/>
              </a:spcAft>
              <a:buClr>
                <a:schemeClr val="dk1"/>
              </a:buClr>
              <a:buSzPts val="2300"/>
              <a:buFont typeface="Arial"/>
              <a:buNone/>
            </a:pPr>
            <a:r>
              <a:rPr b="1" i="0" lang="en-US" sz="2300" u="none" cap="none" strike="noStrike">
                <a:solidFill>
                  <a:schemeClr val="dk1"/>
                </a:solidFill>
                <a:latin typeface="Cambria"/>
                <a:ea typeface="Cambria"/>
                <a:cs typeface="Cambria"/>
                <a:sym typeface="Cambria"/>
              </a:rPr>
              <a:t>Structure of a Content URI: </a:t>
            </a:r>
            <a:endParaRPr/>
          </a:p>
          <a:p>
            <a:pPr indent="0" lvl="0" marL="0" marR="0" rtl="0" algn="just">
              <a:lnSpc>
                <a:spcPct val="100000"/>
              </a:lnSpc>
              <a:spcBef>
                <a:spcPts val="1200"/>
              </a:spcBef>
              <a:spcAft>
                <a:spcPts val="0"/>
              </a:spcAft>
              <a:buClr>
                <a:schemeClr val="dk1"/>
              </a:buClr>
              <a:buSzPts val="2300"/>
              <a:buFont typeface="Arial"/>
              <a:buNone/>
            </a:pPr>
            <a:r>
              <a:rPr b="0" i="1" lang="en-US" sz="2300" u="none" cap="none" strike="noStrike">
                <a:solidFill>
                  <a:schemeClr val="dk1"/>
                </a:solidFill>
                <a:latin typeface="Cambria"/>
                <a:ea typeface="Cambria"/>
                <a:cs typeface="Cambria"/>
                <a:sym typeface="Cambria"/>
              </a:rPr>
              <a:t>content://authority/optionalPath/optionalID</a:t>
            </a:r>
            <a:endParaRPr/>
          </a:p>
          <a:p>
            <a:pPr indent="0" lvl="0" marL="0" marR="0" rtl="0" algn="just">
              <a:lnSpc>
                <a:spcPct val="100000"/>
              </a:lnSpc>
              <a:spcBef>
                <a:spcPts val="1200"/>
              </a:spcBef>
              <a:spcAft>
                <a:spcPts val="0"/>
              </a:spcAft>
              <a:buClr>
                <a:schemeClr val="dk1"/>
              </a:buClr>
              <a:buSzPts val="2300"/>
              <a:buFont typeface="Arial"/>
              <a:buNone/>
            </a:pPr>
            <a:r>
              <a:t/>
            </a:r>
            <a:endParaRPr b="0" i="0" sz="2300" u="none" cap="none" strike="noStrike">
              <a:solidFill>
                <a:schemeClr val="dk1"/>
              </a:solidFill>
              <a:latin typeface="Cambria"/>
              <a:ea typeface="Cambria"/>
              <a:cs typeface="Cambria"/>
              <a:sym typeface="Cambr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1"/>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4" name="Google Shape;234;p21"/>
          <p:cNvSpPr txBox="1"/>
          <p:nvPr/>
        </p:nvSpPr>
        <p:spPr>
          <a:xfrm>
            <a:off x="270933" y="136524"/>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Content Provider </a:t>
            </a:r>
            <a:endParaRPr b="1" i="0" sz="3600" u="none" cap="none" strike="noStrike">
              <a:solidFill>
                <a:srgbClr val="002060"/>
              </a:solidFill>
              <a:latin typeface="Cambria"/>
              <a:ea typeface="Cambria"/>
              <a:cs typeface="Cambria"/>
              <a:sym typeface="Cambria"/>
            </a:endParaRPr>
          </a:p>
        </p:txBody>
      </p:sp>
      <p:sp>
        <p:nvSpPr>
          <p:cNvPr id="235" name="Google Shape;235;p21"/>
          <p:cNvSpPr txBox="1"/>
          <p:nvPr/>
        </p:nvSpPr>
        <p:spPr>
          <a:xfrm>
            <a:off x="270933" y="968894"/>
            <a:ext cx="11650134" cy="421796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300"/>
              <a:buFont typeface="Arial"/>
              <a:buNone/>
            </a:pPr>
            <a:r>
              <a:rPr b="1" i="0" lang="en-US" sz="2300" u="none" cap="none" strike="noStrike">
                <a:solidFill>
                  <a:schemeClr val="dk1"/>
                </a:solidFill>
                <a:latin typeface="Cambria"/>
                <a:ea typeface="Cambria"/>
                <a:cs typeface="Cambria"/>
                <a:sym typeface="Cambria"/>
              </a:rPr>
              <a:t>Details of different parts of Content URI:</a:t>
            </a:r>
            <a:endParaRPr/>
          </a:p>
          <a:p>
            <a:pPr indent="0" lvl="0" marL="0" marR="0" rtl="0" algn="just">
              <a:lnSpc>
                <a:spcPct val="100000"/>
              </a:lnSpc>
              <a:spcBef>
                <a:spcPts val="1200"/>
              </a:spcBef>
              <a:spcAft>
                <a:spcPts val="0"/>
              </a:spcAft>
              <a:buClr>
                <a:schemeClr val="dk1"/>
              </a:buClr>
              <a:buSzPts val="2300"/>
              <a:buFont typeface="Arial"/>
              <a:buNone/>
            </a:pPr>
            <a:r>
              <a:rPr b="1" i="1" lang="en-US" sz="2300" u="none" cap="none" strike="noStrike">
                <a:solidFill>
                  <a:schemeClr val="dk1"/>
                </a:solidFill>
                <a:latin typeface="Cambria"/>
                <a:ea typeface="Cambria"/>
                <a:cs typeface="Cambria"/>
                <a:sym typeface="Cambria"/>
              </a:rPr>
              <a:t>content:// </a:t>
            </a:r>
            <a:r>
              <a:rPr b="0" i="0" lang="en-US" sz="2300" u="none" cap="none" strike="noStrike">
                <a:solidFill>
                  <a:schemeClr val="dk1"/>
                </a:solidFill>
                <a:latin typeface="Cambria"/>
                <a:ea typeface="Cambria"/>
                <a:cs typeface="Cambria"/>
                <a:sym typeface="Cambria"/>
              </a:rPr>
              <a:t>– Mandatory part of the URI as it represents that the given URI is a Content URI.</a:t>
            </a:r>
            <a:endParaRPr/>
          </a:p>
          <a:p>
            <a:pPr indent="0" lvl="0" marL="0" marR="0" rtl="0" algn="just">
              <a:lnSpc>
                <a:spcPct val="100000"/>
              </a:lnSpc>
              <a:spcBef>
                <a:spcPts val="1200"/>
              </a:spcBef>
              <a:spcAft>
                <a:spcPts val="0"/>
              </a:spcAft>
              <a:buClr>
                <a:schemeClr val="dk1"/>
              </a:buClr>
              <a:buSzPts val="2300"/>
              <a:buFont typeface="Arial"/>
              <a:buNone/>
            </a:pPr>
            <a:r>
              <a:rPr b="1" i="1" lang="en-US" sz="2300" u="none" cap="none" strike="noStrike">
                <a:solidFill>
                  <a:schemeClr val="dk1"/>
                </a:solidFill>
                <a:latin typeface="Cambria"/>
                <a:ea typeface="Cambria"/>
                <a:cs typeface="Cambria"/>
                <a:sym typeface="Cambria"/>
              </a:rPr>
              <a:t>authority</a:t>
            </a:r>
            <a:r>
              <a:rPr b="0" i="0" lang="en-US" sz="2300" u="none" cap="none" strike="noStrike">
                <a:solidFill>
                  <a:schemeClr val="dk1"/>
                </a:solidFill>
                <a:latin typeface="Cambria"/>
                <a:ea typeface="Cambria"/>
                <a:cs typeface="Cambria"/>
                <a:sym typeface="Cambria"/>
              </a:rPr>
              <a:t> – Signifies the name of the content provider like contacts, browser, etc. This part must be unique for every content provider.</a:t>
            </a:r>
            <a:endParaRPr/>
          </a:p>
          <a:p>
            <a:pPr indent="0" lvl="0" marL="0" marR="0" rtl="0" algn="just">
              <a:lnSpc>
                <a:spcPct val="100000"/>
              </a:lnSpc>
              <a:spcBef>
                <a:spcPts val="1200"/>
              </a:spcBef>
              <a:spcAft>
                <a:spcPts val="0"/>
              </a:spcAft>
              <a:buClr>
                <a:schemeClr val="dk1"/>
              </a:buClr>
              <a:buSzPts val="2300"/>
              <a:buFont typeface="Arial"/>
              <a:buNone/>
            </a:pPr>
            <a:r>
              <a:rPr b="1" i="1" lang="en-US" sz="2300" u="none" cap="none" strike="noStrike">
                <a:solidFill>
                  <a:schemeClr val="dk1"/>
                </a:solidFill>
                <a:latin typeface="Cambria"/>
                <a:ea typeface="Cambria"/>
                <a:cs typeface="Cambria"/>
                <a:sym typeface="Cambria"/>
              </a:rPr>
              <a:t>optionalPath</a:t>
            </a:r>
            <a:r>
              <a:rPr b="0" i="0" lang="en-US" sz="2300" u="none" cap="none" strike="noStrike">
                <a:solidFill>
                  <a:schemeClr val="dk1"/>
                </a:solidFill>
                <a:latin typeface="Cambria"/>
                <a:ea typeface="Cambria"/>
                <a:cs typeface="Cambria"/>
                <a:sym typeface="Cambria"/>
              </a:rPr>
              <a:t> – Specifies the type of data provided by the content provider. It is essential as this part helps content providers to support different types of data that are not related to each other like audio and video files.</a:t>
            </a:r>
            <a:endParaRPr/>
          </a:p>
          <a:p>
            <a:pPr indent="0" lvl="0" marL="0" marR="0" rtl="0" algn="just">
              <a:lnSpc>
                <a:spcPct val="100000"/>
              </a:lnSpc>
              <a:spcBef>
                <a:spcPts val="1200"/>
              </a:spcBef>
              <a:spcAft>
                <a:spcPts val="0"/>
              </a:spcAft>
              <a:buClr>
                <a:schemeClr val="dk1"/>
              </a:buClr>
              <a:buSzPts val="2300"/>
              <a:buFont typeface="Arial"/>
              <a:buNone/>
            </a:pPr>
            <a:r>
              <a:rPr b="1" i="1" lang="en-US" sz="2300" u="none" cap="none" strike="noStrike">
                <a:solidFill>
                  <a:schemeClr val="dk1"/>
                </a:solidFill>
                <a:latin typeface="Cambria"/>
                <a:ea typeface="Cambria"/>
                <a:cs typeface="Cambria"/>
                <a:sym typeface="Cambria"/>
              </a:rPr>
              <a:t>optionalID</a:t>
            </a:r>
            <a:r>
              <a:rPr b="0" i="0" lang="en-US" sz="2300" u="none" cap="none" strike="noStrike">
                <a:solidFill>
                  <a:schemeClr val="dk1"/>
                </a:solidFill>
                <a:latin typeface="Cambria"/>
                <a:ea typeface="Cambria"/>
                <a:cs typeface="Cambria"/>
                <a:sym typeface="Cambria"/>
              </a:rPr>
              <a:t> – It is a numeric value that is used when there is a need to access a particular record.</a:t>
            </a:r>
            <a:endParaRPr b="0" i="0" sz="2300" u="none" cap="none" strike="noStrike">
              <a:solidFill>
                <a:schemeClr val="dk1"/>
              </a:solidFill>
              <a:latin typeface="Cambria"/>
              <a:ea typeface="Cambria"/>
              <a:cs typeface="Cambria"/>
              <a:sym typeface="Cambri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1" name="Google Shape;241;p22"/>
          <p:cNvSpPr txBox="1"/>
          <p:nvPr/>
        </p:nvSpPr>
        <p:spPr>
          <a:xfrm>
            <a:off x="270933" y="136524"/>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Content Provider </a:t>
            </a:r>
            <a:endParaRPr b="1" i="0" sz="3600" u="none" cap="none" strike="noStrike">
              <a:solidFill>
                <a:srgbClr val="002060"/>
              </a:solidFill>
              <a:latin typeface="Cambria"/>
              <a:ea typeface="Cambria"/>
              <a:cs typeface="Cambria"/>
              <a:sym typeface="Cambria"/>
            </a:endParaRPr>
          </a:p>
        </p:txBody>
      </p:sp>
      <p:sp>
        <p:nvSpPr>
          <p:cNvPr id="242" name="Google Shape;242;p22"/>
          <p:cNvSpPr txBox="1"/>
          <p:nvPr/>
        </p:nvSpPr>
        <p:spPr>
          <a:xfrm>
            <a:off x="270933" y="968894"/>
            <a:ext cx="11650134" cy="421796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300"/>
              <a:buFont typeface="Arial"/>
              <a:buNone/>
            </a:pPr>
            <a:r>
              <a:rPr b="1" i="0" lang="en-US" sz="2300" u="none" cap="none" strike="noStrike">
                <a:solidFill>
                  <a:schemeClr val="dk1"/>
                </a:solidFill>
                <a:latin typeface="Cambria"/>
                <a:ea typeface="Cambria"/>
                <a:cs typeface="Cambria"/>
                <a:sym typeface="Cambria"/>
              </a:rPr>
              <a:t>Operations in Content Provider</a:t>
            </a:r>
            <a:endParaRPr/>
          </a:p>
          <a:p>
            <a:pPr indent="0" lvl="0" marL="0" marR="0" rtl="0" algn="just">
              <a:lnSpc>
                <a:spcPct val="100000"/>
              </a:lnSpc>
              <a:spcBef>
                <a:spcPts val="1200"/>
              </a:spcBef>
              <a:spcAft>
                <a:spcPts val="0"/>
              </a:spcAft>
              <a:buClr>
                <a:schemeClr val="dk1"/>
              </a:buClr>
              <a:buSzPts val="2300"/>
              <a:buFont typeface="Arial"/>
              <a:buNone/>
            </a:pPr>
            <a:r>
              <a:rPr b="0" i="0" lang="en-US" sz="2300" u="none" cap="none" strike="noStrike">
                <a:solidFill>
                  <a:schemeClr val="dk1"/>
                </a:solidFill>
                <a:latin typeface="Cambria"/>
                <a:ea typeface="Cambria"/>
                <a:cs typeface="Cambria"/>
                <a:sym typeface="Cambria"/>
              </a:rPr>
              <a:t>Four fundamental operations are possible in Content Provider namely Create, Read, Update, and Delete. These operations are often termed as CRUD operations. </a:t>
            </a:r>
            <a:endParaRPr/>
          </a:p>
          <a:p>
            <a:pPr indent="-228600" lvl="0" marL="228600" marR="0" rtl="0" algn="just">
              <a:lnSpc>
                <a:spcPct val="100000"/>
              </a:lnSpc>
              <a:spcBef>
                <a:spcPts val="1200"/>
              </a:spcBef>
              <a:spcAft>
                <a:spcPts val="0"/>
              </a:spcAft>
              <a:buClr>
                <a:schemeClr val="dk1"/>
              </a:buClr>
              <a:buSzPts val="2300"/>
              <a:buFont typeface="Arial"/>
              <a:buChar char="•"/>
            </a:pPr>
            <a:r>
              <a:rPr b="1" i="0" lang="en-US" sz="2300" u="none" cap="none" strike="noStrike">
                <a:solidFill>
                  <a:schemeClr val="dk1"/>
                </a:solidFill>
                <a:latin typeface="Cambria"/>
                <a:ea typeface="Cambria"/>
                <a:cs typeface="Cambria"/>
                <a:sym typeface="Cambria"/>
              </a:rPr>
              <a:t>Create:</a:t>
            </a:r>
            <a:r>
              <a:rPr b="0" i="0" lang="en-US" sz="2300" u="none" cap="none" strike="noStrike">
                <a:solidFill>
                  <a:schemeClr val="dk1"/>
                </a:solidFill>
                <a:latin typeface="Cambria"/>
                <a:ea typeface="Cambria"/>
                <a:cs typeface="Cambria"/>
                <a:sym typeface="Cambria"/>
              </a:rPr>
              <a:t> Operation to create data in a content provider.</a:t>
            </a:r>
            <a:endParaRPr/>
          </a:p>
          <a:p>
            <a:pPr indent="-228600" lvl="0" marL="228600" marR="0" rtl="0" algn="just">
              <a:lnSpc>
                <a:spcPct val="100000"/>
              </a:lnSpc>
              <a:spcBef>
                <a:spcPts val="1200"/>
              </a:spcBef>
              <a:spcAft>
                <a:spcPts val="0"/>
              </a:spcAft>
              <a:buClr>
                <a:schemeClr val="dk1"/>
              </a:buClr>
              <a:buSzPts val="2300"/>
              <a:buFont typeface="Arial"/>
              <a:buChar char="•"/>
            </a:pPr>
            <a:r>
              <a:rPr b="1" i="0" lang="en-US" sz="2300" u="none" cap="none" strike="noStrike">
                <a:solidFill>
                  <a:schemeClr val="dk1"/>
                </a:solidFill>
                <a:latin typeface="Cambria"/>
                <a:ea typeface="Cambria"/>
                <a:cs typeface="Cambria"/>
                <a:sym typeface="Cambria"/>
              </a:rPr>
              <a:t>Read:</a:t>
            </a:r>
            <a:r>
              <a:rPr b="0" i="0" lang="en-US" sz="2300" u="none" cap="none" strike="noStrike">
                <a:solidFill>
                  <a:schemeClr val="dk1"/>
                </a:solidFill>
                <a:latin typeface="Cambria"/>
                <a:ea typeface="Cambria"/>
                <a:cs typeface="Cambria"/>
                <a:sym typeface="Cambria"/>
              </a:rPr>
              <a:t> Used to fetch data from a content provider.</a:t>
            </a:r>
            <a:endParaRPr/>
          </a:p>
          <a:p>
            <a:pPr indent="-228600" lvl="0" marL="228600" marR="0" rtl="0" algn="just">
              <a:lnSpc>
                <a:spcPct val="100000"/>
              </a:lnSpc>
              <a:spcBef>
                <a:spcPts val="1200"/>
              </a:spcBef>
              <a:spcAft>
                <a:spcPts val="0"/>
              </a:spcAft>
              <a:buClr>
                <a:schemeClr val="dk1"/>
              </a:buClr>
              <a:buSzPts val="2300"/>
              <a:buFont typeface="Arial"/>
              <a:buChar char="•"/>
            </a:pPr>
            <a:r>
              <a:rPr b="1" i="0" lang="en-US" sz="2300" u="none" cap="none" strike="noStrike">
                <a:solidFill>
                  <a:schemeClr val="dk1"/>
                </a:solidFill>
                <a:latin typeface="Cambria"/>
                <a:ea typeface="Cambria"/>
                <a:cs typeface="Cambria"/>
                <a:sym typeface="Cambria"/>
              </a:rPr>
              <a:t>Update:</a:t>
            </a:r>
            <a:r>
              <a:rPr b="0" i="0" lang="en-US" sz="2300" u="none" cap="none" strike="noStrike">
                <a:solidFill>
                  <a:schemeClr val="dk1"/>
                </a:solidFill>
                <a:latin typeface="Cambria"/>
                <a:ea typeface="Cambria"/>
                <a:cs typeface="Cambria"/>
                <a:sym typeface="Cambria"/>
              </a:rPr>
              <a:t> To modify existing data.</a:t>
            </a:r>
            <a:endParaRPr/>
          </a:p>
          <a:p>
            <a:pPr indent="-228600" lvl="0" marL="228600" marR="0" rtl="0" algn="just">
              <a:lnSpc>
                <a:spcPct val="100000"/>
              </a:lnSpc>
              <a:spcBef>
                <a:spcPts val="1200"/>
              </a:spcBef>
              <a:spcAft>
                <a:spcPts val="0"/>
              </a:spcAft>
              <a:buClr>
                <a:schemeClr val="dk1"/>
              </a:buClr>
              <a:buSzPts val="2300"/>
              <a:buFont typeface="Arial"/>
              <a:buChar char="•"/>
            </a:pPr>
            <a:r>
              <a:rPr b="1" i="0" lang="en-US" sz="2300" u="none" cap="none" strike="noStrike">
                <a:solidFill>
                  <a:schemeClr val="dk1"/>
                </a:solidFill>
                <a:latin typeface="Cambria"/>
                <a:ea typeface="Cambria"/>
                <a:cs typeface="Cambria"/>
                <a:sym typeface="Cambria"/>
              </a:rPr>
              <a:t>Delete:</a:t>
            </a:r>
            <a:r>
              <a:rPr b="0" i="0" lang="en-US" sz="2300" u="none" cap="none" strike="noStrike">
                <a:solidFill>
                  <a:schemeClr val="dk1"/>
                </a:solidFill>
                <a:latin typeface="Cambria"/>
                <a:ea typeface="Cambria"/>
                <a:cs typeface="Cambria"/>
                <a:sym typeface="Cambria"/>
              </a:rPr>
              <a:t> To remove existing data from the storage.</a:t>
            </a:r>
            <a:endParaRPr b="0" i="0" sz="2300" u="none" cap="none" strike="noStrike">
              <a:solidFill>
                <a:schemeClr val="dk1"/>
              </a:solidFill>
              <a:latin typeface="Cambria"/>
              <a:ea typeface="Cambria"/>
              <a:cs typeface="Cambria"/>
              <a:sym typeface="Cambri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3"/>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8" name="Google Shape;248;p23"/>
          <p:cNvSpPr txBox="1"/>
          <p:nvPr/>
        </p:nvSpPr>
        <p:spPr>
          <a:xfrm>
            <a:off x="270933" y="136524"/>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Content Provider </a:t>
            </a:r>
            <a:endParaRPr b="1" i="0" sz="3600" u="none" cap="none" strike="noStrike">
              <a:solidFill>
                <a:srgbClr val="002060"/>
              </a:solidFill>
              <a:latin typeface="Cambria"/>
              <a:ea typeface="Cambria"/>
              <a:cs typeface="Cambria"/>
              <a:sym typeface="Cambria"/>
            </a:endParaRPr>
          </a:p>
        </p:txBody>
      </p:sp>
      <p:sp>
        <p:nvSpPr>
          <p:cNvPr id="249" name="Google Shape;249;p23"/>
          <p:cNvSpPr txBox="1"/>
          <p:nvPr/>
        </p:nvSpPr>
        <p:spPr>
          <a:xfrm>
            <a:off x="270933" y="968894"/>
            <a:ext cx="6539770" cy="421796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300"/>
              <a:buFont typeface="Arial"/>
              <a:buNone/>
            </a:pPr>
            <a:r>
              <a:rPr b="1" i="0" lang="en-US" sz="2300" u="none" cap="none" strike="noStrike">
                <a:solidFill>
                  <a:schemeClr val="dk1"/>
                </a:solidFill>
                <a:latin typeface="Cambria"/>
                <a:ea typeface="Cambria"/>
                <a:cs typeface="Cambria"/>
                <a:sym typeface="Cambria"/>
              </a:rPr>
              <a:t>Working of the Content Provider</a:t>
            </a:r>
            <a:endParaRPr/>
          </a:p>
          <a:p>
            <a:pPr indent="0" lvl="0" marL="0" marR="0" rtl="0" algn="just">
              <a:lnSpc>
                <a:spcPct val="100000"/>
              </a:lnSpc>
              <a:spcBef>
                <a:spcPts val="1200"/>
              </a:spcBef>
              <a:spcAft>
                <a:spcPts val="0"/>
              </a:spcAft>
              <a:buClr>
                <a:schemeClr val="dk1"/>
              </a:buClr>
              <a:buSzPts val="2300"/>
              <a:buFont typeface="Arial"/>
              <a:buNone/>
            </a:pPr>
            <a:r>
              <a:rPr b="0" i="0" lang="en-US" sz="2300" u="none" cap="none" strike="noStrike">
                <a:solidFill>
                  <a:schemeClr val="dk1"/>
                </a:solidFill>
                <a:latin typeface="Cambria"/>
                <a:ea typeface="Cambria"/>
                <a:cs typeface="Cambria"/>
                <a:sym typeface="Cambria"/>
              </a:rPr>
              <a:t>UI components of android applications like Activity and Fragments use an object CursorLoader to send query requests to ContentResolver. The ContentResolver object sends requests (like create, read, update, and delete) to the ContentProvider as a client. After receiving a request, ContentProvider process it and returns the desired result. Below is a diagram to represent these processes in pictorial form.</a:t>
            </a:r>
            <a:endParaRPr b="0" i="0" sz="2300" u="none" cap="none" strike="noStrike">
              <a:solidFill>
                <a:schemeClr val="dk1"/>
              </a:solidFill>
              <a:latin typeface="Cambria"/>
              <a:ea typeface="Cambria"/>
              <a:cs typeface="Cambria"/>
              <a:sym typeface="Cambria"/>
            </a:endParaRPr>
          </a:p>
        </p:txBody>
      </p:sp>
      <p:pic>
        <p:nvPicPr>
          <p:cNvPr descr="Working of content provider" id="250" name="Google Shape;250;p23"/>
          <p:cNvPicPr preferRelativeResize="0"/>
          <p:nvPr/>
        </p:nvPicPr>
        <p:blipFill rotWithShape="1">
          <a:blip r:embed="rId3">
            <a:alphaModFix/>
          </a:blip>
          <a:srcRect b="3188" l="31745" r="30385" t="3114"/>
          <a:stretch/>
        </p:blipFill>
        <p:spPr>
          <a:xfrm>
            <a:off x="7882759" y="1087821"/>
            <a:ext cx="2380593" cy="357877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4"/>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6" name="Google Shape;256;p24"/>
          <p:cNvSpPr txBox="1"/>
          <p:nvPr/>
        </p:nvSpPr>
        <p:spPr>
          <a:xfrm>
            <a:off x="270933" y="136524"/>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Content Provider </a:t>
            </a:r>
            <a:endParaRPr b="1" i="0" sz="3600" u="none" cap="none" strike="noStrike">
              <a:solidFill>
                <a:srgbClr val="002060"/>
              </a:solidFill>
              <a:latin typeface="Cambria"/>
              <a:ea typeface="Cambria"/>
              <a:cs typeface="Cambria"/>
              <a:sym typeface="Cambria"/>
            </a:endParaRPr>
          </a:p>
        </p:txBody>
      </p:sp>
      <p:sp>
        <p:nvSpPr>
          <p:cNvPr id="257" name="Google Shape;257;p24"/>
          <p:cNvSpPr txBox="1"/>
          <p:nvPr/>
        </p:nvSpPr>
        <p:spPr>
          <a:xfrm>
            <a:off x="270932" y="968894"/>
            <a:ext cx="11474377" cy="421796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300"/>
              <a:buFont typeface="Arial"/>
              <a:buNone/>
            </a:pPr>
            <a:r>
              <a:rPr b="1" i="0" lang="en-US" sz="2300" u="none" cap="none" strike="noStrike">
                <a:solidFill>
                  <a:schemeClr val="dk1"/>
                </a:solidFill>
                <a:latin typeface="Cambria"/>
                <a:ea typeface="Cambria"/>
                <a:cs typeface="Cambria"/>
                <a:sym typeface="Cambria"/>
              </a:rPr>
              <a:t>Creating a Content Provider</a:t>
            </a:r>
            <a:endParaRPr/>
          </a:p>
          <a:p>
            <a:pPr indent="0" lvl="0" marL="0" marR="0" rtl="0" algn="just">
              <a:lnSpc>
                <a:spcPct val="100000"/>
              </a:lnSpc>
              <a:spcBef>
                <a:spcPts val="1200"/>
              </a:spcBef>
              <a:spcAft>
                <a:spcPts val="0"/>
              </a:spcAft>
              <a:buClr>
                <a:schemeClr val="dk1"/>
              </a:buClr>
              <a:buSzPts val="2300"/>
              <a:buFont typeface="Arial"/>
              <a:buNone/>
            </a:pPr>
            <a:r>
              <a:rPr b="0" i="0" lang="en-US" sz="2300" u="none" cap="none" strike="noStrike">
                <a:solidFill>
                  <a:schemeClr val="dk1"/>
                </a:solidFill>
                <a:latin typeface="Cambria"/>
                <a:ea typeface="Cambria"/>
                <a:cs typeface="Cambria"/>
                <a:sym typeface="Cambria"/>
              </a:rPr>
              <a:t>Following are the steps which are essential to follow in order to create a Content Provider:</a:t>
            </a:r>
            <a:endParaRPr/>
          </a:p>
          <a:p>
            <a:pPr indent="-228600" lvl="0" marL="228600" marR="0" rtl="0" algn="just">
              <a:lnSpc>
                <a:spcPct val="100000"/>
              </a:lnSpc>
              <a:spcBef>
                <a:spcPts val="1200"/>
              </a:spcBef>
              <a:spcAft>
                <a:spcPts val="0"/>
              </a:spcAft>
              <a:buClr>
                <a:schemeClr val="dk1"/>
              </a:buClr>
              <a:buSzPts val="2300"/>
              <a:buFont typeface="Arial"/>
              <a:buChar char="•"/>
            </a:pPr>
            <a:r>
              <a:rPr b="0" i="0" lang="en-US" sz="2300" u="none" cap="none" strike="noStrike">
                <a:solidFill>
                  <a:schemeClr val="dk1"/>
                </a:solidFill>
                <a:latin typeface="Cambria"/>
                <a:ea typeface="Cambria"/>
                <a:cs typeface="Cambria"/>
                <a:sym typeface="Cambria"/>
              </a:rPr>
              <a:t>Create a class in the same directory where the that MainActivity file resides and this class must extend the ContentProvider base class.</a:t>
            </a:r>
            <a:endParaRPr/>
          </a:p>
          <a:p>
            <a:pPr indent="-228600" lvl="0" marL="228600" marR="0" rtl="0" algn="just">
              <a:lnSpc>
                <a:spcPct val="100000"/>
              </a:lnSpc>
              <a:spcBef>
                <a:spcPts val="1200"/>
              </a:spcBef>
              <a:spcAft>
                <a:spcPts val="0"/>
              </a:spcAft>
              <a:buClr>
                <a:schemeClr val="dk1"/>
              </a:buClr>
              <a:buSzPts val="2300"/>
              <a:buFont typeface="Arial"/>
              <a:buChar char="•"/>
            </a:pPr>
            <a:r>
              <a:rPr b="0" i="0" lang="en-US" sz="2300" u="none" cap="none" strike="noStrike">
                <a:solidFill>
                  <a:schemeClr val="dk1"/>
                </a:solidFill>
                <a:latin typeface="Cambria"/>
                <a:ea typeface="Cambria"/>
                <a:cs typeface="Cambria"/>
                <a:sym typeface="Cambria"/>
              </a:rPr>
              <a:t>To access the content, define a content provider URI address.</a:t>
            </a:r>
            <a:endParaRPr/>
          </a:p>
          <a:p>
            <a:pPr indent="-228600" lvl="0" marL="228600" marR="0" rtl="0" algn="just">
              <a:lnSpc>
                <a:spcPct val="100000"/>
              </a:lnSpc>
              <a:spcBef>
                <a:spcPts val="1200"/>
              </a:spcBef>
              <a:spcAft>
                <a:spcPts val="0"/>
              </a:spcAft>
              <a:buClr>
                <a:schemeClr val="dk1"/>
              </a:buClr>
              <a:buSzPts val="2300"/>
              <a:buFont typeface="Arial"/>
              <a:buChar char="•"/>
            </a:pPr>
            <a:r>
              <a:rPr b="0" i="0" lang="en-US" sz="2300" u="none" cap="none" strike="noStrike">
                <a:solidFill>
                  <a:schemeClr val="dk1"/>
                </a:solidFill>
                <a:latin typeface="Cambria"/>
                <a:ea typeface="Cambria"/>
                <a:cs typeface="Cambria"/>
                <a:sym typeface="Cambria"/>
              </a:rPr>
              <a:t>Create a database to store the application data.</a:t>
            </a:r>
            <a:endParaRPr/>
          </a:p>
          <a:p>
            <a:pPr indent="-228600" lvl="0" marL="228600" marR="0" rtl="0" algn="just">
              <a:lnSpc>
                <a:spcPct val="100000"/>
              </a:lnSpc>
              <a:spcBef>
                <a:spcPts val="1200"/>
              </a:spcBef>
              <a:spcAft>
                <a:spcPts val="0"/>
              </a:spcAft>
              <a:buClr>
                <a:schemeClr val="dk1"/>
              </a:buClr>
              <a:buSzPts val="2300"/>
              <a:buFont typeface="Arial"/>
              <a:buChar char="•"/>
            </a:pPr>
            <a:r>
              <a:rPr b="0" i="0" lang="en-US" sz="2300" u="none" cap="none" strike="noStrike">
                <a:solidFill>
                  <a:schemeClr val="dk1"/>
                </a:solidFill>
                <a:latin typeface="Cambria"/>
                <a:ea typeface="Cambria"/>
                <a:cs typeface="Cambria"/>
                <a:sym typeface="Cambria"/>
              </a:rPr>
              <a:t>Implement the six abstract methods of ContentProvider class.</a:t>
            </a:r>
            <a:endParaRPr/>
          </a:p>
          <a:p>
            <a:pPr indent="-228600" lvl="0" marL="228600" marR="0" rtl="0" algn="just">
              <a:lnSpc>
                <a:spcPct val="100000"/>
              </a:lnSpc>
              <a:spcBef>
                <a:spcPts val="1200"/>
              </a:spcBef>
              <a:spcAft>
                <a:spcPts val="0"/>
              </a:spcAft>
              <a:buClr>
                <a:schemeClr val="dk1"/>
              </a:buClr>
              <a:buSzPts val="2300"/>
              <a:buFont typeface="Arial"/>
              <a:buChar char="•"/>
            </a:pPr>
            <a:r>
              <a:rPr b="0" i="0" lang="en-US" sz="2300" u="none" cap="none" strike="noStrike">
                <a:solidFill>
                  <a:schemeClr val="dk1"/>
                </a:solidFill>
                <a:latin typeface="Cambria"/>
                <a:ea typeface="Cambria"/>
                <a:cs typeface="Cambria"/>
                <a:sym typeface="Cambria"/>
              </a:rPr>
              <a:t>Register the content provider in AndroidManifest.xml file using &lt;provider&gt; tag.</a:t>
            </a:r>
            <a:endParaRPr b="0" i="0" sz="2300" u="none" cap="none" strike="noStrike">
              <a:solidFill>
                <a:schemeClr val="dk1"/>
              </a:solidFill>
              <a:latin typeface="Cambria"/>
              <a:ea typeface="Cambria"/>
              <a:cs typeface="Cambria"/>
              <a:sym typeface="Cambri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5"/>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3" name="Google Shape;263;p25"/>
          <p:cNvSpPr txBox="1"/>
          <p:nvPr/>
        </p:nvSpPr>
        <p:spPr>
          <a:xfrm>
            <a:off x="129043" y="-174434"/>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Content Provider </a:t>
            </a:r>
            <a:endParaRPr b="1" i="0" sz="3600" u="none" cap="none" strike="noStrike">
              <a:solidFill>
                <a:srgbClr val="002060"/>
              </a:solidFill>
              <a:latin typeface="Cambria"/>
              <a:ea typeface="Cambria"/>
              <a:cs typeface="Cambria"/>
              <a:sym typeface="Cambria"/>
            </a:endParaRPr>
          </a:p>
        </p:txBody>
      </p:sp>
      <p:sp>
        <p:nvSpPr>
          <p:cNvPr id="264" name="Google Shape;264;p25"/>
          <p:cNvSpPr txBox="1"/>
          <p:nvPr/>
        </p:nvSpPr>
        <p:spPr>
          <a:xfrm>
            <a:off x="129043" y="495929"/>
            <a:ext cx="11474377" cy="421796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300"/>
              <a:buFont typeface="Arial"/>
              <a:buNone/>
            </a:pPr>
            <a:r>
              <a:rPr b="1" i="0" lang="en-US" sz="2300" u="none" cap="none" strike="noStrike">
                <a:solidFill>
                  <a:schemeClr val="dk1"/>
                </a:solidFill>
                <a:latin typeface="Cambria"/>
                <a:ea typeface="Cambria"/>
                <a:cs typeface="Cambria"/>
                <a:sym typeface="Cambria"/>
              </a:rPr>
              <a:t>Abstract Methods of a Content Provider:</a:t>
            </a:r>
            <a:endParaRPr/>
          </a:p>
          <a:p>
            <a:pPr indent="0" lvl="0" marL="0" marR="0" rtl="0" algn="just">
              <a:lnSpc>
                <a:spcPct val="100000"/>
              </a:lnSpc>
              <a:spcBef>
                <a:spcPts val="1200"/>
              </a:spcBef>
              <a:spcAft>
                <a:spcPts val="0"/>
              </a:spcAft>
              <a:buClr>
                <a:schemeClr val="dk1"/>
              </a:buClr>
              <a:buSzPts val="2000"/>
              <a:buFont typeface="Arial"/>
              <a:buNone/>
            </a:pPr>
            <a:r>
              <a:rPr b="1" i="0" lang="en-US" sz="2000" u="none" cap="none" strike="noStrike">
                <a:solidFill>
                  <a:schemeClr val="dk1"/>
                </a:solidFill>
                <a:latin typeface="Cambria"/>
                <a:ea typeface="Cambria"/>
                <a:cs typeface="Cambria"/>
                <a:sym typeface="Cambria"/>
              </a:rPr>
              <a:t>query(): </a:t>
            </a:r>
            <a:r>
              <a:rPr b="0" i="0" lang="en-US" sz="2000" u="none" cap="none" strike="noStrike">
                <a:solidFill>
                  <a:schemeClr val="dk1"/>
                </a:solidFill>
                <a:latin typeface="Cambria"/>
                <a:ea typeface="Cambria"/>
                <a:cs typeface="Cambria"/>
                <a:sym typeface="Cambria"/>
              </a:rPr>
              <a:t>A method that accepts arguments and fetches the data from the desired table. Data is retired as a cursor object.</a:t>
            </a:r>
            <a:endParaRPr/>
          </a:p>
          <a:p>
            <a:pPr indent="0" lvl="0" marL="0" marR="0" rtl="0" algn="just">
              <a:lnSpc>
                <a:spcPct val="100000"/>
              </a:lnSpc>
              <a:spcBef>
                <a:spcPts val="1200"/>
              </a:spcBef>
              <a:spcAft>
                <a:spcPts val="0"/>
              </a:spcAft>
              <a:buClr>
                <a:schemeClr val="dk1"/>
              </a:buClr>
              <a:buSzPts val="2000"/>
              <a:buFont typeface="Arial"/>
              <a:buNone/>
            </a:pPr>
            <a:r>
              <a:rPr b="1" i="0" lang="en-US" sz="2000" u="none" cap="none" strike="noStrike">
                <a:solidFill>
                  <a:schemeClr val="dk1"/>
                </a:solidFill>
                <a:latin typeface="Cambria"/>
                <a:ea typeface="Cambria"/>
                <a:cs typeface="Cambria"/>
                <a:sym typeface="Cambria"/>
              </a:rPr>
              <a:t>insert(): </a:t>
            </a:r>
            <a:r>
              <a:rPr b="0" i="0" lang="en-US" sz="2000" u="none" cap="none" strike="noStrike">
                <a:solidFill>
                  <a:schemeClr val="dk1"/>
                </a:solidFill>
                <a:latin typeface="Cambria"/>
                <a:ea typeface="Cambria"/>
                <a:cs typeface="Cambria"/>
                <a:sym typeface="Cambria"/>
              </a:rPr>
              <a:t>To insert a new row in the database of the content provider. It returns the content URI of the inserted row. </a:t>
            </a:r>
            <a:endParaRPr/>
          </a:p>
          <a:p>
            <a:pPr indent="0" lvl="0" marL="0" marR="0" rtl="0" algn="just">
              <a:lnSpc>
                <a:spcPct val="100000"/>
              </a:lnSpc>
              <a:spcBef>
                <a:spcPts val="1200"/>
              </a:spcBef>
              <a:spcAft>
                <a:spcPts val="0"/>
              </a:spcAft>
              <a:buClr>
                <a:schemeClr val="dk1"/>
              </a:buClr>
              <a:buSzPts val="2000"/>
              <a:buFont typeface="Arial"/>
              <a:buNone/>
            </a:pPr>
            <a:r>
              <a:rPr b="1" i="0" lang="en-US" sz="2000" u="none" cap="none" strike="noStrike">
                <a:solidFill>
                  <a:schemeClr val="dk1"/>
                </a:solidFill>
                <a:latin typeface="Cambria"/>
                <a:ea typeface="Cambria"/>
                <a:cs typeface="Cambria"/>
                <a:sym typeface="Cambria"/>
              </a:rPr>
              <a:t>update(): </a:t>
            </a:r>
            <a:r>
              <a:rPr b="0" i="0" lang="en-US" sz="2000" u="none" cap="none" strike="noStrike">
                <a:solidFill>
                  <a:schemeClr val="dk1"/>
                </a:solidFill>
                <a:latin typeface="Cambria"/>
                <a:ea typeface="Cambria"/>
                <a:cs typeface="Cambria"/>
                <a:sym typeface="Cambria"/>
              </a:rPr>
              <a:t>This method is used to update the fields of an existing row. It returns the number of rows updated.</a:t>
            </a:r>
            <a:endParaRPr/>
          </a:p>
          <a:p>
            <a:pPr indent="0" lvl="0" marL="0" marR="0" rtl="0" algn="just">
              <a:lnSpc>
                <a:spcPct val="100000"/>
              </a:lnSpc>
              <a:spcBef>
                <a:spcPts val="1200"/>
              </a:spcBef>
              <a:spcAft>
                <a:spcPts val="0"/>
              </a:spcAft>
              <a:buClr>
                <a:schemeClr val="dk1"/>
              </a:buClr>
              <a:buSzPts val="2000"/>
              <a:buFont typeface="Arial"/>
              <a:buNone/>
            </a:pPr>
            <a:r>
              <a:rPr b="1" i="0" lang="en-US" sz="2000" u="none" cap="none" strike="noStrike">
                <a:solidFill>
                  <a:schemeClr val="dk1"/>
                </a:solidFill>
                <a:latin typeface="Cambria"/>
                <a:ea typeface="Cambria"/>
                <a:cs typeface="Cambria"/>
                <a:sym typeface="Cambria"/>
              </a:rPr>
              <a:t>delete(): </a:t>
            </a:r>
            <a:r>
              <a:rPr b="0" i="0" lang="en-US" sz="2000" u="none" cap="none" strike="noStrike">
                <a:solidFill>
                  <a:schemeClr val="dk1"/>
                </a:solidFill>
                <a:latin typeface="Cambria"/>
                <a:ea typeface="Cambria"/>
                <a:cs typeface="Cambria"/>
                <a:sym typeface="Cambria"/>
              </a:rPr>
              <a:t>This method is used to delete the existing rows. It returns the number of rows deleted.</a:t>
            </a:r>
            <a:endParaRPr/>
          </a:p>
          <a:p>
            <a:pPr indent="0" lvl="0" marL="0" marR="0" rtl="0" algn="just">
              <a:lnSpc>
                <a:spcPct val="100000"/>
              </a:lnSpc>
              <a:spcBef>
                <a:spcPts val="1200"/>
              </a:spcBef>
              <a:spcAft>
                <a:spcPts val="0"/>
              </a:spcAft>
              <a:buClr>
                <a:schemeClr val="dk1"/>
              </a:buClr>
              <a:buSzPts val="2000"/>
              <a:buFont typeface="Arial"/>
              <a:buNone/>
            </a:pPr>
            <a:r>
              <a:rPr b="1" i="0" lang="en-US" sz="2000" u="none" cap="none" strike="noStrike">
                <a:solidFill>
                  <a:schemeClr val="dk1"/>
                </a:solidFill>
                <a:latin typeface="Cambria"/>
                <a:ea typeface="Cambria"/>
                <a:cs typeface="Cambria"/>
                <a:sym typeface="Cambria"/>
              </a:rPr>
              <a:t>getType(): </a:t>
            </a:r>
            <a:r>
              <a:rPr b="0" i="0" lang="en-US" sz="2000" u="none" cap="none" strike="noStrike">
                <a:solidFill>
                  <a:schemeClr val="dk1"/>
                </a:solidFill>
                <a:latin typeface="Cambria"/>
                <a:ea typeface="Cambria"/>
                <a:cs typeface="Cambria"/>
                <a:sym typeface="Cambria"/>
              </a:rPr>
              <a:t>This method returns the Multipurpose Internet Mail Extension(MIME) type of data to the given Content URI.</a:t>
            </a:r>
            <a:endParaRPr/>
          </a:p>
          <a:p>
            <a:pPr indent="0" lvl="0" marL="0" marR="0" rtl="0" algn="just">
              <a:lnSpc>
                <a:spcPct val="100000"/>
              </a:lnSpc>
              <a:spcBef>
                <a:spcPts val="1200"/>
              </a:spcBef>
              <a:spcAft>
                <a:spcPts val="0"/>
              </a:spcAft>
              <a:buClr>
                <a:schemeClr val="dk1"/>
              </a:buClr>
              <a:buSzPts val="2000"/>
              <a:buFont typeface="Arial"/>
              <a:buNone/>
            </a:pPr>
            <a:r>
              <a:rPr b="1" i="0" lang="en-US" sz="2000" u="none" cap="none" strike="noStrike">
                <a:solidFill>
                  <a:schemeClr val="dk1"/>
                </a:solidFill>
                <a:latin typeface="Cambria"/>
                <a:ea typeface="Cambria"/>
                <a:cs typeface="Cambria"/>
                <a:sym typeface="Cambria"/>
              </a:rPr>
              <a:t>onCreate(): </a:t>
            </a:r>
            <a:r>
              <a:rPr b="0" i="0" lang="en-US" sz="2000" u="none" cap="none" strike="noStrike">
                <a:solidFill>
                  <a:schemeClr val="dk1"/>
                </a:solidFill>
                <a:latin typeface="Cambria"/>
                <a:ea typeface="Cambria"/>
                <a:cs typeface="Cambria"/>
                <a:sym typeface="Cambria"/>
              </a:rPr>
              <a:t>As the content provider is created, the android system calls this method immediately to initialise the provider.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6"/>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270" name="Google Shape;270;p26"/>
          <p:cNvSpPr txBox="1"/>
          <p:nvPr/>
        </p:nvSpPr>
        <p:spPr>
          <a:xfrm>
            <a:off x="3170830" y="282276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i="0" lang="en-US" sz="4400" u="none" cap="none" strike="noStrike">
                <a:solidFill>
                  <a:srgbClr val="002060"/>
                </a:solidFill>
                <a:latin typeface="Cambria"/>
                <a:ea typeface="Cambria"/>
                <a:cs typeface="Cambria"/>
                <a:sym typeface="Cambria"/>
              </a:rPr>
              <a:t>END OF MODULE 3</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7"/>
          <p:cNvSpPr txBox="1"/>
          <p:nvPr>
            <p:ph type="title"/>
          </p:nvPr>
        </p:nvSpPr>
        <p:spPr>
          <a:xfrm>
            <a:off x="229989" y="253934"/>
            <a:ext cx="10515600" cy="496693"/>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en-US" sz="4000"/>
              <a:t>Learn more …</a:t>
            </a:r>
            <a:endParaRPr b="1" sz="4000"/>
          </a:p>
        </p:txBody>
      </p:sp>
      <p:sp>
        <p:nvSpPr>
          <p:cNvPr id="276" name="Google Shape;276;p27"/>
          <p:cNvSpPr txBox="1"/>
          <p:nvPr>
            <p:ph idx="1" type="body"/>
          </p:nvPr>
        </p:nvSpPr>
        <p:spPr>
          <a:xfrm>
            <a:off x="229989" y="855909"/>
            <a:ext cx="11602619" cy="4562252"/>
          </a:xfrm>
          <a:prstGeom prst="rect">
            <a:avLst/>
          </a:prstGeom>
          <a:noFill/>
          <a:ln>
            <a:noFill/>
          </a:ln>
        </p:spPr>
        <p:txBody>
          <a:bodyPr anchorCtr="0" anchor="t" bIns="45700" lIns="91425" spcFirstLastPara="1" rIns="91425" wrap="square" tIns="45700">
            <a:noAutofit/>
          </a:bodyPr>
          <a:lstStyle/>
          <a:p>
            <a:pPr indent="-381000" lvl="0" marL="457200" rtl="0" algn="l">
              <a:lnSpc>
                <a:spcPct val="100000"/>
              </a:lnSpc>
              <a:spcBef>
                <a:spcPts val="0"/>
              </a:spcBef>
              <a:spcAft>
                <a:spcPts val="0"/>
              </a:spcAft>
              <a:buClr>
                <a:schemeClr val="hlink"/>
              </a:buClr>
              <a:buSzPts val="2400"/>
              <a:buChar char="•"/>
            </a:pPr>
            <a:r>
              <a:rPr lang="en-US" sz="2400" u="sng">
                <a:solidFill>
                  <a:schemeClr val="hlink"/>
                </a:solidFill>
                <a:hlinkClick r:id="rId3"/>
              </a:rPr>
              <a:t>https://developer.android.com/guide/components/activities/intro-activities</a:t>
            </a:r>
            <a:endParaRPr sz="2400" u="sng">
              <a:solidFill>
                <a:schemeClr val="hlink"/>
              </a:solidFill>
            </a:endParaRPr>
          </a:p>
          <a:p>
            <a:pPr indent="-381000" lvl="0" marL="457200" rtl="0" algn="l">
              <a:lnSpc>
                <a:spcPct val="100000"/>
              </a:lnSpc>
              <a:spcBef>
                <a:spcPts val="600"/>
              </a:spcBef>
              <a:spcAft>
                <a:spcPts val="0"/>
              </a:spcAft>
              <a:buClr>
                <a:schemeClr val="dk1"/>
              </a:buClr>
              <a:buSzPts val="2400"/>
              <a:buChar char="•"/>
            </a:pPr>
            <a:r>
              <a:rPr lang="en-US" sz="2400" u="sng">
                <a:solidFill>
                  <a:schemeClr val="hlink"/>
                </a:solidFill>
                <a:hlinkClick r:id="rId4"/>
              </a:rPr>
              <a:t>https://www.geeksforgeeks.org/different-types-of-activities-in-android-studio/</a:t>
            </a:r>
            <a:endParaRPr sz="2400"/>
          </a:p>
          <a:p>
            <a:pPr indent="-381000" lvl="0" marL="457200" rtl="0" algn="l">
              <a:lnSpc>
                <a:spcPct val="100000"/>
              </a:lnSpc>
              <a:spcBef>
                <a:spcPts val="600"/>
              </a:spcBef>
              <a:spcAft>
                <a:spcPts val="0"/>
              </a:spcAft>
              <a:buClr>
                <a:schemeClr val="dk1"/>
              </a:buClr>
              <a:buSzPts val="2400"/>
              <a:buChar char="•"/>
            </a:pPr>
            <a:r>
              <a:rPr lang="en-US" sz="2400" u="sng">
                <a:solidFill>
                  <a:schemeClr val="hlink"/>
                </a:solidFill>
                <a:hlinkClick r:id="rId5"/>
              </a:rPr>
              <a:t>https://developer.android.com/guide/components/services</a:t>
            </a:r>
            <a:endParaRPr sz="2400"/>
          </a:p>
          <a:p>
            <a:pPr indent="-381000" lvl="0" marL="457200" rtl="0" algn="l">
              <a:lnSpc>
                <a:spcPct val="100000"/>
              </a:lnSpc>
              <a:spcBef>
                <a:spcPts val="600"/>
              </a:spcBef>
              <a:spcAft>
                <a:spcPts val="0"/>
              </a:spcAft>
              <a:buClr>
                <a:schemeClr val="dk1"/>
              </a:buClr>
              <a:buSzPts val="2400"/>
              <a:buChar char="•"/>
            </a:pPr>
            <a:r>
              <a:rPr lang="en-US" sz="2400" u="sng">
                <a:solidFill>
                  <a:schemeClr val="hlink"/>
                </a:solidFill>
                <a:hlinkClick r:id="rId6"/>
              </a:rPr>
              <a:t>https://www.geeksforgeeks.org/services-in-android-with-example/</a:t>
            </a:r>
            <a:endParaRPr sz="2400"/>
          </a:p>
          <a:p>
            <a:pPr indent="-381000" lvl="0" marL="457200" rtl="0" algn="l">
              <a:lnSpc>
                <a:spcPct val="100000"/>
              </a:lnSpc>
              <a:spcBef>
                <a:spcPts val="600"/>
              </a:spcBef>
              <a:spcAft>
                <a:spcPts val="0"/>
              </a:spcAft>
              <a:buClr>
                <a:schemeClr val="dk1"/>
              </a:buClr>
              <a:buSzPts val="2400"/>
              <a:buChar char="•"/>
            </a:pPr>
            <a:r>
              <a:rPr lang="en-US" sz="2400" u="sng">
                <a:solidFill>
                  <a:schemeClr val="hlink"/>
                </a:solidFill>
                <a:hlinkClick r:id="rId7"/>
              </a:rPr>
              <a:t>https://developer.android.com/guide/components/broadcasts</a:t>
            </a:r>
            <a:endParaRPr sz="2400"/>
          </a:p>
          <a:p>
            <a:pPr indent="-381000" lvl="0" marL="457200" rtl="0" algn="l">
              <a:lnSpc>
                <a:spcPct val="100000"/>
              </a:lnSpc>
              <a:spcBef>
                <a:spcPts val="600"/>
              </a:spcBef>
              <a:spcAft>
                <a:spcPts val="0"/>
              </a:spcAft>
              <a:buClr>
                <a:schemeClr val="dk1"/>
              </a:buClr>
              <a:buSzPts val="2400"/>
              <a:buChar char="•"/>
            </a:pPr>
            <a:r>
              <a:rPr lang="en-US" sz="2400" u="sng">
                <a:solidFill>
                  <a:schemeClr val="hlink"/>
                </a:solidFill>
                <a:hlinkClick r:id="rId8"/>
              </a:rPr>
              <a:t>https://www.geeksforgeeks.org/broadcast-receiver-in-android-with-example/</a:t>
            </a:r>
            <a:endParaRPr sz="2400"/>
          </a:p>
          <a:p>
            <a:pPr indent="-381000" lvl="0" marL="457200" rtl="0" algn="l">
              <a:lnSpc>
                <a:spcPct val="100000"/>
              </a:lnSpc>
              <a:spcBef>
                <a:spcPts val="600"/>
              </a:spcBef>
              <a:spcAft>
                <a:spcPts val="0"/>
              </a:spcAft>
              <a:buClr>
                <a:schemeClr val="dk1"/>
              </a:buClr>
              <a:buSzPts val="2400"/>
              <a:buChar char="•"/>
            </a:pPr>
            <a:r>
              <a:rPr lang="en-US" sz="2400" u="sng">
                <a:solidFill>
                  <a:schemeClr val="hlink"/>
                </a:solidFill>
                <a:hlinkClick r:id="rId9"/>
              </a:rPr>
              <a:t>https://developer.android.com/guide/topics/providers/content-provider-basics</a:t>
            </a:r>
            <a:endParaRPr sz="2400"/>
          </a:p>
          <a:p>
            <a:pPr indent="-381000" lvl="0" marL="457200" rtl="0" algn="l">
              <a:lnSpc>
                <a:spcPct val="100000"/>
              </a:lnSpc>
              <a:spcBef>
                <a:spcPts val="600"/>
              </a:spcBef>
              <a:spcAft>
                <a:spcPts val="0"/>
              </a:spcAft>
              <a:buClr>
                <a:schemeClr val="dk1"/>
              </a:buClr>
              <a:buSzPts val="2400"/>
              <a:buChar char="•"/>
            </a:pPr>
            <a:r>
              <a:rPr lang="en-US" sz="2400" u="sng">
                <a:solidFill>
                  <a:schemeClr val="hlink"/>
                </a:solidFill>
                <a:hlinkClick r:id="rId10"/>
              </a:rPr>
              <a:t>https://developer.android.com/reference/android/content/ContentProvider#:~:text=Content%20providers%20are%20one%20of,share%20data%20between%20multiple%20applications</a:t>
            </a:r>
            <a:r>
              <a:rPr lang="en-US" sz="2400"/>
              <a:t>.</a:t>
            </a:r>
            <a:endParaRPr/>
          </a:p>
          <a:p>
            <a:pPr indent="-228600" lvl="0" marL="457200" rtl="0" algn="l">
              <a:lnSpc>
                <a:spcPct val="100000"/>
              </a:lnSpc>
              <a:spcBef>
                <a:spcPts val="600"/>
              </a:spcBef>
              <a:spcAft>
                <a:spcPts val="0"/>
              </a:spcAft>
              <a:buClr>
                <a:schemeClr val="dk1"/>
              </a:buClr>
              <a:buSzPts val="2400"/>
              <a:buNone/>
            </a:pPr>
            <a:r>
              <a:t/>
            </a:r>
            <a:endParaRPr sz="2400"/>
          </a:p>
        </p:txBody>
      </p:sp>
      <p:sp>
        <p:nvSpPr>
          <p:cNvPr id="277" name="Google Shape;277;p27"/>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8"/>
          <p:cNvSpPr txBox="1"/>
          <p:nvPr/>
        </p:nvSpPr>
        <p:spPr>
          <a:xfrm>
            <a:off x="7581900" y="6248400"/>
            <a:ext cx="142875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
        <p:nvSpPr>
          <p:cNvPr id="284" name="Google Shape;284;p28"/>
          <p:cNvSpPr txBox="1"/>
          <p:nvPr>
            <p:ph idx="4294967295" type="title"/>
          </p:nvPr>
        </p:nvSpPr>
        <p:spPr>
          <a:xfrm>
            <a:off x="1524000" y="0"/>
            <a:ext cx="6858000" cy="685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None/>
            </a:pPr>
            <a:r>
              <a:rPr lang="en-US" sz="3600">
                <a:solidFill>
                  <a:srgbClr val="FF0000"/>
                </a:solidFill>
              </a:rPr>
              <a:t> </a:t>
            </a:r>
            <a:r>
              <a:rPr lang="en-US">
                <a:solidFill>
                  <a:srgbClr val="FF0000"/>
                </a:solidFill>
                <a:latin typeface="Calibri"/>
                <a:ea typeface="Calibri"/>
                <a:cs typeface="Calibri"/>
                <a:sym typeface="Calibri"/>
              </a:rPr>
              <a:t> </a:t>
            </a:r>
            <a:endParaRPr sz="3600">
              <a:solidFill>
                <a:srgbClr val="FF0000"/>
              </a:solidFill>
              <a:latin typeface="Calibri"/>
              <a:ea typeface="Calibri"/>
              <a:cs typeface="Calibri"/>
              <a:sym typeface="Calibri"/>
            </a:endParaRPr>
          </a:p>
        </p:txBody>
      </p:sp>
      <p:sp>
        <p:nvSpPr>
          <p:cNvPr id="285" name="Google Shape;285;p28"/>
          <p:cNvSpPr txBox="1"/>
          <p:nvPr/>
        </p:nvSpPr>
        <p:spPr>
          <a:xfrm>
            <a:off x="2039939" y="2540001"/>
            <a:ext cx="7991475" cy="1006475"/>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i="0" lang="en-US" sz="4400" u="none" cap="none" strike="noStrike">
                <a:solidFill>
                  <a:srgbClr val="002060"/>
                </a:solidFill>
                <a:latin typeface="Cambria"/>
                <a:ea typeface="Cambria"/>
                <a:cs typeface="Cambria"/>
                <a:sym typeface="Cambria"/>
              </a:rPr>
              <a:t>Thank You</a:t>
            </a:r>
            <a:endParaRPr b="1" i="0" sz="4400" u="none" cap="none" strike="noStrike">
              <a:solidFill>
                <a:srgbClr val="002060"/>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2018-07-31T07:35:09Z</dcterms:created>
  <dc:creator>Windows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0x010100A23A97A4E1007448B1369F743ED98090</vt:lpwstr>
  </property>
</Properties>
</file>