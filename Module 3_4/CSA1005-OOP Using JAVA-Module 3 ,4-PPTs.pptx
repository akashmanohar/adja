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33"/>
  </p:notesMasterIdLst>
  <p:handoutMasterIdLst>
    <p:handoutMasterId r:id="rId34"/>
  </p:handoutMasterIdLst>
  <p:sldIdLst>
    <p:sldId id="520" r:id="rId2"/>
    <p:sldId id="585" r:id="rId3"/>
    <p:sldId id="509" r:id="rId4"/>
    <p:sldId id="586" r:id="rId5"/>
    <p:sldId id="588" r:id="rId6"/>
    <p:sldId id="589" r:id="rId7"/>
    <p:sldId id="590" r:id="rId8"/>
    <p:sldId id="591" r:id="rId9"/>
    <p:sldId id="592" r:id="rId10"/>
    <p:sldId id="594" r:id="rId11"/>
    <p:sldId id="595" r:id="rId12"/>
    <p:sldId id="593" r:id="rId13"/>
    <p:sldId id="597" r:id="rId14"/>
    <p:sldId id="598" r:id="rId15"/>
    <p:sldId id="599" r:id="rId16"/>
    <p:sldId id="600" r:id="rId17"/>
    <p:sldId id="609" r:id="rId18"/>
    <p:sldId id="602" r:id="rId19"/>
    <p:sldId id="603" r:id="rId20"/>
    <p:sldId id="613" r:id="rId21"/>
    <p:sldId id="604" r:id="rId22"/>
    <p:sldId id="605" r:id="rId23"/>
    <p:sldId id="612" r:id="rId24"/>
    <p:sldId id="606" r:id="rId25"/>
    <p:sldId id="614" r:id="rId26"/>
    <p:sldId id="615" r:id="rId27"/>
    <p:sldId id="616" r:id="rId28"/>
    <p:sldId id="607" r:id="rId29"/>
    <p:sldId id="608" r:id="rId30"/>
    <p:sldId id="611" r:id="rId31"/>
    <p:sldId id="559" r:id="rId3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194C"/>
    <a:srgbClr val="FBFBFB"/>
    <a:srgbClr val="000F2E"/>
    <a:srgbClr val="FEB2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2" autoAdjust="0"/>
    <p:restoredTop sz="94728" autoAdjust="0"/>
  </p:normalViewPr>
  <p:slideViewPr>
    <p:cSldViewPr>
      <p:cViewPr>
        <p:scale>
          <a:sx n="77" d="100"/>
          <a:sy n="77" d="100"/>
        </p:scale>
        <p:origin x="-384" y="-1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163DD-12C9-4B8E-91F3-BECE4B548A1F}" type="datetimeFigureOut">
              <a:rPr lang="en-US" smtClean="0"/>
              <a:t>12/8/2022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Mr. R C Ravindranath, Asst. Prof., SOE-CSE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84565-77A9-41BC-A3D1-C71554A711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41510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35E0ABE-3FD2-4491-A84F-F5DF78F574D2}" type="datetimeFigureOut">
              <a:rPr lang="en-US"/>
              <a:pPr>
                <a:defRPr/>
              </a:pPr>
              <a:t>12/8/2022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r>
              <a:rPr lang="en-US" dirty="0" smtClean="0"/>
              <a:t>Mr. R C Ravindranath, Asst. Prof., SOE-CSE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DD763F7-5C11-4DBC-83B1-39D83E1FBE1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198571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D763F7-5C11-4DBC-83B1-39D83E1FBE10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Mr. R C Ravindranath, Asst. Prof., SOE-CSE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037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5EE06-A1F1-4A6F-BEC0-F8F501BA0C36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Mr. R C Ravindranath, Asst. Prof, SOE-CSE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8AC2-F0C4-4335-A6D7-C22D8A22245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96596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B553D-B49E-4D38-9B5E-B4FD8B802359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Mr. R C Ravindranath, Asst. Prof, SOE-CSE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CA5F2-CD08-4EF5-BAD9-872B7BB271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3367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0FAF0-3ECF-44C7-BEBF-4E658DEB2257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Mr. R C Ravindranath, Asst. Prof, SOE-CSE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43365-358E-4EFB-9D2F-D6778ADA2A3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11156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FA76F-22E6-4E93-98DA-DB7DD6A3C922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Mr. R C Ravindranath, Asst. Prof, SOE-CSE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1B66A-860D-4F77-A12A-57453AAB16A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598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853187-8911-4B69-84D5-469D4122FFAB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Mr. R C Ravindranath, Asst. Prof, SOE-CSE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E9FAA-A59B-4AE0-A044-7FE2AB03AB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007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2A2A1-5AC1-4836-89C1-32CC97D658E7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Mr. R C Ravindranath, Asst. Prof, SOE-CSE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55CBD-5A35-43A0-8B72-DFEEFFF782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8413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B92FB-600B-4AA9-86BA-29D7216EDC94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Mr. R C Ravindranath, Asst. Prof, SOE-CSE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AE260-203A-48BA-B1E0-2820BBC6B00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11905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5CB23-90DA-41F4-9254-A2283526FB1B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Mr. R C Ravindranath, Asst. Prof, SOE-CSE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3378E-E05F-4D65-B4F7-A87FC027630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891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F22E2-326A-41E8-9A60-C09EA1EC97B0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Mr. R C Ravindranath, Asst. Prof, SOE-CSE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A09E5-A14B-4738-A48E-EF064E45321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938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FFA49-F091-43EA-9464-C8BAEF42104B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Mr. R C Ravindranath, Asst. Prof, SOE-CSE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10372-953E-4601-976C-D82CD9FCE07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1491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F498F-945F-4E32-92B0-FBA8232C36A3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Mr. R C Ravindranath, Asst. Prof, SOE-CSE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CDF80F-6F68-4B94-9701-0F2026993C4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4401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F8F7056-0CAE-426B-9AEF-F5B334A9FA1B}" type="datetime1">
              <a:rPr lang="en-US" smtClean="0"/>
              <a:t>12/8/2022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 smtClean="0"/>
              <a:t>Mr. R C Ravindranath, Asst. Prof, SOE-CSE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391736-D1CD-4256-BC31-406FE5C1CD1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1031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flow-control-in-try-catch-finally-in-java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14600" y="1905000"/>
            <a:ext cx="7162800" cy="15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– 3 &amp; 4</a:t>
            </a:r>
          </a:p>
          <a:p>
            <a:pPr algn="ctr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Interfaces and Exception Handling  </a:t>
            </a:r>
            <a:endParaRPr 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 bwMode="auto">
          <a:xfrm>
            <a:off x="2057400" y="2514600"/>
            <a:ext cx="8077200" cy="76200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sz="5400" dirty="0" smtClean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INTERFACES IN JAVA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3720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19100" y="127427"/>
            <a:ext cx="1714500" cy="454878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Contents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19100" y="685800"/>
            <a:ext cx="9867900" cy="4876800"/>
          </a:xfrm>
        </p:spPr>
        <p:txBody>
          <a:bodyPr rtlCol="0"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Syntax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Examples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Adding Methods to the class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Adding Parameter to the methods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https://1.bp.blogspot.com/-L1-jKjikd2M/XgxQhJzCcPI/AAAAAAAADcE/0aT0lX1D69QGKCb3o9nkCOBKl5NJsQt9gCLcBGAsYHQ/s1600/interfac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410" y="170768"/>
            <a:ext cx="5277118" cy="2954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09092" y="3276600"/>
            <a:ext cx="11024315" cy="19389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Example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Animal {</a:t>
            </a:r>
          </a:p>
          <a:p>
            <a:pPr>
              <a:spcAft>
                <a:spcPts val="600"/>
              </a:spcAft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public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animalSound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// interface method (does not have a body)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public void run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 // interface method (does not have a body)</a:t>
            </a:r>
          </a:p>
          <a:p>
            <a:pPr>
              <a:spcAft>
                <a:spcPts val="600"/>
              </a:spcAft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9092" y="1037000"/>
            <a:ext cx="5746125" cy="1938992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Syntax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declare constant fields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declare methods that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by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Right Arrow 3"/>
          <p:cNvSpPr/>
          <p:nvPr/>
        </p:nvSpPr>
        <p:spPr>
          <a:xfrm rot="5400000">
            <a:off x="2953443" y="3068678"/>
            <a:ext cx="347729" cy="1539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9326" y="304800"/>
            <a:ext cx="4381500" cy="454878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 and Syntax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753600" y="5516200"/>
            <a:ext cx="1396536" cy="461665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801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261367" y="914400"/>
            <a:ext cx="1569474" cy="1524000"/>
          </a:xfrm>
          <a:prstGeom prst="rect">
            <a:avLst/>
          </a:prstGeom>
          <a:solidFill>
            <a:schemeClr val="lt1">
              <a:alpha val="0"/>
            </a:schemeClr>
          </a:solidFill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359198" y="1022182"/>
            <a:ext cx="1336875" cy="1290922"/>
            <a:chOff x="1275008" y="528034"/>
            <a:chExt cx="2125015" cy="2741054"/>
          </a:xfrm>
        </p:grpSpPr>
        <p:sp>
          <p:nvSpPr>
            <p:cNvPr id="2" name="Rectangle 1"/>
            <p:cNvSpPr/>
            <p:nvPr/>
          </p:nvSpPr>
          <p:spPr>
            <a:xfrm>
              <a:off x="1275008" y="528034"/>
              <a:ext cx="2125015" cy="914400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lass A</a:t>
              </a:r>
              <a:endPara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75008" y="2354688"/>
              <a:ext cx="2125015" cy="914400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lass B</a:t>
              </a:r>
              <a:endPara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Straight Arrow Connector 9"/>
            <p:cNvCxnSpPr>
              <a:stCxn id="5" idx="0"/>
              <a:endCxn id="2" idx="2"/>
            </p:cNvCxnSpPr>
            <p:nvPr/>
          </p:nvCxnSpPr>
          <p:spPr>
            <a:xfrm flipV="1">
              <a:off x="2337516" y="1442434"/>
              <a:ext cx="0" cy="912254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4784555" y="1013616"/>
            <a:ext cx="2093988" cy="1290922"/>
            <a:chOff x="8832760" y="525049"/>
            <a:chExt cx="2125016" cy="2744039"/>
          </a:xfrm>
        </p:grpSpPr>
        <p:sp>
          <p:nvSpPr>
            <p:cNvPr id="8" name="Rectangle 7"/>
            <p:cNvSpPr/>
            <p:nvPr/>
          </p:nvSpPr>
          <p:spPr>
            <a:xfrm>
              <a:off x="8832761" y="525049"/>
              <a:ext cx="2125015" cy="914400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nterface </a:t>
              </a:r>
              <a:r>
                <a: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832760" y="2354688"/>
              <a:ext cx="2125015" cy="914400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nterface </a:t>
              </a:r>
              <a:r>
                <a: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9895267" y="1439449"/>
              <a:ext cx="0" cy="912254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2254498" y="1022182"/>
            <a:ext cx="2133547" cy="1290922"/>
            <a:chOff x="5265311" y="528034"/>
            <a:chExt cx="2125016" cy="2741054"/>
          </a:xfrm>
        </p:grpSpPr>
        <p:sp>
          <p:nvSpPr>
            <p:cNvPr id="6" name="Rectangle 5"/>
            <p:cNvSpPr/>
            <p:nvPr/>
          </p:nvSpPr>
          <p:spPr>
            <a:xfrm>
              <a:off x="5265312" y="528034"/>
              <a:ext cx="2125015" cy="914400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interface A</a:t>
              </a:r>
              <a:endPara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5265311" y="2354688"/>
              <a:ext cx="2125015" cy="914400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</a:t>
              </a:r>
              <a:r>
                <a: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V="1">
              <a:off x="6327818" y="1439449"/>
              <a:ext cx="0" cy="912254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7748816" y="181846"/>
            <a:ext cx="3939142" cy="2539148"/>
            <a:chOff x="2490787" y="685800"/>
            <a:chExt cx="7210425" cy="54864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0787" y="685800"/>
              <a:ext cx="7210425" cy="5486400"/>
            </a:xfrm>
            <a:prstGeom prst="rect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</p:pic>
        <p:cxnSp>
          <p:nvCxnSpPr>
            <p:cNvPr id="29" name="Curved Connector 28"/>
            <p:cNvCxnSpPr/>
            <p:nvPr/>
          </p:nvCxnSpPr>
          <p:spPr>
            <a:xfrm rot="10800000">
              <a:off x="3672533" y="2807090"/>
              <a:ext cx="1790067" cy="1352786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urved Connector 32"/>
            <p:cNvCxnSpPr/>
            <p:nvPr/>
          </p:nvCxnSpPr>
          <p:spPr>
            <a:xfrm flipV="1">
              <a:off x="6633034" y="2807090"/>
              <a:ext cx="1596566" cy="1339907"/>
            </a:xfrm>
            <a:prstGeom prst="curvedConnector3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259326" y="304800"/>
            <a:ext cx="4381500" cy="454878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 and Syntax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92994" y="328984"/>
            <a:ext cx="1396536" cy="461665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259327" y="2438400"/>
            <a:ext cx="4251031" cy="1950660"/>
            <a:chOff x="259327" y="2438400"/>
            <a:chExt cx="4251031" cy="1950660"/>
          </a:xfrm>
        </p:grpSpPr>
        <p:cxnSp>
          <p:nvCxnSpPr>
            <p:cNvPr id="15" name="Straight Arrow Connector 14"/>
            <p:cNvCxnSpPr>
              <a:stCxn id="11" idx="2"/>
            </p:cNvCxnSpPr>
            <p:nvPr/>
          </p:nvCxnSpPr>
          <p:spPr>
            <a:xfrm>
              <a:off x="1046104" y="2438400"/>
              <a:ext cx="8499" cy="429634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>
            <a:xfrm>
              <a:off x="259327" y="2794161"/>
              <a:ext cx="4251031" cy="1594899"/>
              <a:chOff x="259327" y="2794161"/>
              <a:chExt cx="4251031" cy="1594899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259327" y="2819400"/>
                <a:ext cx="4251031" cy="1569660"/>
              </a:xfrm>
              <a:prstGeom prst="rect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lass A             class B extends A</a:t>
                </a:r>
              </a:p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		{</a:t>
                </a:r>
              </a:p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//body of A	    //body of B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		}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2133600" y="2794161"/>
                <a:ext cx="0" cy="1569660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0" name="Group 29"/>
          <p:cNvGrpSpPr/>
          <p:nvPr/>
        </p:nvGrpSpPr>
        <p:grpSpPr>
          <a:xfrm>
            <a:off x="2928876" y="2450673"/>
            <a:ext cx="4812856" cy="2152609"/>
            <a:chOff x="715853" y="2438400"/>
            <a:chExt cx="4812856" cy="2152609"/>
          </a:xfrm>
        </p:grpSpPr>
        <p:cxnSp>
          <p:nvCxnSpPr>
            <p:cNvPr id="31" name="Straight Arrow Connector 30"/>
            <p:cNvCxnSpPr/>
            <p:nvPr/>
          </p:nvCxnSpPr>
          <p:spPr>
            <a:xfrm flipH="1">
              <a:off x="1044063" y="2438400"/>
              <a:ext cx="1" cy="582949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/>
            <p:cNvGrpSpPr/>
            <p:nvPr/>
          </p:nvGrpSpPr>
          <p:grpSpPr>
            <a:xfrm>
              <a:off x="715853" y="3006287"/>
              <a:ext cx="4812856" cy="1584722"/>
              <a:chOff x="715853" y="3006287"/>
              <a:chExt cx="4812856" cy="1584722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715853" y="3006287"/>
                <a:ext cx="4812856" cy="1569660"/>
              </a:xfrm>
              <a:prstGeom prst="rect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nterface A        class B implements A</a:t>
                </a:r>
              </a:p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		       {</a:t>
                </a:r>
              </a:p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//body of A		//body of B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		       }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6" name="Straight Connector 35"/>
              <p:cNvCxnSpPr/>
              <p:nvPr/>
            </p:nvCxnSpPr>
            <p:spPr>
              <a:xfrm>
                <a:off x="2640452" y="3021349"/>
                <a:ext cx="0" cy="1569660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Rectangle 36"/>
          <p:cNvSpPr/>
          <p:nvPr/>
        </p:nvSpPr>
        <p:spPr>
          <a:xfrm>
            <a:off x="2091392" y="914400"/>
            <a:ext cx="2435045" cy="1524000"/>
          </a:xfrm>
          <a:prstGeom prst="rect">
            <a:avLst/>
          </a:prstGeom>
          <a:solidFill>
            <a:schemeClr val="lt1">
              <a:alpha val="0"/>
            </a:schemeClr>
          </a:solidFill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5491262" y="2438400"/>
            <a:ext cx="4795223" cy="2313118"/>
            <a:chOff x="744311" y="2438400"/>
            <a:chExt cx="4795223" cy="2313118"/>
          </a:xfrm>
        </p:grpSpPr>
        <p:cxnSp>
          <p:nvCxnSpPr>
            <p:cNvPr id="39" name="Straight Arrow Connector 38"/>
            <p:cNvCxnSpPr/>
            <p:nvPr/>
          </p:nvCxnSpPr>
          <p:spPr>
            <a:xfrm flipH="1">
              <a:off x="1038844" y="2438400"/>
              <a:ext cx="5219" cy="76200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39"/>
            <p:cNvGrpSpPr/>
            <p:nvPr/>
          </p:nvGrpSpPr>
          <p:grpSpPr>
            <a:xfrm>
              <a:off x="744311" y="3181858"/>
              <a:ext cx="4795223" cy="1569660"/>
              <a:chOff x="744311" y="3181858"/>
              <a:chExt cx="4795223" cy="1569660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744311" y="3181858"/>
                <a:ext cx="4795223" cy="1569660"/>
              </a:xfrm>
              <a:prstGeom prst="rect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nterface A        interface B extends A</a:t>
                </a:r>
              </a:p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		       {</a:t>
                </a:r>
              </a:p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//body of A		//body of B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		       }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2" name="Straight Connector 41"/>
              <p:cNvCxnSpPr/>
              <p:nvPr/>
            </p:nvCxnSpPr>
            <p:spPr>
              <a:xfrm>
                <a:off x="2651470" y="3181858"/>
                <a:ext cx="0" cy="1569660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3" name="Rectangle 42"/>
          <p:cNvSpPr/>
          <p:nvPr/>
        </p:nvSpPr>
        <p:spPr>
          <a:xfrm>
            <a:off x="4682577" y="904237"/>
            <a:ext cx="2426817" cy="1524000"/>
          </a:xfrm>
          <a:prstGeom prst="rect">
            <a:avLst/>
          </a:prstGeom>
          <a:solidFill>
            <a:schemeClr val="lt1">
              <a:alpha val="0"/>
            </a:schemeClr>
          </a:solidFill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2450076" y="2743540"/>
            <a:ext cx="9506128" cy="2331660"/>
            <a:chOff x="4668929" y="4166906"/>
            <a:chExt cx="9506128" cy="2331660"/>
          </a:xfrm>
        </p:grpSpPr>
        <p:grpSp>
          <p:nvGrpSpPr>
            <p:cNvPr id="44" name="Group 43"/>
            <p:cNvGrpSpPr/>
            <p:nvPr/>
          </p:nvGrpSpPr>
          <p:grpSpPr>
            <a:xfrm>
              <a:off x="4668929" y="4166906"/>
              <a:ext cx="9506128" cy="2331660"/>
              <a:chOff x="744311" y="2419858"/>
              <a:chExt cx="9506128" cy="2331660"/>
            </a:xfrm>
          </p:grpSpPr>
          <p:cxnSp>
            <p:nvCxnSpPr>
              <p:cNvPr id="45" name="Straight Arrow Connector 44"/>
              <p:cNvCxnSpPr/>
              <p:nvPr/>
            </p:nvCxnSpPr>
            <p:spPr>
              <a:xfrm flipH="1">
                <a:off x="8151957" y="2419858"/>
                <a:ext cx="5219" cy="762000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>
              <a:xfrm>
                <a:off x="744311" y="3181858"/>
                <a:ext cx="9506128" cy="1569660"/>
                <a:chOff x="744311" y="3181858"/>
                <a:chExt cx="9506128" cy="1569660"/>
              </a:xfrm>
            </p:grpSpPr>
            <p:sp>
              <p:nvSpPr>
                <p:cNvPr id="47" name="Rectangle 46"/>
                <p:cNvSpPr/>
                <p:nvPr/>
              </p:nvSpPr>
              <p:spPr>
                <a:xfrm>
                  <a:off x="744311" y="3181858"/>
                  <a:ext cx="9506128" cy="1569660"/>
                </a:xfrm>
                <a:prstGeom prst="rect">
                  <a:avLst/>
                </a:prstGeom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lass father   interface mother    class son extends father implements mother</a:t>
                  </a:r>
                </a:p>
                <a:p>
                  <a:pPr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{	</a:t>
                  </a:r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{			    {</a:t>
                  </a:r>
                </a:p>
                <a:p>
                  <a:pPr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//body 	//body 			//body</a:t>
                  </a:r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}	</a:t>
                  </a:r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}			     }</a:t>
                  </a:r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2310743" y="3181858"/>
                  <a:ext cx="0" cy="1569660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9" name="Straight Connector 48"/>
            <p:cNvCxnSpPr/>
            <p:nvPr/>
          </p:nvCxnSpPr>
          <p:spPr>
            <a:xfrm>
              <a:off x="8534400" y="4928906"/>
              <a:ext cx="0" cy="156966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947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37" grpId="0" animBg="1"/>
      <p:bldP spid="37" grpId="1" animBg="1"/>
      <p:bldP spid="43" grpId="0" animBg="1"/>
      <p:bldP spid="4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9326" y="304800"/>
            <a:ext cx="1645674" cy="454878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Activity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81879" y="348225"/>
            <a:ext cx="762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class code to demonstrate the below Diagram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413725" y="1143000"/>
            <a:ext cx="3501868" cy="1302377"/>
            <a:chOff x="413725" y="1143000"/>
            <a:chExt cx="3989512" cy="1600748"/>
          </a:xfrm>
        </p:grpSpPr>
        <p:sp>
          <p:nvSpPr>
            <p:cNvPr id="10" name="Rectangle 9"/>
            <p:cNvSpPr/>
            <p:nvPr/>
          </p:nvSpPr>
          <p:spPr>
            <a:xfrm>
              <a:off x="413725" y="1143000"/>
              <a:ext cx="1872275" cy="430644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Interface A</a:t>
              </a:r>
              <a:endPara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426062" y="2313104"/>
              <a:ext cx="1872275" cy="430644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Interface C</a:t>
              </a:r>
              <a:endPara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Straight Arrow Connector 11"/>
            <p:cNvCxnSpPr>
              <a:stCxn id="11" idx="0"/>
              <a:endCxn id="10" idx="2"/>
            </p:cNvCxnSpPr>
            <p:nvPr/>
          </p:nvCxnSpPr>
          <p:spPr>
            <a:xfrm flipH="1" flipV="1">
              <a:off x="1349863" y="1573644"/>
              <a:ext cx="1012337" cy="73946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2530962" y="1168412"/>
              <a:ext cx="1872275" cy="430644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Interface B</a:t>
              </a:r>
              <a:endPara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Straight Arrow Connector 15"/>
            <p:cNvCxnSpPr>
              <a:endCxn id="15" idx="2"/>
            </p:cNvCxnSpPr>
            <p:nvPr/>
          </p:nvCxnSpPr>
          <p:spPr>
            <a:xfrm flipV="1">
              <a:off x="2362199" y="1599056"/>
              <a:ext cx="1104901" cy="714048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259326" y="2915597"/>
            <a:ext cx="4133795" cy="1335045"/>
            <a:chOff x="209604" y="3376912"/>
            <a:chExt cx="7828745" cy="1424820"/>
          </a:xfrm>
        </p:grpSpPr>
        <p:sp>
          <p:nvSpPr>
            <p:cNvPr id="21" name="Rectangle 20"/>
            <p:cNvSpPr/>
            <p:nvPr/>
          </p:nvSpPr>
          <p:spPr>
            <a:xfrm>
              <a:off x="2265604" y="3376912"/>
              <a:ext cx="2885905" cy="430644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nterface B</a:t>
              </a:r>
              <a:endPara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772418" y="4371088"/>
              <a:ext cx="1872274" cy="430644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lass D</a:t>
              </a:r>
              <a:endPara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Straight Arrow Connector 22"/>
            <p:cNvCxnSpPr>
              <a:stCxn id="22" idx="0"/>
              <a:endCxn id="21" idx="2"/>
            </p:cNvCxnSpPr>
            <p:nvPr/>
          </p:nvCxnSpPr>
          <p:spPr>
            <a:xfrm flipV="1">
              <a:off x="3708556" y="3807556"/>
              <a:ext cx="0" cy="563532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5391418" y="3376912"/>
              <a:ext cx="2646931" cy="430644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nterface C</a:t>
              </a:r>
              <a:endPara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Arrow Connector 24"/>
            <p:cNvCxnSpPr>
              <a:stCxn id="22" idx="0"/>
              <a:endCxn id="24" idx="2"/>
            </p:cNvCxnSpPr>
            <p:nvPr/>
          </p:nvCxnSpPr>
          <p:spPr>
            <a:xfrm flipV="1">
              <a:off x="3708556" y="3807556"/>
              <a:ext cx="3006328" cy="563532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209604" y="3376912"/>
              <a:ext cx="1872275" cy="430644"/>
            </a:xfrm>
            <a:prstGeom prst="rect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A</a:t>
              </a:r>
              <a:endPara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" name="Straight Arrow Connector 29"/>
            <p:cNvCxnSpPr>
              <a:stCxn id="22" idx="0"/>
              <a:endCxn id="28" idx="2"/>
            </p:cNvCxnSpPr>
            <p:nvPr/>
          </p:nvCxnSpPr>
          <p:spPr>
            <a:xfrm flipH="1" flipV="1">
              <a:off x="1145742" y="3807556"/>
              <a:ext cx="2562814" cy="563532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4800601" y="1121938"/>
            <a:ext cx="6520986" cy="1323439"/>
            <a:chOff x="4387665" y="4928906"/>
            <a:chExt cx="6520986" cy="1323439"/>
          </a:xfrm>
        </p:grpSpPr>
        <p:grpSp>
          <p:nvGrpSpPr>
            <p:cNvPr id="41" name="Group 40"/>
            <p:cNvGrpSpPr/>
            <p:nvPr/>
          </p:nvGrpSpPr>
          <p:grpSpPr>
            <a:xfrm>
              <a:off x="4387665" y="4928906"/>
              <a:ext cx="6520986" cy="1323439"/>
              <a:chOff x="463047" y="3181858"/>
              <a:chExt cx="6520986" cy="1323439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463047" y="3181858"/>
                <a:ext cx="6520986" cy="1323439"/>
              </a:xfrm>
              <a:prstGeom prst="rect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nterface A      interface B          interface C extends A, B</a:t>
                </a:r>
              </a:p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	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{		        {</a:t>
                </a:r>
              </a:p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//body 	//body 	            //body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	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}		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}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3" name="Straight Connector 42"/>
              <p:cNvCxnSpPr/>
              <p:nvPr/>
            </p:nvCxnSpPr>
            <p:spPr>
              <a:xfrm>
                <a:off x="1887312" y="3181858"/>
                <a:ext cx="0" cy="1323439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9" name="Straight Connector 38"/>
            <p:cNvCxnSpPr>
              <a:stCxn id="42" idx="0"/>
              <a:endCxn id="42" idx="2"/>
            </p:cNvCxnSpPr>
            <p:nvPr/>
          </p:nvCxnSpPr>
          <p:spPr>
            <a:xfrm>
              <a:off x="7648158" y="4928906"/>
              <a:ext cx="0" cy="1323439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/>
          <p:cNvGrpSpPr/>
          <p:nvPr/>
        </p:nvGrpSpPr>
        <p:grpSpPr>
          <a:xfrm>
            <a:off x="3435085" y="3768229"/>
            <a:ext cx="7766315" cy="1346651"/>
            <a:chOff x="3435085" y="3768229"/>
            <a:chExt cx="7766315" cy="1346651"/>
          </a:xfrm>
        </p:grpSpPr>
        <p:grpSp>
          <p:nvGrpSpPr>
            <p:cNvPr id="44" name="Group 43"/>
            <p:cNvGrpSpPr/>
            <p:nvPr/>
          </p:nvGrpSpPr>
          <p:grpSpPr>
            <a:xfrm>
              <a:off x="3435085" y="3779835"/>
              <a:ext cx="7766315" cy="1335045"/>
              <a:chOff x="4668929" y="4928906"/>
              <a:chExt cx="7766315" cy="1335045"/>
            </a:xfrm>
          </p:grpSpPr>
          <p:grpSp>
            <p:nvGrpSpPr>
              <p:cNvPr id="45" name="Group 44"/>
              <p:cNvGrpSpPr/>
              <p:nvPr/>
            </p:nvGrpSpPr>
            <p:grpSpPr>
              <a:xfrm>
                <a:off x="4668929" y="4928906"/>
                <a:ext cx="7766315" cy="1335045"/>
                <a:chOff x="744311" y="3181858"/>
                <a:chExt cx="7766315" cy="1335045"/>
              </a:xfrm>
            </p:grpSpPr>
            <p:sp>
              <p:nvSpPr>
                <p:cNvPr id="47" name="Rectangle 46"/>
                <p:cNvSpPr/>
                <p:nvPr/>
              </p:nvSpPr>
              <p:spPr>
                <a:xfrm>
                  <a:off x="744311" y="3181858"/>
                  <a:ext cx="7766315" cy="1323439"/>
                </a:xfrm>
                <a:prstGeom prst="rect">
                  <a:avLst/>
                </a:prstGeom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2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lass A       interface B    interface C     class D extends A implements B, C</a:t>
                  </a:r>
                </a:p>
                <a:p>
                  <a:pPr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{	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{	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{		     {</a:t>
                  </a:r>
                </a:p>
                <a:p>
                  <a:pPr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//body         //body 	//body		//body</a:t>
                  </a:r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}	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}	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000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 }		      }</a:t>
                  </a:r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1887311" y="3181858"/>
                  <a:ext cx="0" cy="1335045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Straight Connector 45"/>
              <p:cNvCxnSpPr/>
              <p:nvPr/>
            </p:nvCxnSpPr>
            <p:spPr>
              <a:xfrm>
                <a:off x="7183529" y="4928906"/>
                <a:ext cx="0" cy="1335045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Straight Connector 62"/>
            <p:cNvCxnSpPr/>
            <p:nvPr/>
          </p:nvCxnSpPr>
          <p:spPr>
            <a:xfrm>
              <a:off x="7315200" y="3768229"/>
              <a:ext cx="0" cy="1335045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19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52400"/>
            <a:ext cx="4818492" cy="55947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859" y="147851"/>
            <a:ext cx="3523053" cy="5180071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59326" y="304800"/>
            <a:ext cx="3474474" cy="454878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Program </a:t>
            </a: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Examples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410200" y="147851"/>
            <a:ext cx="2743200" cy="611827"/>
            <a:chOff x="5410200" y="147851"/>
            <a:chExt cx="2743200" cy="611827"/>
          </a:xfrm>
        </p:grpSpPr>
        <p:cxnSp>
          <p:nvCxnSpPr>
            <p:cNvPr id="10" name="Straight Arrow Connector 9"/>
            <p:cNvCxnSpPr>
              <a:endCxn id="6" idx="1"/>
            </p:cNvCxnSpPr>
            <p:nvPr/>
          </p:nvCxnSpPr>
          <p:spPr>
            <a:xfrm flipV="1">
              <a:off x="5410200" y="453765"/>
              <a:ext cx="457200" cy="79635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5867400" y="147851"/>
              <a:ext cx="2286000" cy="611827"/>
            </a:xfrm>
            <a:prstGeom prst="rect">
              <a:avLst/>
            </a:prstGeom>
            <a:solidFill>
              <a:schemeClr val="lt1">
                <a:alpha val="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276599" y="758376"/>
            <a:ext cx="7239000" cy="1222825"/>
            <a:chOff x="4245506" y="147851"/>
            <a:chExt cx="3907894" cy="726557"/>
          </a:xfrm>
        </p:grpSpPr>
        <p:cxnSp>
          <p:nvCxnSpPr>
            <p:cNvPr id="13" name="Straight Arrow Connector 12"/>
            <p:cNvCxnSpPr>
              <a:endCxn id="14" idx="1"/>
            </p:cNvCxnSpPr>
            <p:nvPr/>
          </p:nvCxnSpPr>
          <p:spPr>
            <a:xfrm flipV="1">
              <a:off x="4245506" y="453765"/>
              <a:ext cx="1398615" cy="420643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5644121" y="147851"/>
              <a:ext cx="2509279" cy="611827"/>
            </a:xfrm>
            <a:prstGeom prst="rect">
              <a:avLst/>
            </a:prstGeom>
            <a:solidFill>
              <a:schemeClr val="lt1">
                <a:alpha val="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276599" y="1799314"/>
            <a:ext cx="7239000" cy="1501269"/>
            <a:chOff x="4245506" y="147851"/>
            <a:chExt cx="3907894" cy="891998"/>
          </a:xfrm>
        </p:grpSpPr>
        <p:cxnSp>
          <p:nvCxnSpPr>
            <p:cNvPr id="18" name="Straight Arrow Connector 17"/>
            <p:cNvCxnSpPr>
              <a:endCxn id="19" idx="1"/>
            </p:cNvCxnSpPr>
            <p:nvPr/>
          </p:nvCxnSpPr>
          <p:spPr>
            <a:xfrm flipV="1">
              <a:off x="4245506" y="453765"/>
              <a:ext cx="1398615" cy="586084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5644121" y="147851"/>
              <a:ext cx="2509279" cy="611827"/>
            </a:xfrm>
            <a:prstGeom prst="rect">
              <a:avLst/>
            </a:prstGeom>
            <a:solidFill>
              <a:schemeClr val="lt1">
                <a:alpha val="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048000" y="2827740"/>
            <a:ext cx="7467600" cy="1928602"/>
            <a:chOff x="4122099" y="147850"/>
            <a:chExt cx="4031301" cy="1145903"/>
          </a:xfrm>
        </p:grpSpPr>
        <p:cxnSp>
          <p:nvCxnSpPr>
            <p:cNvPr id="23" name="Straight Arrow Connector 22"/>
            <p:cNvCxnSpPr>
              <a:endCxn id="24" idx="1"/>
            </p:cNvCxnSpPr>
            <p:nvPr/>
          </p:nvCxnSpPr>
          <p:spPr>
            <a:xfrm flipV="1">
              <a:off x="4122099" y="469311"/>
              <a:ext cx="1522022" cy="824442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5644121" y="147850"/>
              <a:ext cx="2509279" cy="642921"/>
            </a:xfrm>
            <a:prstGeom prst="rect">
              <a:avLst/>
            </a:prstGeom>
            <a:solidFill>
              <a:schemeClr val="lt1">
                <a:alpha val="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705601" y="4374829"/>
            <a:ext cx="4523095" cy="1082063"/>
            <a:chOff x="6705601" y="4374829"/>
            <a:chExt cx="4523095" cy="1082063"/>
          </a:xfrm>
        </p:grpSpPr>
        <p:sp>
          <p:nvSpPr>
            <p:cNvPr id="29" name="Rectangle 28"/>
            <p:cNvSpPr/>
            <p:nvPr/>
          </p:nvSpPr>
          <p:spPr>
            <a:xfrm>
              <a:off x="6705601" y="4374829"/>
              <a:ext cx="2438399" cy="1082063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43345" y="4724387"/>
              <a:ext cx="2685351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Dynamic Method Dispatch</a:t>
              </a:r>
              <a:endPara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6478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2135315" y="324134"/>
            <a:ext cx="5034800" cy="5290856"/>
            <a:chOff x="2135315" y="324134"/>
            <a:chExt cx="5034800" cy="5290856"/>
          </a:xfrm>
        </p:grpSpPr>
        <p:sp>
          <p:nvSpPr>
            <p:cNvPr id="3" name="Rectangle 2"/>
            <p:cNvSpPr/>
            <p:nvPr/>
          </p:nvSpPr>
          <p:spPr>
            <a:xfrm>
              <a:off x="2135315" y="2075560"/>
              <a:ext cx="5034800" cy="3539430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// Java program to illustrate the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concept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 abstract class </a:t>
              </a:r>
            </a:p>
            <a:p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abstract class Shape </a:t>
              </a:r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   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// abstract methods which will be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implemented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by its subclass(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es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abstract public double area(); 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abstract public void draw(); 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</a:t>
              </a:r>
            </a:p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Rectangle extends Shape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//body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Circle extends Shape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//body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</a:t>
              </a:r>
              <a:r>
                <a:rPr 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public static void main (String[]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args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//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body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}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89396" y="324134"/>
              <a:ext cx="2567071" cy="1750297"/>
            </a:xfrm>
            <a:prstGeom prst="rect">
              <a:avLst/>
            </a:prstGeom>
            <a:ln w="38100">
              <a:solidFill>
                <a:schemeClr val="accent1"/>
              </a:solidFill>
            </a:ln>
          </p:spPr>
        </p:pic>
        <p:cxnSp>
          <p:nvCxnSpPr>
            <p:cNvPr id="16" name="Straight Connector 15"/>
            <p:cNvCxnSpPr/>
            <p:nvPr/>
          </p:nvCxnSpPr>
          <p:spPr>
            <a:xfrm>
              <a:off x="5181600" y="609600"/>
              <a:ext cx="1481482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7315200" y="254464"/>
            <a:ext cx="4686300" cy="5384336"/>
            <a:chOff x="7391400" y="254464"/>
            <a:chExt cx="4686300" cy="538433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20201" y="254464"/>
              <a:ext cx="2819400" cy="1821096"/>
            </a:xfrm>
            <a:prstGeom prst="rect">
              <a:avLst/>
            </a:prstGeom>
            <a:ln w="38100">
              <a:solidFill>
                <a:schemeClr val="accent1"/>
              </a:solidFill>
            </a:ln>
          </p:spPr>
        </p:pic>
        <p:sp>
          <p:nvSpPr>
            <p:cNvPr id="7" name="Rectangle 6"/>
            <p:cNvSpPr/>
            <p:nvPr/>
          </p:nvSpPr>
          <p:spPr>
            <a:xfrm>
              <a:off x="7391400" y="2099370"/>
              <a:ext cx="4686300" cy="353943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// Java program to illustrate the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concept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interface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interface Shape </a:t>
              </a:r>
              <a:r>
                <a:rPr lang="en-US" sz="1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//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abstract methods which will be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implemented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by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class(</a:t>
              </a:r>
              <a:r>
                <a:rPr lang="en-US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void draw(); 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double area(); 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</a:t>
              </a:r>
            </a:p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Rectangle implements </a:t>
              </a:r>
              <a:r>
                <a:rPr 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Shape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 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//body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Circle implements Shape 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//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body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</a:t>
              </a:r>
              <a:endPara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</a:t>
              </a:r>
              <a:r>
                <a:rPr lang="en-US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DEMO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public static void main (String[]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args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 { 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//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body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 }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9601200" y="533400"/>
              <a:ext cx="1777284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9326" y="304800"/>
            <a:ext cx="3779274" cy="454878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Abstract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lang="en-US" sz="3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Interface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2323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807816"/>
              </p:ext>
            </p:extLst>
          </p:nvPr>
        </p:nvGraphicFramePr>
        <p:xfrm>
          <a:off x="304800" y="914535"/>
          <a:ext cx="11125200" cy="42062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802684"/>
                <a:gridCol w="4459311"/>
                <a:gridCol w="4863205"/>
              </a:tblGrid>
              <a:tr h="34706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Class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511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methods</a:t>
                      </a:r>
                      <a:endParaRPr lang="en-US" sz="16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class can have abstract and non-abstract methods.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can have only abstract methods. From Java 8, it can have default and static methods also.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38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Variables</a:t>
                      </a:r>
                      <a:endParaRPr lang="en-US" sz="16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abstract class may contain non-final variables.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 declared in a Java interface are by default final.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511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variables</a:t>
                      </a:r>
                      <a:endParaRPr lang="en-US" sz="16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class can have final, non-final, static and non-static variables.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has only static and final variables.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511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  <a:endParaRPr lang="en-US" sz="16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class can provide the implementation of interface.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can’t provide the implementation of abstract class.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511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Inheritance </a:t>
                      </a:r>
                      <a:r>
                        <a:rPr lang="en-US" sz="1600" b="1" dirty="0" err="1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</a:t>
                      </a:r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Abstraction</a:t>
                      </a:r>
                      <a:endParaRPr lang="en-US" sz="16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class can be extended using keyword “extends”.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Java interface can be implemented using keyword “implements”.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511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implementation</a:t>
                      </a:r>
                      <a:endParaRPr lang="en-US" sz="16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abstract class can extend another Java class and implement multiple Java interfaces.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interface can extend another Java interface only.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511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Accessibility of Data Members</a:t>
                      </a:r>
                      <a:endParaRPr lang="en-US" sz="16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Java abstract class can have class members like private, protected,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Members of a Java interface are public by default.</a:t>
                      </a:r>
                      <a:endParaRPr lang="en-US" sz="16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000" y="228600"/>
            <a:ext cx="8620373" cy="50783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defTabSz="457200">
              <a:lnSpc>
                <a:spcPct val="90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2pPr>
            <a:lvl3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3pPr>
            <a:lvl4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4pPr>
            <a:lvl5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9pPr>
          </a:lstStyle>
          <a:p>
            <a:r>
              <a:rPr lang="en-US" dirty="0"/>
              <a:t>Difference between Abstract Class and an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413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media.geeksforgeeks.org/wp-content/cdn-uploads/interfacee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927" y="1523209"/>
            <a:ext cx="2819766" cy="2896391"/>
          </a:xfrm>
          <a:prstGeom prst="rect">
            <a:avLst/>
          </a:prstGeom>
          <a:noFill/>
          <a:ln w="3810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5181600" y="210653"/>
            <a:ext cx="6777551" cy="5509200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Java program to demonstrate inheritance in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intfA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intfB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extends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intfA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class implements both interfaces and provides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method. </a:t>
            </a:r>
          </a:p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InterfaceExtends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implements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intfB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@Override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Name()  { 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//Body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@Override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Institute() {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 (String[]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InterfaceExtends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ob1 = new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InterfaceExtends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calling the method implemented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within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ob1.Name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ob1.Institute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59326" y="304800"/>
            <a:ext cx="3474474" cy="454878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Program </a:t>
            </a: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Examples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6433" y="858045"/>
            <a:ext cx="3171061" cy="461665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Inheritance in Interfaces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6991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888" y="1372531"/>
            <a:ext cx="3583424" cy="39988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12183"/>
            <a:ext cx="4939862" cy="57119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833735"/>
            <a:ext cx="6628738" cy="461665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Example for Multiple Inheritance through Interfaces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9326" y="304800"/>
            <a:ext cx="3474474" cy="454878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Program </a:t>
            </a: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Examples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7380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226734"/>
            <a:ext cx="2305512" cy="41085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52400"/>
            <a:ext cx="4224442" cy="5649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" y="852032"/>
            <a:ext cx="5016117" cy="461665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Abstract Class implements an Interface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59326" y="304800"/>
            <a:ext cx="3474474" cy="454878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Program </a:t>
            </a: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Examples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954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074549" y="2497360"/>
            <a:ext cx="4042902" cy="84023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sz="54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EXCEPTIONS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5550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19100" y="154723"/>
            <a:ext cx="1886218" cy="454878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Contents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19100" y="788831"/>
            <a:ext cx="9867900" cy="2340735"/>
          </a:xfrm>
        </p:spPr>
        <p:txBody>
          <a:bodyPr rtlCol="0"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Exceptions and its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Clauses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catch, throw, throws and finally 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Java’s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Exceptions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298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/>
          <p:cNvGrpSpPr/>
          <p:nvPr/>
        </p:nvGrpSpPr>
        <p:grpSpPr>
          <a:xfrm>
            <a:off x="4935855" y="1327727"/>
            <a:ext cx="2987898" cy="3803748"/>
            <a:chOff x="4935855" y="1327727"/>
            <a:chExt cx="2987898" cy="3803748"/>
          </a:xfrm>
        </p:grpSpPr>
        <p:grpSp>
          <p:nvGrpSpPr>
            <p:cNvPr id="56" name="Group 55"/>
            <p:cNvGrpSpPr/>
            <p:nvPr/>
          </p:nvGrpSpPr>
          <p:grpSpPr>
            <a:xfrm>
              <a:off x="4935855" y="1327727"/>
              <a:ext cx="2987898" cy="3803748"/>
              <a:chOff x="231820" y="1288703"/>
              <a:chExt cx="2987898" cy="3803748"/>
            </a:xfrm>
          </p:grpSpPr>
          <p:sp>
            <p:nvSpPr>
              <p:cNvPr id="57" name="Rectangle 56"/>
              <p:cNvSpPr/>
              <p:nvPr/>
            </p:nvSpPr>
            <p:spPr>
              <a:xfrm>
                <a:off x="231820" y="1288703"/>
                <a:ext cx="2987898" cy="3803748"/>
              </a:xfrm>
              <a:prstGeom prst="rect">
                <a:avLst/>
              </a:prstGeom>
              <a:solidFill>
                <a:schemeClr val="lt1">
                  <a:alpha val="0"/>
                </a:schemeClr>
              </a:solidFill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  <p:cxnSp>
            <p:nvCxnSpPr>
              <p:cNvPr id="58" name="Straight Connector 57"/>
              <p:cNvCxnSpPr/>
              <p:nvPr/>
            </p:nvCxnSpPr>
            <p:spPr>
              <a:xfrm>
                <a:off x="231820" y="1873436"/>
                <a:ext cx="2987898" cy="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>
            <a:xfrm>
              <a:off x="5763357" y="1383419"/>
              <a:ext cx="1430200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</a:defRPr>
              </a:lvl5pPr>
              <a:lvl6pPr>
                <a:defRPr>
                  <a:latin typeface="Arial" panose="020B0604020202020204" pitchFamily="34" charset="0"/>
                </a:defRPr>
              </a:lvl6pPr>
              <a:lvl7pPr>
                <a:defRPr>
                  <a:latin typeface="Arial" panose="020B0604020202020204" pitchFamily="34" charset="0"/>
                </a:defRPr>
              </a:lvl7pPr>
              <a:lvl8pPr>
                <a:defRPr>
                  <a:latin typeface="Arial" panose="020B0604020202020204" pitchFamily="34" charset="0"/>
                </a:defRPr>
              </a:lvl8pPr>
              <a:lvl9pPr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US" dirty="0">
                  <a:ln w="0"/>
                  <a:solidFill>
                    <a:schemeClr val="tx1"/>
                  </a:solidFill>
                </a:rPr>
                <a:t>Execution</a:t>
              </a:r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412126" y="1288703"/>
            <a:ext cx="2987898" cy="3803748"/>
            <a:chOff x="412126" y="1288703"/>
            <a:chExt cx="2987898" cy="3803748"/>
          </a:xfrm>
        </p:grpSpPr>
        <p:grpSp>
          <p:nvGrpSpPr>
            <p:cNvPr id="53" name="Group 52"/>
            <p:cNvGrpSpPr/>
            <p:nvPr/>
          </p:nvGrpSpPr>
          <p:grpSpPr>
            <a:xfrm>
              <a:off x="412126" y="1288703"/>
              <a:ext cx="2987898" cy="3803748"/>
              <a:chOff x="231820" y="1288703"/>
              <a:chExt cx="2987898" cy="3803748"/>
            </a:xfrm>
          </p:grpSpPr>
          <p:sp>
            <p:nvSpPr>
              <p:cNvPr id="50" name="Rectangle 49"/>
              <p:cNvSpPr/>
              <p:nvPr/>
            </p:nvSpPr>
            <p:spPr>
              <a:xfrm>
                <a:off x="231820" y="1288703"/>
                <a:ext cx="2987898" cy="3803748"/>
              </a:xfrm>
              <a:prstGeom prst="rect">
                <a:avLst/>
              </a:prstGeom>
              <a:solidFill>
                <a:schemeClr val="lt1">
                  <a:alpha val="0"/>
                </a:schemeClr>
              </a:solidFill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2" name="Straight Connector 51"/>
              <p:cNvCxnSpPr/>
              <p:nvPr/>
            </p:nvCxnSpPr>
            <p:spPr>
              <a:xfrm>
                <a:off x="231820" y="1873436"/>
                <a:ext cx="2987898" cy="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/>
            <p:cNvSpPr txBox="1"/>
            <p:nvPr/>
          </p:nvSpPr>
          <p:spPr>
            <a:xfrm>
              <a:off x="992624" y="1355758"/>
              <a:ext cx="1720343" cy="46166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</a:defRPr>
              </a:lvl5pPr>
              <a:lvl6pPr>
                <a:defRPr>
                  <a:latin typeface="Arial" panose="020B0604020202020204" pitchFamily="34" charset="0"/>
                </a:defRPr>
              </a:lvl6pPr>
              <a:lvl7pPr>
                <a:defRPr>
                  <a:latin typeface="Arial" panose="020B0604020202020204" pitchFamily="34" charset="0"/>
                </a:defRPr>
              </a:lvl7pPr>
              <a:lvl8pPr>
                <a:defRPr>
                  <a:latin typeface="Arial" panose="020B0604020202020204" pitchFamily="34" charset="0"/>
                </a:defRPr>
              </a:lvl8pPr>
              <a:lvl9pPr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US" dirty="0">
                  <a:ln w="0"/>
                  <a:solidFill>
                    <a:schemeClr val="tx1"/>
                  </a:solidFill>
                </a:rPr>
                <a:t>Compilation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3400024" y="3715041"/>
            <a:ext cx="1535831" cy="189304"/>
            <a:chOff x="3217156" y="3625070"/>
            <a:chExt cx="2647629" cy="114491"/>
          </a:xfrm>
        </p:grpSpPr>
        <p:sp>
          <p:nvSpPr>
            <p:cNvPr id="26" name="object 26"/>
            <p:cNvSpPr>
              <a:spLocks/>
            </p:cNvSpPr>
            <p:nvPr/>
          </p:nvSpPr>
          <p:spPr bwMode="auto">
            <a:xfrm>
              <a:off x="3217156" y="3681233"/>
              <a:ext cx="2477482" cy="52816"/>
            </a:xfrm>
            <a:custGeom>
              <a:avLst/>
              <a:gdLst>
                <a:gd name="T0" fmla="*/ 0 w 1530985"/>
                <a:gd name="T1" fmla="*/ 928165 w 1530985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530985">
                  <a:moveTo>
                    <a:pt x="0" y="0"/>
                  </a:moveTo>
                  <a:lnTo>
                    <a:pt x="1530858" y="0"/>
                  </a:lnTo>
                </a:path>
              </a:pathLst>
            </a:custGeom>
            <a:noFill/>
            <a:ln w="28194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bject 27"/>
            <p:cNvSpPr>
              <a:spLocks/>
            </p:cNvSpPr>
            <p:nvPr/>
          </p:nvSpPr>
          <p:spPr bwMode="auto">
            <a:xfrm>
              <a:off x="5613678" y="3625070"/>
              <a:ext cx="251107" cy="114491"/>
            </a:xfrm>
            <a:custGeom>
              <a:avLst/>
              <a:gdLst>
                <a:gd name="T0" fmla="*/ 89656 w 147320"/>
                <a:gd name="T1" fmla="*/ 42458 h 147320"/>
                <a:gd name="T2" fmla="*/ 0 w 147320"/>
                <a:gd name="T3" fmla="*/ 0 h 147320"/>
                <a:gd name="T4" fmla="*/ 0 w 147320"/>
                <a:gd name="T5" fmla="*/ 85359 h 147320"/>
                <a:gd name="T6" fmla="*/ 89656 w 147320"/>
                <a:gd name="T7" fmla="*/ 42458 h 1473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7320" h="147320">
                  <a:moveTo>
                    <a:pt x="147065" y="73151"/>
                  </a:moveTo>
                  <a:lnTo>
                    <a:pt x="0" y="0"/>
                  </a:lnTo>
                  <a:lnTo>
                    <a:pt x="0" y="147065"/>
                  </a:lnTo>
                  <a:lnTo>
                    <a:pt x="147065" y="73151"/>
                  </a:lnTo>
                  <a:close/>
                </a:path>
              </a:pathLst>
            </a:custGeom>
            <a:solidFill>
              <a:srgbClr val="00B050"/>
            </a:solidFill>
            <a:ln w="9525">
              <a:solidFill>
                <a:srgbClr val="00B05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679184" y="3388656"/>
            <a:ext cx="1183595" cy="337238"/>
          </a:xfrm>
          <a:prstGeom prst="rect">
            <a:avLst/>
          </a:prstGeom>
        </p:spPr>
        <p:txBody>
          <a:bodyPr lIns="0" tIns="11206" rIns="0" bIns="0">
            <a:spAutoFit/>
          </a:bodyPr>
          <a:lstStyle/>
          <a:p>
            <a:pPr marL="11206">
              <a:spcBef>
                <a:spcPts val="88"/>
              </a:spcBef>
              <a:defRPr/>
            </a:pPr>
            <a:r>
              <a:rPr sz="2118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endParaRPr sz="211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566077" y="3138089"/>
            <a:ext cx="2639900" cy="1365965"/>
            <a:chOff x="219615" y="2351985"/>
            <a:chExt cx="2639900" cy="1365965"/>
          </a:xfrm>
        </p:grpSpPr>
        <p:grpSp>
          <p:nvGrpSpPr>
            <p:cNvPr id="46" name="Group 45"/>
            <p:cNvGrpSpPr/>
            <p:nvPr/>
          </p:nvGrpSpPr>
          <p:grpSpPr>
            <a:xfrm>
              <a:off x="219615" y="2351985"/>
              <a:ext cx="2639900" cy="1365965"/>
              <a:chOff x="219615" y="2351985"/>
              <a:chExt cx="2639900" cy="1365965"/>
            </a:xfrm>
          </p:grpSpPr>
          <p:sp>
            <p:nvSpPr>
              <p:cNvPr id="23" name="object 22"/>
              <p:cNvSpPr>
                <a:spLocks/>
              </p:cNvSpPr>
              <p:nvPr/>
            </p:nvSpPr>
            <p:spPr bwMode="auto">
              <a:xfrm>
                <a:off x="219615" y="2360834"/>
                <a:ext cx="2608488" cy="1357116"/>
              </a:xfrm>
              <a:custGeom>
                <a:avLst/>
                <a:gdLst>
                  <a:gd name="T0" fmla="*/ 1614972 w 2664460"/>
                  <a:gd name="T1" fmla="*/ 11539 h 1331595"/>
                  <a:gd name="T2" fmla="*/ 0 w 2664460"/>
                  <a:gd name="T3" fmla="*/ 0 h 1331595"/>
                  <a:gd name="T4" fmla="*/ 711401 w 2664460"/>
                  <a:gd name="T5" fmla="*/ 806383 h 1331595"/>
                  <a:gd name="T6" fmla="*/ 1614972 w 2664460"/>
                  <a:gd name="T7" fmla="*/ 11539 h 1331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64460" h="1331595">
                    <a:moveTo>
                      <a:pt x="2663952" y="19050"/>
                    </a:moveTo>
                    <a:lnTo>
                      <a:pt x="0" y="0"/>
                    </a:lnTo>
                    <a:lnTo>
                      <a:pt x="1173480" y="1331214"/>
                    </a:lnTo>
                    <a:lnTo>
                      <a:pt x="2663952" y="19050"/>
                    </a:lnTo>
                    <a:close/>
                  </a:path>
                </a:pathLst>
              </a:custGeom>
              <a:solidFill>
                <a:srgbClr val="65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object 23"/>
              <p:cNvSpPr>
                <a:spLocks/>
              </p:cNvSpPr>
              <p:nvPr/>
            </p:nvSpPr>
            <p:spPr bwMode="auto">
              <a:xfrm>
                <a:off x="251027" y="2351985"/>
                <a:ext cx="2608488" cy="1357116"/>
              </a:xfrm>
              <a:custGeom>
                <a:avLst/>
                <a:gdLst>
                  <a:gd name="T0" fmla="*/ 0 w 2664460"/>
                  <a:gd name="T1" fmla="*/ 0 h 1331595"/>
                  <a:gd name="T2" fmla="*/ 711401 w 2664460"/>
                  <a:gd name="T3" fmla="*/ 806383 h 1331595"/>
                  <a:gd name="T4" fmla="*/ 1614972 w 2664460"/>
                  <a:gd name="T5" fmla="*/ 11539 h 1331595"/>
                  <a:gd name="T6" fmla="*/ 0 w 2664460"/>
                  <a:gd name="T7" fmla="*/ 0 h 1331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64460" h="1331595">
                    <a:moveTo>
                      <a:pt x="0" y="0"/>
                    </a:moveTo>
                    <a:lnTo>
                      <a:pt x="1173480" y="1331214"/>
                    </a:lnTo>
                    <a:lnTo>
                      <a:pt x="2663952" y="1905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194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" name="object 25"/>
            <p:cNvSpPr txBox="1"/>
            <p:nvPr/>
          </p:nvSpPr>
          <p:spPr>
            <a:xfrm>
              <a:off x="1127087" y="2753052"/>
              <a:ext cx="704521" cy="337238"/>
            </a:xfrm>
            <a:prstGeom prst="rect">
              <a:avLst/>
            </a:prstGeom>
          </p:spPr>
          <p:txBody>
            <a:bodyPr lIns="0" tIns="11206" rIns="0" bIns="0">
              <a:spAutoFit/>
            </a:bodyPr>
            <a:lstStyle/>
            <a:p>
              <a:pPr marL="11206">
                <a:spcBef>
                  <a:spcPts val="88"/>
                </a:spcBef>
                <a:defRPr/>
              </a:pPr>
              <a:r>
                <a:rPr sz="2118" b="1" spc="-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javac</a:t>
              </a:r>
              <a:endParaRPr sz="211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80724" y="2374871"/>
              <a:ext cx="165122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1206">
                <a:spcBef>
                  <a:spcPts val="1174"/>
                </a:spcBef>
                <a:defRPr/>
              </a:pPr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Java</a:t>
              </a:r>
              <a:r>
                <a:rPr lang="en-US" b="1" spc="-4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Compiler</a:t>
              </a:r>
              <a:endPara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6291774" y="2761581"/>
            <a:ext cx="1261988" cy="741473"/>
            <a:chOff x="6291774" y="2761581"/>
            <a:chExt cx="1261988" cy="741473"/>
          </a:xfrm>
        </p:grpSpPr>
        <p:grpSp>
          <p:nvGrpSpPr>
            <p:cNvPr id="87" name="Group 86"/>
            <p:cNvGrpSpPr/>
            <p:nvPr/>
          </p:nvGrpSpPr>
          <p:grpSpPr>
            <a:xfrm>
              <a:off x="6291774" y="2761581"/>
              <a:ext cx="603909" cy="741473"/>
              <a:chOff x="8929389" y="780700"/>
              <a:chExt cx="603909" cy="646919"/>
            </a:xfrm>
            <a:solidFill>
              <a:schemeClr val="tx1"/>
            </a:solidFill>
          </p:grpSpPr>
          <p:sp>
            <p:nvSpPr>
              <p:cNvPr id="28" name="object 28"/>
              <p:cNvSpPr>
                <a:spLocks/>
              </p:cNvSpPr>
              <p:nvPr/>
            </p:nvSpPr>
            <p:spPr bwMode="auto">
              <a:xfrm>
                <a:off x="9001603" y="780700"/>
                <a:ext cx="531695" cy="508003"/>
              </a:xfrm>
              <a:custGeom>
                <a:avLst/>
                <a:gdLst>
                  <a:gd name="T0" fmla="*/ 0 h 311785"/>
                  <a:gd name="T1" fmla="*/ 187626 h 311785"/>
                  <a:gd name="T2" fmla="*/ 0 60000 65536"/>
                  <a:gd name="T3" fmla="*/ 0 60000 65536"/>
                </a:gdLst>
                <a:ahLst/>
                <a:cxnLst>
                  <a:cxn ang="T2">
                    <a:pos x="0" y="T0"/>
                  </a:cxn>
                  <a:cxn ang="T3">
                    <a:pos x="0" y="T1"/>
                  </a:cxn>
                </a:cxnLst>
                <a:rect l="0" t="0" r="r" b="b"/>
                <a:pathLst>
                  <a:path h="311785">
                    <a:moveTo>
                      <a:pt x="0" y="0"/>
                    </a:moveTo>
                    <a:lnTo>
                      <a:pt x="0" y="311657"/>
                    </a:lnTo>
                  </a:path>
                </a:pathLst>
              </a:custGeom>
              <a:grpFill/>
              <a:ln w="28194">
                <a:solidFill>
                  <a:schemeClr val="tx1"/>
                </a:solidFill>
                <a:round/>
                <a:headEnd/>
                <a:tailEnd/>
              </a:ln>
              <a:extLst/>
            </p:spPr>
            <p:txBody>
              <a:bodyPr lIns="0" tIns="0" rIns="0" bIns="0"/>
              <a:lstStyle/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object 29"/>
              <p:cNvSpPr>
                <a:spLocks/>
              </p:cNvSpPr>
              <p:nvPr/>
            </p:nvSpPr>
            <p:spPr bwMode="auto">
              <a:xfrm>
                <a:off x="8929389" y="1277236"/>
                <a:ext cx="144427" cy="150383"/>
              </a:xfrm>
              <a:custGeom>
                <a:avLst/>
                <a:gdLst>
                  <a:gd name="T0" fmla="*/ 89656 w 147320"/>
                  <a:gd name="T1" fmla="*/ 0 h 147319"/>
                  <a:gd name="T2" fmla="*/ 0 w 147320"/>
                  <a:gd name="T3" fmla="*/ 0 h 147319"/>
                  <a:gd name="T4" fmla="*/ 44595 w 147320"/>
                  <a:gd name="T5" fmla="*/ 89657 h 147319"/>
                  <a:gd name="T6" fmla="*/ 89656 w 147320"/>
                  <a:gd name="T7" fmla="*/ 0 h 147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7320" h="147319">
                    <a:moveTo>
                      <a:pt x="147065" y="0"/>
                    </a:moveTo>
                    <a:lnTo>
                      <a:pt x="0" y="0"/>
                    </a:lnTo>
                    <a:lnTo>
                      <a:pt x="73151" y="147066"/>
                    </a:lnTo>
                    <a:lnTo>
                      <a:pt x="147065" y="0"/>
                    </a:lnTo>
                    <a:close/>
                  </a:path>
                </a:pathLst>
              </a:cu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xtLst/>
            </p:spPr>
            <p:txBody>
              <a:bodyPr lIns="0" tIns="0" rIns="0" bIns="0"/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2" name="Rectangle 31"/>
            <p:cNvSpPr/>
            <p:nvPr/>
          </p:nvSpPr>
          <p:spPr>
            <a:xfrm>
              <a:off x="6452567" y="2830395"/>
              <a:ext cx="110119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Exception Classes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object 18"/>
          <p:cNvSpPr txBox="1"/>
          <p:nvPr/>
        </p:nvSpPr>
        <p:spPr>
          <a:xfrm>
            <a:off x="1006111" y="2227805"/>
            <a:ext cx="1791244" cy="424362"/>
          </a:xfrm>
          <a:prstGeom prst="rect">
            <a:avLst/>
          </a:prstGeom>
          <a:solidFill>
            <a:srgbClr val="FFFF65"/>
          </a:solidFill>
          <a:ln w="28194">
            <a:solidFill>
              <a:srgbClr val="000000"/>
            </a:solidFill>
          </a:ln>
        </p:spPr>
        <p:txBody>
          <a:bodyPr lIns="0" tIns="43703" rIns="0" bIns="0">
            <a:spAutoFit/>
          </a:bodyPr>
          <a:lstStyle/>
          <a:p>
            <a:pPr marL="104781">
              <a:spcBef>
                <a:spcPts val="344"/>
              </a:spcBef>
              <a:defRPr/>
            </a:pPr>
            <a:r>
              <a:rPr sz="2471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sz="2471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71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sz="24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1521779" y="2652167"/>
            <a:ext cx="379954" cy="503620"/>
            <a:chOff x="954320" y="1968890"/>
            <a:chExt cx="379954" cy="503620"/>
          </a:xfrm>
        </p:grpSpPr>
        <p:sp>
          <p:nvSpPr>
            <p:cNvPr id="21" name="object 20"/>
            <p:cNvSpPr>
              <a:spLocks/>
            </p:cNvSpPr>
            <p:nvPr/>
          </p:nvSpPr>
          <p:spPr bwMode="auto">
            <a:xfrm flipH="1">
              <a:off x="954320" y="1968890"/>
              <a:ext cx="307345" cy="349637"/>
            </a:xfrm>
            <a:custGeom>
              <a:avLst/>
              <a:gdLst>
                <a:gd name="T0" fmla="*/ 0 h 616585"/>
                <a:gd name="T1" fmla="*/ 374939 h 61658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616585">
                  <a:moveTo>
                    <a:pt x="0" y="0"/>
                  </a:moveTo>
                  <a:lnTo>
                    <a:pt x="0" y="616457"/>
                  </a:lnTo>
                </a:path>
              </a:pathLst>
            </a:custGeom>
            <a:noFill/>
            <a:ln w="2819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object 29"/>
            <p:cNvSpPr>
              <a:spLocks/>
            </p:cNvSpPr>
            <p:nvPr/>
          </p:nvSpPr>
          <p:spPr bwMode="auto">
            <a:xfrm>
              <a:off x="1189847" y="2322127"/>
              <a:ext cx="144427" cy="150383"/>
            </a:xfrm>
            <a:custGeom>
              <a:avLst/>
              <a:gdLst>
                <a:gd name="T0" fmla="*/ 89656 w 147320"/>
                <a:gd name="T1" fmla="*/ 0 h 147319"/>
                <a:gd name="T2" fmla="*/ 0 w 147320"/>
                <a:gd name="T3" fmla="*/ 0 h 147319"/>
                <a:gd name="T4" fmla="*/ 44595 w 147320"/>
                <a:gd name="T5" fmla="*/ 89657 h 147319"/>
                <a:gd name="T6" fmla="*/ 89656 w 147320"/>
                <a:gd name="T7" fmla="*/ 0 h 1473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7320" h="147319">
                  <a:moveTo>
                    <a:pt x="147065" y="0"/>
                  </a:moveTo>
                  <a:lnTo>
                    <a:pt x="0" y="0"/>
                  </a:lnTo>
                  <a:lnTo>
                    <a:pt x="73151" y="147066"/>
                  </a:lnTo>
                  <a:lnTo>
                    <a:pt x="14706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43" name="object 2"/>
          <p:cNvSpPr txBox="1">
            <a:spLocks/>
          </p:cNvSpPr>
          <p:nvPr/>
        </p:nvSpPr>
        <p:spPr bwMode="auto">
          <a:xfrm>
            <a:off x="2603439" y="183981"/>
            <a:ext cx="1704313" cy="461665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/>
        </p:spPr>
        <p:txBody>
          <a:bodyPr wrap="none" rtlCol="0">
            <a:spAutoFit/>
          </a:bodyPr>
          <a:lstStyle>
            <a:defPPr>
              <a:defRPr lang="en-US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</a:defRPr>
            </a:lvl9pPr>
          </a:lstStyle>
          <a:p>
            <a:r>
              <a:rPr lang="en-US" dirty="0"/>
              <a:t>Introduction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04764" y="1979259"/>
            <a:ext cx="2450080" cy="782794"/>
          </a:xfrm>
          <a:prstGeom prst="rect">
            <a:avLst/>
          </a:prstGeom>
          <a:solidFill>
            <a:srgbClr val="FFFF65"/>
          </a:solidFill>
          <a:ln w="28194">
            <a:solidFill>
              <a:srgbClr val="000000"/>
            </a:solidFill>
          </a:ln>
        </p:spPr>
        <p:txBody>
          <a:bodyPr wrap="square" lIns="0" tIns="43703" rIns="0" bIns="0">
            <a:spAutoFit/>
          </a:bodyPr>
          <a:lstStyle/>
          <a:p>
            <a:pPr marL="104781" algn="ctr"/>
            <a:r>
              <a:rPr lang="en-US" sz="16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classes.zip: </a:t>
            </a:r>
          </a:p>
          <a:p>
            <a:pPr marL="104781" algn="ctr"/>
            <a:r>
              <a:rPr lang="en-US" sz="16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needed at run-  time by Java Interpreter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5142801" y="3478009"/>
            <a:ext cx="2639900" cy="1365965"/>
            <a:chOff x="219615" y="2351985"/>
            <a:chExt cx="2639900" cy="1365965"/>
          </a:xfrm>
        </p:grpSpPr>
        <p:grpSp>
          <p:nvGrpSpPr>
            <p:cNvPr id="70" name="Group 69"/>
            <p:cNvGrpSpPr/>
            <p:nvPr/>
          </p:nvGrpSpPr>
          <p:grpSpPr>
            <a:xfrm>
              <a:off x="219615" y="2351985"/>
              <a:ext cx="2639900" cy="1365965"/>
              <a:chOff x="219615" y="2351985"/>
              <a:chExt cx="2639900" cy="1365965"/>
            </a:xfrm>
          </p:grpSpPr>
          <p:sp>
            <p:nvSpPr>
              <p:cNvPr id="73" name="object 22"/>
              <p:cNvSpPr>
                <a:spLocks/>
              </p:cNvSpPr>
              <p:nvPr/>
            </p:nvSpPr>
            <p:spPr bwMode="auto">
              <a:xfrm>
                <a:off x="219615" y="2360834"/>
                <a:ext cx="2608488" cy="1357116"/>
              </a:xfrm>
              <a:custGeom>
                <a:avLst/>
                <a:gdLst>
                  <a:gd name="T0" fmla="*/ 1614972 w 2664460"/>
                  <a:gd name="T1" fmla="*/ 11539 h 1331595"/>
                  <a:gd name="T2" fmla="*/ 0 w 2664460"/>
                  <a:gd name="T3" fmla="*/ 0 h 1331595"/>
                  <a:gd name="T4" fmla="*/ 711401 w 2664460"/>
                  <a:gd name="T5" fmla="*/ 806383 h 1331595"/>
                  <a:gd name="T6" fmla="*/ 1614972 w 2664460"/>
                  <a:gd name="T7" fmla="*/ 11539 h 1331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64460" h="1331595">
                    <a:moveTo>
                      <a:pt x="2663952" y="19050"/>
                    </a:moveTo>
                    <a:lnTo>
                      <a:pt x="0" y="0"/>
                    </a:lnTo>
                    <a:lnTo>
                      <a:pt x="1173480" y="1331214"/>
                    </a:lnTo>
                    <a:lnTo>
                      <a:pt x="2663952" y="19050"/>
                    </a:lnTo>
                    <a:close/>
                  </a:path>
                </a:pathLst>
              </a:custGeom>
              <a:solidFill>
                <a:srgbClr val="65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object 23"/>
              <p:cNvSpPr>
                <a:spLocks/>
              </p:cNvSpPr>
              <p:nvPr/>
            </p:nvSpPr>
            <p:spPr bwMode="auto">
              <a:xfrm>
                <a:off x="251027" y="2351985"/>
                <a:ext cx="2608488" cy="1357116"/>
              </a:xfrm>
              <a:custGeom>
                <a:avLst/>
                <a:gdLst>
                  <a:gd name="T0" fmla="*/ 0 w 2664460"/>
                  <a:gd name="T1" fmla="*/ 0 h 1331595"/>
                  <a:gd name="T2" fmla="*/ 711401 w 2664460"/>
                  <a:gd name="T3" fmla="*/ 806383 h 1331595"/>
                  <a:gd name="T4" fmla="*/ 1614972 w 2664460"/>
                  <a:gd name="T5" fmla="*/ 11539 h 1331595"/>
                  <a:gd name="T6" fmla="*/ 0 w 2664460"/>
                  <a:gd name="T7" fmla="*/ 0 h 133159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64460" h="1331595">
                    <a:moveTo>
                      <a:pt x="0" y="0"/>
                    </a:moveTo>
                    <a:lnTo>
                      <a:pt x="1173480" y="1331214"/>
                    </a:lnTo>
                    <a:lnTo>
                      <a:pt x="2663952" y="1905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194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1" name="object 25"/>
            <p:cNvSpPr txBox="1"/>
            <p:nvPr/>
          </p:nvSpPr>
          <p:spPr>
            <a:xfrm>
              <a:off x="1171598" y="2754078"/>
              <a:ext cx="704521" cy="337238"/>
            </a:xfrm>
            <a:prstGeom prst="rect">
              <a:avLst/>
            </a:prstGeom>
          </p:spPr>
          <p:txBody>
            <a:bodyPr lIns="0" tIns="11206" rIns="0" bIns="0">
              <a:spAutoFit/>
            </a:bodyPr>
            <a:lstStyle/>
            <a:p>
              <a:pPr marL="11206">
                <a:spcBef>
                  <a:spcPts val="88"/>
                </a:spcBef>
                <a:defRPr/>
              </a:pPr>
              <a:r>
                <a:rPr sz="2118" b="1" spc="-4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java</a:t>
              </a:r>
              <a:endParaRPr sz="211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66397" y="2408989"/>
              <a:ext cx="18265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1206">
                <a:spcBef>
                  <a:spcPts val="1174"/>
                </a:spcBef>
                <a:defRPr/>
              </a:pPr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Java</a:t>
              </a:r>
              <a:r>
                <a:rPr lang="en-US" b="1" spc="-4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Interpreter</a:t>
              </a:r>
              <a:endPara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4" name="object 6"/>
          <p:cNvSpPr txBox="1">
            <a:spLocks noChangeArrowheads="1"/>
          </p:cNvSpPr>
          <p:nvPr/>
        </p:nvSpPr>
        <p:spPr bwMode="auto">
          <a:xfrm>
            <a:off x="8552299" y="5076205"/>
            <a:ext cx="2169440" cy="288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1206" rIns="0" bIns="0">
            <a:spAutoFit/>
          </a:bodyPr>
          <a:lstStyle>
            <a:lvl1pPr marL="11113" indent="603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ts val="88"/>
              </a:spcBef>
              <a:buFontTx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 Execution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object 13"/>
          <p:cNvSpPr txBox="1"/>
          <p:nvPr/>
        </p:nvSpPr>
        <p:spPr>
          <a:xfrm>
            <a:off x="8610598" y="2248370"/>
            <a:ext cx="3392512" cy="1144959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 lIns="0" tIns="11206" rIns="0" bIns="0">
            <a:spAutoFit/>
          </a:bodyPr>
          <a:lstStyle/>
          <a:p>
            <a:pPr marL="432000" indent="-342900">
              <a:lnSpc>
                <a:spcPct val="150000"/>
              </a:lnSpc>
              <a:spcBef>
                <a:spcPts val="88"/>
              </a:spcBef>
              <a:buFont typeface="+mj-lt"/>
              <a:buAutoNum type="arabicPeriod"/>
              <a:tabLst>
                <a:tab pos="1214782" algn="l"/>
              </a:tabLst>
              <a:defRPr/>
            </a:pPr>
            <a:r>
              <a:rPr lang="en-US" sz="1600" b="1" spc="-4" dirty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Exception Type</a:t>
            </a:r>
            <a:r>
              <a:rPr lang="en-US" sz="1600" b="1" spc="13" dirty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1600" b="1" spc="-4" dirty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determined</a:t>
            </a:r>
            <a:endParaRPr lang="en-US" sz="1600" b="1" dirty="0">
              <a:solidFill>
                <a:schemeClr val="accent2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432000" indent="-342900">
              <a:lnSpc>
                <a:spcPct val="150000"/>
              </a:lnSpc>
              <a:spcBef>
                <a:spcPts val="88"/>
              </a:spcBef>
              <a:buFont typeface="+mj-lt"/>
              <a:buAutoNum type="arabicPeriod"/>
              <a:tabLst>
                <a:tab pos="1214782" algn="l"/>
              </a:tabLst>
              <a:defRPr/>
            </a:pPr>
            <a:r>
              <a:rPr sz="1600" b="1" spc="-4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Object</a:t>
            </a:r>
            <a:r>
              <a:rPr sz="1600" b="1" spc="9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600" b="1" spc="-4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of</a:t>
            </a:r>
            <a:r>
              <a:rPr lang="en-US" sz="1600" b="1" spc="-4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600" b="1" spc="-4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Exception </a:t>
            </a:r>
            <a:r>
              <a:rPr sz="1600" b="1" spc="-4" dirty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Class</a:t>
            </a:r>
            <a:r>
              <a:rPr sz="1600" b="1" spc="-22" dirty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1600" b="1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created</a:t>
            </a:r>
            <a:endParaRPr lang="en-US" sz="1600" b="1" dirty="0">
              <a:solidFill>
                <a:schemeClr val="accent2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432000" indent="-342900">
              <a:lnSpc>
                <a:spcPct val="150000"/>
              </a:lnSpc>
              <a:spcBef>
                <a:spcPts val="88"/>
              </a:spcBef>
              <a:buFont typeface="+mj-lt"/>
              <a:buAutoNum type="arabicPeriod"/>
              <a:tabLst>
                <a:tab pos="1214782" algn="l"/>
              </a:tabLst>
              <a:defRPr/>
            </a:pPr>
            <a:r>
              <a:rPr sz="1600" b="1" spc="-4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Related </a:t>
            </a:r>
            <a:r>
              <a:rPr sz="1600" b="1" dirty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message </a:t>
            </a:r>
            <a:r>
              <a:rPr sz="1600" b="1" spc="-4" dirty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displayed</a:t>
            </a:r>
            <a:endParaRPr sz="1600" b="1" dirty="0">
              <a:solidFill>
                <a:schemeClr val="accent2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grpSp>
        <p:nvGrpSpPr>
          <p:cNvPr id="125" name="Group 124"/>
          <p:cNvGrpSpPr/>
          <p:nvPr/>
        </p:nvGrpSpPr>
        <p:grpSpPr>
          <a:xfrm>
            <a:off x="7940121" y="4126940"/>
            <a:ext cx="2246352" cy="319092"/>
            <a:chOff x="7940121" y="4126940"/>
            <a:chExt cx="2246352" cy="319092"/>
          </a:xfrm>
        </p:grpSpPr>
        <p:sp>
          <p:nvSpPr>
            <p:cNvPr id="95" name="object 7"/>
            <p:cNvSpPr txBox="1">
              <a:spLocks noChangeArrowheads="1"/>
            </p:cNvSpPr>
            <p:nvPr/>
          </p:nvSpPr>
          <p:spPr bwMode="auto">
            <a:xfrm>
              <a:off x="8607939" y="4126940"/>
              <a:ext cx="1578534" cy="319092"/>
            </a:xfrm>
            <a:prstGeom prst="rect">
              <a:avLst/>
            </a:prstGeom>
            <a:noFill/>
            <a:ln w="28575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11206" rIns="0" bIns="0">
              <a:spAutoFit/>
            </a:bodyPr>
            <a:lstStyle>
              <a:lvl1pPr marL="11113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88"/>
                </a:spcBef>
                <a:buFontTx/>
                <a:buNone/>
              </a:pPr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No Errors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object 26"/>
            <p:cNvSpPr>
              <a:spLocks/>
            </p:cNvSpPr>
            <p:nvPr/>
          </p:nvSpPr>
          <p:spPr bwMode="auto">
            <a:xfrm>
              <a:off x="7940121" y="4326970"/>
              <a:ext cx="667820" cy="45719"/>
            </a:xfrm>
            <a:custGeom>
              <a:avLst/>
              <a:gdLst>
                <a:gd name="T0" fmla="*/ 0 w 1530985"/>
                <a:gd name="T1" fmla="*/ 928165 w 1530985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530985">
                  <a:moveTo>
                    <a:pt x="0" y="0"/>
                  </a:moveTo>
                  <a:lnTo>
                    <a:pt x="1530858" y="0"/>
                  </a:lnTo>
                </a:path>
              </a:pathLst>
            </a:custGeom>
            <a:noFill/>
            <a:ln w="28194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9255788" y="4446032"/>
            <a:ext cx="144427" cy="614758"/>
            <a:chOff x="9255788" y="4446032"/>
            <a:chExt cx="144427" cy="614758"/>
          </a:xfrm>
        </p:grpSpPr>
        <p:sp>
          <p:nvSpPr>
            <p:cNvPr id="91" name="object 26"/>
            <p:cNvSpPr>
              <a:spLocks/>
            </p:cNvSpPr>
            <p:nvPr/>
          </p:nvSpPr>
          <p:spPr bwMode="auto">
            <a:xfrm rot="5400000">
              <a:off x="9057904" y="4680392"/>
              <a:ext cx="514439" cy="45719"/>
            </a:xfrm>
            <a:custGeom>
              <a:avLst/>
              <a:gdLst>
                <a:gd name="T0" fmla="*/ 0 w 1530985"/>
                <a:gd name="T1" fmla="*/ 928165 w 1530985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530985">
                  <a:moveTo>
                    <a:pt x="0" y="0"/>
                  </a:moveTo>
                  <a:lnTo>
                    <a:pt x="1530858" y="0"/>
                  </a:lnTo>
                </a:path>
              </a:pathLst>
            </a:custGeom>
            <a:noFill/>
            <a:ln w="28194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object 29"/>
            <p:cNvSpPr>
              <a:spLocks/>
            </p:cNvSpPr>
            <p:nvPr/>
          </p:nvSpPr>
          <p:spPr bwMode="auto">
            <a:xfrm>
              <a:off x="9255788" y="4939759"/>
              <a:ext cx="144427" cy="121031"/>
            </a:xfrm>
            <a:custGeom>
              <a:avLst/>
              <a:gdLst>
                <a:gd name="T0" fmla="*/ 89656 w 147320"/>
                <a:gd name="T1" fmla="*/ 0 h 147319"/>
                <a:gd name="T2" fmla="*/ 0 w 147320"/>
                <a:gd name="T3" fmla="*/ 0 h 147319"/>
                <a:gd name="T4" fmla="*/ 44595 w 147320"/>
                <a:gd name="T5" fmla="*/ 89657 h 147319"/>
                <a:gd name="T6" fmla="*/ 89656 w 147320"/>
                <a:gd name="T7" fmla="*/ 0 h 1473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7320" h="147319">
                  <a:moveTo>
                    <a:pt x="147065" y="0"/>
                  </a:moveTo>
                  <a:lnTo>
                    <a:pt x="0" y="0"/>
                  </a:lnTo>
                  <a:lnTo>
                    <a:pt x="73151" y="147066"/>
                  </a:lnTo>
                  <a:lnTo>
                    <a:pt x="147065" y="0"/>
                  </a:lnTo>
                  <a:close/>
                </a:path>
              </a:pathLst>
            </a:custGeom>
            <a:solidFill>
              <a:srgbClr val="00B050"/>
            </a:solidFill>
            <a:ln w="9525">
              <a:solidFill>
                <a:srgbClr val="00B05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9607267" y="1764194"/>
            <a:ext cx="2176285" cy="499024"/>
            <a:chOff x="9607267" y="1764194"/>
            <a:chExt cx="2176285" cy="499024"/>
          </a:xfrm>
        </p:grpSpPr>
        <p:sp>
          <p:nvSpPr>
            <p:cNvPr id="103" name="object 7"/>
            <p:cNvSpPr txBox="1">
              <a:spLocks noChangeArrowheads="1"/>
            </p:cNvSpPr>
            <p:nvPr/>
          </p:nvSpPr>
          <p:spPr bwMode="auto">
            <a:xfrm>
              <a:off x="9853660" y="1915456"/>
              <a:ext cx="1929892" cy="288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11206" rIns="0" bIns="0">
              <a:spAutoFit/>
            </a:bodyPr>
            <a:lstStyle>
              <a:lvl1pPr marL="11113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88"/>
                </a:spcBef>
                <a:buFontTx/>
                <a:buNone/>
              </a:pPr>
              <a:r>
                <a:rPr lang="en-US" sz="1800" b="1" dirty="0" smtClean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 to be taken</a:t>
              </a:r>
              <a:endParaRPr lang="en-US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6" name="Group 115"/>
            <p:cNvGrpSpPr/>
            <p:nvPr/>
          </p:nvGrpSpPr>
          <p:grpSpPr>
            <a:xfrm>
              <a:off x="9607267" y="1764194"/>
              <a:ext cx="144427" cy="499024"/>
              <a:chOff x="9607267" y="1764194"/>
              <a:chExt cx="144427" cy="499024"/>
            </a:xfrm>
          </p:grpSpPr>
          <p:sp>
            <p:nvSpPr>
              <p:cNvPr id="115" name="object 26"/>
              <p:cNvSpPr>
                <a:spLocks/>
              </p:cNvSpPr>
              <p:nvPr/>
            </p:nvSpPr>
            <p:spPr bwMode="auto">
              <a:xfrm rot="5400000">
                <a:off x="9407109" y="1990846"/>
                <a:ext cx="499024" cy="45719"/>
              </a:xfrm>
              <a:custGeom>
                <a:avLst/>
                <a:gdLst>
                  <a:gd name="T0" fmla="*/ 0 w 1530985"/>
                  <a:gd name="T1" fmla="*/ 928165 w 1530985"/>
                  <a:gd name="T2" fmla="*/ 0 60000 65536"/>
                  <a:gd name="T3" fmla="*/ 0 60000 65536"/>
                </a:gdLst>
                <a:ahLst/>
                <a:cxnLst>
                  <a:cxn ang="T2">
                    <a:pos x="T0" y="0"/>
                  </a:cxn>
                  <a:cxn ang="T3">
                    <a:pos x="T1" y="0"/>
                  </a:cxn>
                </a:cxnLst>
                <a:rect l="0" t="0" r="r" b="b"/>
                <a:pathLst>
                  <a:path w="1530985">
                    <a:moveTo>
                      <a:pt x="0" y="0"/>
                    </a:moveTo>
                    <a:lnTo>
                      <a:pt x="1530858" y="0"/>
                    </a:lnTo>
                  </a:path>
                </a:pathLst>
              </a:custGeom>
              <a:noFill/>
              <a:ln w="28194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object 29"/>
              <p:cNvSpPr>
                <a:spLocks/>
              </p:cNvSpPr>
              <p:nvPr/>
            </p:nvSpPr>
            <p:spPr bwMode="auto">
              <a:xfrm>
                <a:off x="9607267" y="2127339"/>
                <a:ext cx="144427" cy="121031"/>
              </a:xfrm>
              <a:custGeom>
                <a:avLst/>
                <a:gdLst>
                  <a:gd name="T0" fmla="*/ 89656 w 147320"/>
                  <a:gd name="T1" fmla="*/ 0 h 147319"/>
                  <a:gd name="T2" fmla="*/ 0 w 147320"/>
                  <a:gd name="T3" fmla="*/ 0 h 147319"/>
                  <a:gd name="T4" fmla="*/ 44595 w 147320"/>
                  <a:gd name="T5" fmla="*/ 89657 h 147319"/>
                  <a:gd name="T6" fmla="*/ 89656 w 147320"/>
                  <a:gd name="T7" fmla="*/ 0 h 147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7320" h="147319">
                    <a:moveTo>
                      <a:pt x="147065" y="0"/>
                    </a:moveTo>
                    <a:lnTo>
                      <a:pt x="0" y="0"/>
                    </a:lnTo>
                    <a:lnTo>
                      <a:pt x="73151" y="147066"/>
                    </a:lnTo>
                    <a:lnTo>
                      <a:pt x="147065" y="0"/>
                    </a:lnTo>
                    <a:close/>
                  </a:path>
                </a:pathLst>
              </a:custGeom>
              <a:solidFill>
                <a:srgbClr val="00B050"/>
              </a:solidFill>
              <a:ln w="9525">
                <a:solidFill>
                  <a:srgbClr val="00B050"/>
                </a:solidFill>
                <a:round/>
                <a:headEnd/>
                <a:tailEnd/>
              </a:ln>
              <a:extLst/>
            </p:spPr>
            <p:txBody>
              <a:bodyPr lIns="0" tIns="0" rIns="0" bIns="0"/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0" name="Group 119"/>
          <p:cNvGrpSpPr/>
          <p:nvPr/>
        </p:nvGrpSpPr>
        <p:grpSpPr>
          <a:xfrm>
            <a:off x="7944815" y="1429687"/>
            <a:ext cx="3192030" cy="2408879"/>
            <a:chOff x="7944815" y="1429687"/>
            <a:chExt cx="3192030" cy="2408879"/>
          </a:xfrm>
        </p:grpSpPr>
        <p:sp>
          <p:nvSpPr>
            <p:cNvPr id="110" name="object 7"/>
            <p:cNvSpPr txBox="1">
              <a:spLocks noChangeArrowheads="1"/>
            </p:cNvSpPr>
            <p:nvPr/>
          </p:nvSpPr>
          <p:spPr bwMode="auto">
            <a:xfrm>
              <a:off x="8949436" y="1429687"/>
              <a:ext cx="2187409" cy="31909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xtLst/>
          </p:spPr>
          <p:txBody>
            <a:bodyPr wrap="square" lIns="0" tIns="11206" rIns="0" bIns="0">
              <a:spAutoFit/>
            </a:bodyPr>
            <a:lstStyle>
              <a:lvl1pPr marL="11113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88"/>
                </a:spcBef>
                <a:buFontTx/>
                <a:buNone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 or Exception</a:t>
              </a:r>
            </a:p>
          </p:txBody>
        </p:sp>
        <p:sp>
          <p:nvSpPr>
            <p:cNvPr id="114" name="object 26"/>
            <p:cNvSpPr>
              <a:spLocks/>
            </p:cNvSpPr>
            <p:nvPr/>
          </p:nvSpPr>
          <p:spPr bwMode="auto">
            <a:xfrm>
              <a:off x="8281619" y="1629717"/>
              <a:ext cx="667820" cy="45719"/>
            </a:xfrm>
            <a:custGeom>
              <a:avLst/>
              <a:gdLst>
                <a:gd name="T0" fmla="*/ 0 w 1530985"/>
                <a:gd name="T1" fmla="*/ 928165 w 1530985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530985">
                  <a:moveTo>
                    <a:pt x="0" y="0"/>
                  </a:moveTo>
                  <a:lnTo>
                    <a:pt x="1530858" y="0"/>
                  </a:lnTo>
                </a:path>
              </a:pathLst>
            </a:custGeom>
            <a:solidFill>
              <a:srgbClr val="FFFFFF"/>
            </a:solidFill>
            <a:ln w="28194">
              <a:solidFill>
                <a:srgbClr val="FF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object 26"/>
            <p:cNvSpPr>
              <a:spLocks/>
            </p:cNvSpPr>
            <p:nvPr/>
          </p:nvSpPr>
          <p:spPr bwMode="auto">
            <a:xfrm rot="16200000">
              <a:off x="7288763" y="2627423"/>
              <a:ext cx="2195595" cy="182853"/>
            </a:xfrm>
            <a:custGeom>
              <a:avLst/>
              <a:gdLst>
                <a:gd name="T0" fmla="*/ 0 w 1530985"/>
                <a:gd name="T1" fmla="*/ 928165 w 1530985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530985">
                  <a:moveTo>
                    <a:pt x="0" y="0"/>
                  </a:moveTo>
                  <a:lnTo>
                    <a:pt x="1530858" y="0"/>
                  </a:lnTo>
                </a:path>
              </a:pathLst>
            </a:custGeom>
            <a:noFill/>
            <a:ln w="28194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object 26"/>
            <p:cNvSpPr>
              <a:spLocks/>
            </p:cNvSpPr>
            <p:nvPr/>
          </p:nvSpPr>
          <p:spPr bwMode="auto">
            <a:xfrm>
              <a:off x="7944815" y="3792847"/>
              <a:ext cx="363198" cy="45719"/>
            </a:xfrm>
            <a:custGeom>
              <a:avLst/>
              <a:gdLst>
                <a:gd name="T0" fmla="*/ 0 w 1530985"/>
                <a:gd name="T1" fmla="*/ 928165 w 1530985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530985">
                  <a:moveTo>
                    <a:pt x="0" y="0"/>
                  </a:moveTo>
                  <a:lnTo>
                    <a:pt x="1530858" y="0"/>
                  </a:lnTo>
                </a:path>
              </a:pathLst>
            </a:custGeom>
            <a:solidFill>
              <a:srgbClr val="FFFFFF"/>
            </a:solidFill>
            <a:ln w="28194">
              <a:solidFill>
                <a:srgbClr val="FF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052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9" grpId="0" animBg="1"/>
      <p:bldP spid="61" grpId="0" animBg="1"/>
      <p:bldP spid="94" grpId="0"/>
      <p:bldP spid="9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7858125" y="1502593"/>
            <a:ext cx="130175" cy="533400"/>
            <a:chOff x="6323013" y="2017713"/>
            <a:chExt cx="130175" cy="533400"/>
          </a:xfrm>
        </p:grpSpPr>
        <p:sp>
          <p:nvSpPr>
            <p:cNvPr id="7" name="object 2"/>
            <p:cNvSpPr>
              <a:spLocks/>
            </p:cNvSpPr>
            <p:nvPr/>
          </p:nvSpPr>
          <p:spPr bwMode="auto">
            <a:xfrm>
              <a:off x="6388100" y="2017713"/>
              <a:ext cx="0" cy="404812"/>
            </a:xfrm>
            <a:custGeom>
              <a:avLst/>
              <a:gdLst>
                <a:gd name="T0" fmla="*/ 0 h 459739"/>
                <a:gd name="T1" fmla="*/ 276209 h 459739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459739">
                  <a:moveTo>
                    <a:pt x="0" y="0"/>
                  </a:moveTo>
                  <a:lnTo>
                    <a:pt x="0" y="459485"/>
                  </a:lnTo>
                </a:path>
              </a:pathLst>
            </a:custGeom>
            <a:noFill/>
            <a:ln w="2819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3"/>
            <p:cNvSpPr>
              <a:spLocks/>
            </p:cNvSpPr>
            <p:nvPr/>
          </p:nvSpPr>
          <p:spPr bwMode="auto">
            <a:xfrm>
              <a:off x="6323013" y="2420938"/>
              <a:ext cx="130175" cy="130175"/>
            </a:xfrm>
            <a:custGeom>
              <a:avLst/>
              <a:gdLst>
                <a:gd name="T0" fmla="*/ 89656 w 147320"/>
                <a:gd name="T1" fmla="*/ 0 h 147319"/>
                <a:gd name="T2" fmla="*/ 0 w 147320"/>
                <a:gd name="T3" fmla="*/ 0 h 147319"/>
                <a:gd name="T4" fmla="*/ 44595 w 147320"/>
                <a:gd name="T5" fmla="*/ 89657 h 147319"/>
                <a:gd name="T6" fmla="*/ 89656 w 147320"/>
                <a:gd name="T7" fmla="*/ 0 h 1473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7320" h="147319">
                  <a:moveTo>
                    <a:pt x="147066" y="0"/>
                  </a:moveTo>
                  <a:lnTo>
                    <a:pt x="0" y="0"/>
                  </a:lnTo>
                  <a:lnTo>
                    <a:pt x="73151" y="147066"/>
                  </a:lnTo>
                  <a:lnTo>
                    <a:pt x="1470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object 5"/>
          <p:cNvSpPr txBox="1"/>
          <p:nvPr/>
        </p:nvSpPr>
        <p:spPr>
          <a:xfrm>
            <a:off x="4308475" y="1066800"/>
            <a:ext cx="3844925" cy="511113"/>
          </a:xfrm>
          <a:prstGeom prst="rect">
            <a:avLst/>
          </a:prstGeom>
          <a:solidFill>
            <a:srgbClr val="FFE7FF"/>
          </a:solidFill>
          <a:ln w="28194">
            <a:solidFill>
              <a:srgbClr val="000000"/>
            </a:solidFill>
          </a:ln>
        </p:spPr>
        <p:txBody>
          <a:bodyPr lIns="0" tIns="18490" rIns="0" bIns="0">
            <a:spAutoFit/>
          </a:bodyPr>
          <a:lstStyle/>
          <a:p>
            <a:pPr marL="875225">
              <a:spcBef>
                <a:spcPts val="146"/>
              </a:spcBef>
              <a:defRPr/>
            </a:pPr>
            <a:r>
              <a:rPr sz="32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Throwable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3244235" y="2160111"/>
            <a:ext cx="2596356" cy="1018882"/>
            <a:chOff x="3244235" y="2160111"/>
            <a:chExt cx="2596356" cy="1018882"/>
          </a:xfrm>
        </p:grpSpPr>
        <p:grpSp>
          <p:nvGrpSpPr>
            <p:cNvPr id="30" name="Group 29"/>
            <p:cNvGrpSpPr/>
            <p:nvPr/>
          </p:nvGrpSpPr>
          <p:grpSpPr>
            <a:xfrm>
              <a:off x="3244235" y="2160111"/>
              <a:ext cx="2596356" cy="1018882"/>
              <a:chOff x="3244235" y="2160111"/>
              <a:chExt cx="2596356" cy="1018882"/>
            </a:xfrm>
          </p:grpSpPr>
          <p:sp>
            <p:nvSpPr>
              <p:cNvPr id="10" name="object 6"/>
              <p:cNvSpPr>
                <a:spLocks/>
              </p:cNvSpPr>
              <p:nvPr/>
            </p:nvSpPr>
            <p:spPr bwMode="auto">
              <a:xfrm>
                <a:off x="3252966" y="2160111"/>
                <a:ext cx="2587625" cy="1006475"/>
              </a:xfrm>
              <a:custGeom>
                <a:avLst/>
                <a:gdLst>
                  <a:gd name="T0" fmla="*/ 1772024 w 2933700"/>
                  <a:gd name="T1" fmla="*/ 314208 h 1140460"/>
                  <a:gd name="T2" fmla="*/ 1743934 w 2933700"/>
                  <a:gd name="T3" fmla="*/ 253685 h 1140460"/>
                  <a:gd name="T4" fmla="*/ 1690159 w 2933700"/>
                  <a:gd name="T5" fmla="*/ 197349 h 1140460"/>
                  <a:gd name="T6" fmla="*/ 1634482 w 2933700"/>
                  <a:gd name="T7" fmla="*/ 158429 h 1140460"/>
                  <a:gd name="T8" fmla="*/ 1590644 w 2933700"/>
                  <a:gd name="T9" fmla="*/ 134293 h 1140460"/>
                  <a:gd name="T10" fmla="*/ 1541794 w 2933700"/>
                  <a:gd name="T11" fmla="*/ 111748 h 1140460"/>
                  <a:gd name="T12" fmla="*/ 1488249 w 2933700"/>
                  <a:gd name="T13" fmla="*/ 90915 h 1140460"/>
                  <a:gd name="T14" fmla="*/ 1430321 w 2933700"/>
                  <a:gd name="T15" fmla="*/ 71914 h 1140460"/>
                  <a:gd name="T16" fmla="*/ 1368325 w 2933700"/>
                  <a:gd name="T17" fmla="*/ 54866 h 1140460"/>
                  <a:gd name="T18" fmla="*/ 1302573 w 2933700"/>
                  <a:gd name="T19" fmla="*/ 39892 h 1140460"/>
                  <a:gd name="T20" fmla="*/ 1233379 w 2933700"/>
                  <a:gd name="T21" fmla="*/ 27112 h 1140460"/>
                  <a:gd name="T22" fmla="*/ 1161058 w 2933700"/>
                  <a:gd name="T23" fmla="*/ 16648 h 1140460"/>
                  <a:gd name="T24" fmla="*/ 1085922 w 2933700"/>
                  <a:gd name="T25" fmla="*/ 8620 h 1140460"/>
                  <a:gd name="T26" fmla="*/ 1008285 w 2933700"/>
                  <a:gd name="T27" fmla="*/ 3148 h 1140460"/>
                  <a:gd name="T28" fmla="*/ 928461 w 2933700"/>
                  <a:gd name="T29" fmla="*/ 354 h 1140460"/>
                  <a:gd name="T30" fmla="*/ 847155 w 2933700"/>
                  <a:gd name="T31" fmla="*/ 354 h 1140460"/>
                  <a:gd name="T32" fmla="*/ 767271 w 2933700"/>
                  <a:gd name="T33" fmla="*/ 3148 h 1140460"/>
                  <a:gd name="T34" fmla="*/ 689589 w 2933700"/>
                  <a:gd name="T35" fmla="*/ 8620 h 1140460"/>
                  <a:gd name="T36" fmla="*/ 614420 w 2933700"/>
                  <a:gd name="T37" fmla="*/ 16648 h 1140460"/>
                  <a:gd name="T38" fmla="*/ 542078 w 2933700"/>
                  <a:gd name="T39" fmla="*/ 27112 h 1140460"/>
                  <a:gd name="T40" fmla="*/ 472876 w 2933700"/>
                  <a:gd name="T41" fmla="*/ 39892 h 1140460"/>
                  <a:gd name="T42" fmla="*/ 407124 w 2933700"/>
                  <a:gd name="T43" fmla="*/ 54866 h 1140460"/>
                  <a:gd name="T44" fmla="*/ 345134 w 2933700"/>
                  <a:gd name="T45" fmla="*/ 71914 h 1140460"/>
                  <a:gd name="T46" fmla="*/ 287221 w 2933700"/>
                  <a:gd name="T47" fmla="*/ 90915 h 1140460"/>
                  <a:gd name="T48" fmla="*/ 233697 w 2933700"/>
                  <a:gd name="T49" fmla="*/ 111748 h 1140460"/>
                  <a:gd name="T50" fmla="*/ 184870 w 2933700"/>
                  <a:gd name="T51" fmla="*/ 134293 h 1140460"/>
                  <a:gd name="T52" fmla="*/ 141057 w 2933700"/>
                  <a:gd name="T53" fmla="*/ 158429 h 1140460"/>
                  <a:gd name="T54" fmla="*/ 85416 w 2933700"/>
                  <a:gd name="T55" fmla="*/ 197349 h 1140460"/>
                  <a:gd name="T56" fmla="*/ 31686 w 2933700"/>
                  <a:gd name="T57" fmla="*/ 253685 h 1140460"/>
                  <a:gd name="T58" fmla="*/ 3624 w 2933700"/>
                  <a:gd name="T59" fmla="*/ 314208 h 1140460"/>
                  <a:gd name="T60" fmla="*/ 912 w 2933700"/>
                  <a:gd name="T61" fmla="*/ 361560 h 1140460"/>
                  <a:gd name="T62" fmla="*/ 22167 w 2933700"/>
                  <a:gd name="T63" fmla="*/ 422875 h 1140460"/>
                  <a:gd name="T64" fmla="*/ 69714 w 2933700"/>
                  <a:gd name="T65" fmla="*/ 480295 h 1140460"/>
                  <a:gd name="T66" fmla="*/ 141057 w 2933700"/>
                  <a:gd name="T67" fmla="*/ 532845 h 1140460"/>
                  <a:gd name="T68" fmla="*/ 184870 w 2933700"/>
                  <a:gd name="T69" fmla="*/ 556988 h 1140460"/>
                  <a:gd name="T70" fmla="*/ 233697 w 2933700"/>
                  <a:gd name="T71" fmla="*/ 579547 h 1140460"/>
                  <a:gd name="T72" fmla="*/ 287221 w 2933700"/>
                  <a:gd name="T73" fmla="*/ 600399 h 1140460"/>
                  <a:gd name="T74" fmla="*/ 345134 w 2933700"/>
                  <a:gd name="T75" fmla="*/ 619423 h 1140460"/>
                  <a:gd name="T76" fmla="*/ 407124 w 2933700"/>
                  <a:gd name="T77" fmla="*/ 636496 h 1140460"/>
                  <a:gd name="T78" fmla="*/ 472876 w 2933700"/>
                  <a:gd name="T79" fmla="*/ 651496 h 1140460"/>
                  <a:gd name="T80" fmla="*/ 542078 w 2933700"/>
                  <a:gd name="T81" fmla="*/ 664300 h 1140460"/>
                  <a:gd name="T82" fmla="*/ 614420 w 2933700"/>
                  <a:gd name="T83" fmla="*/ 674787 h 1140460"/>
                  <a:gd name="T84" fmla="*/ 689589 w 2933700"/>
                  <a:gd name="T85" fmla="*/ 682836 h 1140460"/>
                  <a:gd name="T86" fmla="*/ 767271 w 2933700"/>
                  <a:gd name="T87" fmla="*/ 688320 h 1140460"/>
                  <a:gd name="T88" fmla="*/ 847155 w 2933700"/>
                  <a:gd name="T89" fmla="*/ 691122 h 1140460"/>
                  <a:gd name="T90" fmla="*/ 928461 w 2933700"/>
                  <a:gd name="T91" fmla="*/ 691122 h 1140460"/>
                  <a:gd name="T92" fmla="*/ 1008285 w 2933700"/>
                  <a:gd name="T93" fmla="*/ 688320 h 1140460"/>
                  <a:gd name="T94" fmla="*/ 1085922 w 2933700"/>
                  <a:gd name="T95" fmla="*/ 682836 h 1140460"/>
                  <a:gd name="T96" fmla="*/ 1161058 w 2933700"/>
                  <a:gd name="T97" fmla="*/ 674787 h 1140460"/>
                  <a:gd name="T98" fmla="*/ 1233379 w 2933700"/>
                  <a:gd name="T99" fmla="*/ 664300 h 1140460"/>
                  <a:gd name="T100" fmla="*/ 1302573 w 2933700"/>
                  <a:gd name="T101" fmla="*/ 651496 h 1140460"/>
                  <a:gd name="T102" fmla="*/ 1368325 w 2933700"/>
                  <a:gd name="T103" fmla="*/ 636496 h 1140460"/>
                  <a:gd name="T104" fmla="*/ 1430321 w 2933700"/>
                  <a:gd name="T105" fmla="*/ 619423 h 1140460"/>
                  <a:gd name="T106" fmla="*/ 1488249 w 2933700"/>
                  <a:gd name="T107" fmla="*/ 600399 h 1140460"/>
                  <a:gd name="T108" fmla="*/ 1541794 w 2933700"/>
                  <a:gd name="T109" fmla="*/ 579547 h 1140460"/>
                  <a:gd name="T110" fmla="*/ 1590644 w 2933700"/>
                  <a:gd name="T111" fmla="*/ 556988 h 1140460"/>
                  <a:gd name="T112" fmla="*/ 1634482 w 2933700"/>
                  <a:gd name="T113" fmla="*/ 532845 h 1140460"/>
                  <a:gd name="T114" fmla="*/ 1690159 w 2933700"/>
                  <a:gd name="T115" fmla="*/ 493927 h 1140460"/>
                  <a:gd name="T116" fmla="*/ 1743934 w 2933700"/>
                  <a:gd name="T117" fmla="*/ 437632 h 1140460"/>
                  <a:gd name="T118" fmla="*/ 1772024 w 2933700"/>
                  <a:gd name="T119" fmla="*/ 377201 h 114046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933700" h="1140460">
                    <a:moveTo>
                      <a:pt x="2933699" y="569976"/>
                    </a:moveTo>
                    <a:lnTo>
                      <a:pt x="2927704" y="517995"/>
                    </a:lnTo>
                    <a:lnTo>
                      <a:pt x="2910063" y="467343"/>
                    </a:lnTo>
                    <a:lnTo>
                      <a:pt x="2881294" y="418218"/>
                    </a:lnTo>
                    <a:lnTo>
                      <a:pt x="2841917" y="370819"/>
                    </a:lnTo>
                    <a:lnTo>
                      <a:pt x="2792448" y="325345"/>
                    </a:lnTo>
                    <a:lnTo>
                      <a:pt x="2733406" y="281996"/>
                    </a:lnTo>
                    <a:lnTo>
                      <a:pt x="2700458" y="261180"/>
                    </a:lnTo>
                    <a:lnTo>
                      <a:pt x="2665310" y="240971"/>
                    </a:lnTo>
                    <a:lnTo>
                      <a:pt x="2628029" y="221391"/>
                    </a:lnTo>
                    <a:lnTo>
                      <a:pt x="2588678" y="202468"/>
                    </a:lnTo>
                    <a:lnTo>
                      <a:pt x="2547322" y="184225"/>
                    </a:lnTo>
                    <a:lnTo>
                      <a:pt x="2504027" y="166687"/>
                    </a:lnTo>
                    <a:lnTo>
                      <a:pt x="2458856" y="149880"/>
                    </a:lnTo>
                    <a:lnTo>
                      <a:pt x="2411876" y="133827"/>
                    </a:lnTo>
                    <a:lnTo>
                      <a:pt x="2363150" y="118555"/>
                    </a:lnTo>
                    <a:lnTo>
                      <a:pt x="2312743" y="104087"/>
                    </a:lnTo>
                    <a:lnTo>
                      <a:pt x="2260720" y="90450"/>
                    </a:lnTo>
                    <a:lnTo>
                      <a:pt x="2207147" y="77667"/>
                    </a:lnTo>
                    <a:lnTo>
                      <a:pt x="2152086" y="65764"/>
                    </a:lnTo>
                    <a:lnTo>
                      <a:pt x="2095605" y="54765"/>
                    </a:lnTo>
                    <a:lnTo>
                      <a:pt x="2037766" y="44696"/>
                    </a:lnTo>
                    <a:lnTo>
                      <a:pt x="1978635" y="35580"/>
                    </a:lnTo>
                    <a:lnTo>
                      <a:pt x="1918278" y="27444"/>
                    </a:lnTo>
                    <a:lnTo>
                      <a:pt x="1856757" y="20312"/>
                    </a:lnTo>
                    <a:lnTo>
                      <a:pt x="1794139" y="14209"/>
                    </a:lnTo>
                    <a:lnTo>
                      <a:pt x="1730488" y="9160"/>
                    </a:lnTo>
                    <a:lnTo>
                      <a:pt x="1665869" y="5190"/>
                    </a:lnTo>
                    <a:lnTo>
                      <a:pt x="1600346" y="2323"/>
                    </a:lnTo>
                    <a:lnTo>
                      <a:pt x="1533985" y="584"/>
                    </a:lnTo>
                    <a:lnTo>
                      <a:pt x="1466849" y="0"/>
                    </a:lnTo>
                    <a:lnTo>
                      <a:pt x="1399654" y="584"/>
                    </a:lnTo>
                    <a:lnTo>
                      <a:pt x="1333240" y="2323"/>
                    </a:lnTo>
                    <a:lnTo>
                      <a:pt x="1267670" y="5190"/>
                    </a:lnTo>
                    <a:lnTo>
                      <a:pt x="1203010" y="9160"/>
                    </a:lnTo>
                    <a:lnTo>
                      <a:pt x="1139325" y="14209"/>
                    </a:lnTo>
                    <a:lnTo>
                      <a:pt x="1076677" y="20312"/>
                    </a:lnTo>
                    <a:lnTo>
                      <a:pt x="1015133" y="27444"/>
                    </a:lnTo>
                    <a:lnTo>
                      <a:pt x="954756" y="35580"/>
                    </a:lnTo>
                    <a:lnTo>
                      <a:pt x="895611" y="44696"/>
                    </a:lnTo>
                    <a:lnTo>
                      <a:pt x="837763" y="54765"/>
                    </a:lnTo>
                    <a:lnTo>
                      <a:pt x="781276" y="65764"/>
                    </a:lnTo>
                    <a:lnTo>
                      <a:pt x="726214" y="77667"/>
                    </a:lnTo>
                    <a:lnTo>
                      <a:pt x="672642" y="90450"/>
                    </a:lnTo>
                    <a:lnTo>
                      <a:pt x="620624" y="104087"/>
                    </a:lnTo>
                    <a:lnTo>
                      <a:pt x="570225" y="118555"/>
                    </a:lnTo>
                    <a:lnTo>
                      <a:pt x="521510" y="133827"/>
                    </a:lnTo>
                    <a:lnTo>
                      <a:pt x="474542" y="149880"/>
                    </a:lnTo>
                    <a:lnTo>
                      <a:pt x="429386" y="166687"/>
                    </a:lnTo>
                    <a:lnTo>
                      <a:pt x="386108" y="184225"/>
                    </a:lnTo>
                    <a:lnTo>
                      <a:pt x="344771" y="202468"/>
                    </a:lnTo>
                    <a:lnTo>
                      <a:pt x="305439" y="221391"/>
                    </a:lnTo>
                    <a:lnTo>
                      <a:pt x="268178" y="240971"/>
                    </a:lnTo>
                    <a:lnTo>
                      <a:pt x="233051" y="261180"/>
                    </a:lnTo>
                    <a:lnTo>
                      <a:pt x="200123" y="281996"/>
                    </a:lnTo>
                    <a:lnTo>
                      <a:pt x="141124" y="325345"/>
                    </a:lnTo>
                    <a:lnTo>
                      <a:pt x="91695" y="370819"/>
                    </a:lnTo>
                    <a:lnTo>
                      <a:pt x="52352" y="418218"/>
                    </a:lnTo>
                    <a:lnTo>
                      <a:pt x="23611" y="467343"/>
                    </a:lnTo>
                    <a:lnTo>
                      <a:pt x="5988" y="517995"/>
                    </a:lnTo>
                    <a:lnTo>
                      <a:pt x="0" y="569976"/>
                    </a:lnTo>
                    <a:lnTo>
                      <a:pt x="1507" y="596059"/>
                    </a:lnTo>
                    <a:lnTo>
                      <a:pt x="13378" y="647300"/>
                    </a:lnTo>
                    <a:lnTo>
                      <a:pt x="36624" y="697139"/>
                    </a:lnTo>
                    <a:lnTo>
                      <a:pt x="70730" y="745373"/>
                    </a:lnTo>
                    <a:lnTo>
                      <a:pt x="115181" y="791801"/>
                    </a:lnTo>
                    <a:lnTo>
                      <a:pt x="169459" y="836222"/>
                    </a:lnTo>
                    <a:lnTo>
                      <a:pt x="233051" y="878434"/>
                    </a:lnTo>
                    <a:lnTo>
                      <a:pt x="268178" y="898648"/>
                    </a:lnTo>
                    <a:lnTo>
                      <a:pt x="305439" y="918236"/>
                    </a:lnTo>
                    <a:lnTo>
                      <a:pt x="344771" y="937170"/>
                    </a:lnTo>
                    <a:lnTo>
                      <a:pt x="386108" y="955426"/>
                    </a:lnTo>
                    <a:lnTo>
                      <a:pt x="429386" y="972978"/>
                    </a:lnTo>
                    <a:lnTo>
                      <a:pt x="474542" y="989802"/>
                    </a:lnTo>
                    <a:lnTo>
                      <a:pt x="521510" y="1005873"/>
                    </a:lnTo>
                    <a:lnTo>
                      <a:pt x="570225" y="1021165"/>
                    </a:lnTo>
                    <a:lnTo>
                      <a:pt x="620624" y="1035652"/>
                    </a:lnTo>
                    <a:lnTo>
                      <a:pt x="672642" y="1049311"/>
                    </a:lnTo>
                    <a:lnTo>
                      <a:pt x="726214" y="1062115"/>
                    </a:lnTo>
                    <a:lnTo>
                      <a:pt x="781276" y="1074039"/>
                    </a:lnTo>
                    <a:lnTo>
                      <a:pt x="837763" y="1085059"/>
                    </a:lnTo>
                    <a:lnTo>
                      <a:pt x="895611" y="1095148"/>
                    </a:lnTo>
                    <a:lnTo>
                      <a:pt x="954756" y="1104283"/>
                    </a:lnTo>
                    <a:lnTo>
                      <a:pt x="1015133" y="1112437"/>
                    </a:lnTo>
                    <a:lnTo>
                      <a:pt x="1076677" y="1119586"/>
                    </a:lnTo>
                    <a:lnTo>
                      <a:pt x="1139325" y="1125704"/>
                    </a:lnTo>
                    <a:lnTo>
                      <a:pt x="1203010" y="1130766"/>
                    </a:lnTo>
                    <a:lnTo>
                      <a:pt x="1267670" y="1134747"/>
                    </a:lnTo>
                    <a:lnTo>
                      <a:pt x="1333240" y="1137621"/>
                    </a:lnTo>
                    <a:lnTo>
                      <a:pt x="1399654" y="1139365"/>
                    </a:lnTo>
                    <a:lnTo>
                      <a:pt x="1466849" y="1139952"/>
                    </a:lnTo>
                    <a:lnTo>
                      <a:pt x="1533985" y="1139365"/>
                    </a:lnTo>
                    <a:lnTo>
                      <a:pt x="1600346" y="1137621"/>
                    </a:lnTo>
                    <a:lnTo>
                      <a:pt x="1665869" y="1134747"/>
                    </a:lnTo>
                    <a:lnTo>
                      <a:pt x="1730488" y="1130766"/>
                    </a:lnTo>
                    <a:lnTo>
                      <a:pt x="1794139" y="1125704"/>
                    </a:lnTo>
                    <a:lnTo>
                      <a:pt x="1856757" y="1119586"/>
                    </a:lnTo>
                    <a:lnTo>
                      <a:pt x="1918278" y="1112437"/>
                    </a:lnTo>
                    <a:lnTo>
                      <a:pt x="1978635" y="1104283"/>
                    </a:lnTo>
                    <a:lnTo>
                      <a:pt x="2037766" y="1095148"/>
                    </a:lnTo>
                    <a:lnTo>
                      <a:pt x="2095605" y="1085059"/>
                    </a:lnTo>
                    <a:lnTo>
                      <a:pt x="2152086" y="1074039"/>
                    </a:lnTo>
                    <a:lnTo>
                      <a:pt x="2207147" y="1062115"/>
                    </a:lnTo>
                    <a:lnTo>
                      <a:pt x="2260720" y="1049311"/>
                    </a:lnTo>
                    <a:lnTo>
                      <a:pt x="2312743" y="1035652"/>
                    </a:lnTo>
                    <a:lnTo>
                      <a:pt x="2363150" y="1021165"/>
                    </a:lnTo>
                    <a:lnTo>
                      <a:pt x="2411876" y="1005873"/>
                    </a:lnTo>
                    <a:lnTo>
                      <a:pt x="2458856" y="989802"/>
                    </a:lnTo>
                    <a:lnTo>
                      <a:pt x="2504027" y="972978"/>
                    </a:lnTo>
                    <a:lnTo>
                      <a:pt x="2547322" y="955426"/>
                    </a:lnTo>
                    <a:lnTo>
                      <a:pt x="2588678" y="937170"/>
                    </a:lnTo>
                    <a:lnTo>
                      <a:pt x="2628029" y="918236"/>
                    </a:lnTo>
                    <a:lnTo>
                      <a:pt x="2665310" y="898648"/>
                    </a:lnTo>
                    <a:lnTo>
                      <a:pt x="2700458" y="878434"/>
                    </a:lnTo>
                    <a:lnTo>
                      <a:pt x="2733406" y="857616"/>
                    </a:lnTo>
                    <a:lnTo>
                      <a:pt x="2792448" y="814275"/>
                    </a:lnTo>
                    <a:lnTo>
                      <a:pt x="2841917" y="768825"/>
                    </a:lnTo>
                    <a:lnTo>
                      <a:pt x="2881294" y="721469"/>
                    </a:lnTo>
                    <a:lnTo>
                      <a:pt x="2910063" y="672408"/>
                    </a:lnTo>
                    <a:lnTo>
                      <a:pt x="2927704" y="621843"/>
                    </a:lnTo>
                    <a:lnTo>
                      <a:pt x="2933699" y="569976"/>
                    </a:lnTo>
                    <a:close/>
                  </a:path>
                </a:pathLst>
              </a:cu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object 7"/>
              <p:cNvSpPr>
                <a:spLocks/>
              </p:cNvSpPr>
              <p:nvPr/>
            </p:nvSpPr>
            <p:spPr bwMode="auto">
              <a:xfrm>
                <a:off x="3244235" y="2172518"/>
                <a:ext cx="2587625" cy="1006475"/>
              </a:xfrm>
              <a:custGeom>
                <a:avLst/>
                <a:gdLst>
                  <a:gd name="T0" fmla="*/ 1772024 w 2933700"/>
                  <a:gd name="T1" fmla="*/ 314208 h 1140460"/>
                  <a:gd name="T2" fmla="*/ 1743934 w 2933700"/>
                  <a:gd name="T3" fmla="*/ 253685 h 1140460"/>
                  <a:gd name="T4" fmla="*/ 1690159 w 2933700"/>
                  <a:gd name="T5" fmla="*/ 197349 h 1140460"/>
                  <a:gd name="T6" fmla="*/ 1634482 w 2933700"/>
                  <a:gd name="T7" fmla="*/ 158429 h 1140460"/>
                  <a:gd name="T8" fmla="*/ 1590644 w 2933700"/>
                  <a:gd name="T9" fmla="*/ 134293 h 1140460"/>
                  <a:gd name="T10" fmla="*/ 1541794 w 2933700"/>
                  <a:gd name="T11" fmla="*/ 111748 h 1140460"/>
                  <a:gd name="T12" fmla="*/ 1488249 w 2933700"/>
                  <a:gd name="T13" fmla="*/ 90915 h 1140460"/>
                  <a:gd name="T14" fmla="*/ 1430321 w 2933700"/>
                  <a:gd name="T15" fmla="*/ 71914 h 1140460"/>
                  <a:gd name="T16" fmla="*/ 1368325 w 2933700"/>
                  <a:gd name="T17" fmla="*/ 54866 h 1140460"/>
                  <a:gd name="T18" fmla="*/ 1302573 w 2933700"/>
                  <a:gd name="T19" fmla="*/ 39892 h 1140460"/>
                  <a:gd name="T20" fmla="*/ 1233379 w 2933700"/>
                  <a:gd name="T21" fmla="*/ 27112 h 1140460"/>
                  <a:gd name="T22" fmla="*/ 1161058 w 2933700"/>
                  <a:gd name="T23" fmla="*/ 16648 h 1140460"/>
                  <a:gd name="T24" fmla="*/ 1085922 w 2933700"/>
                  <a:gd name="T25" fmla="*/ 8620 h 1140460"/>
                  <a:gd name="T26" fmla="*/ 1008285 w 2933700"/>
                  <a:gd name="T27" fmla="*/ 3148 h 1140460"/>
                  <a:gd name="T28" fmla="*/ 928461 w 2933700"/>
                  <a:gd name="T29" fmla="*/ 354 h 1140460"/>
                  <a:gd name="T30" fmla="*/ 847155 w 2933700"/>
                  <a:gd name="T31" fmla="*/ 354 h 1140460"/>
                  <a:gd name="T32" fmla="*/ 767271 w 2933700"/>
                  <a:gd name="T33" fmla="*/ 3148 h 1140460"/>
                  <a:gd name="T34" fmla="*/ 689589 w 2933700"/>
                  <a:gd name="T35" fmla="*/ 8620 h 1140460"/>
                  <a:gd name="T36" fmla="*/ 614420 w 2933700"/>
                  <a:gd name="T37" fmla="*/ 16648 h 1140460"/>
                  <a:gd name="T38" fmla="*/ 542078 w 2933700"/>
                  <a:gd name="T39" fmla="*/ 27112 h 1140460"/>
                  <a:gd name="T40" fmla="*/ 472876 w 2933700"/>
                  <a:gd name="T41" fmla="*/ 39892 h 1140460"/>
                  <a:gd name="T42" fmla="*/ 407124 w 2933700"/>
                  <a:gd name="T43" fmla="*/ 54866 h 1140460"/>
                  <a:gd name="T44" fmla="*/ 345134 w 2933700"/>
                  <a:gd name="T45" fmla="*/ 71914 h 1140460"/>
                  <a:gd name="T46" fmla="*/ 287221 w 2933700"/>
                  <a:gd name="T47" fmla="*/ 90915 h 1140460"/>
                  <a:gd name="T48" fmla="*/ 233697 w 2933700"/>
                  <a:gd name="T49" fmla="*/ 111748 h 1140460"/>
                  <a:gd name="T50" fmla="*/ 184870 w 2933700"/>
                  <a:gd name="T51" fmla="*/ 134293 h 1140460"/>
                  <a:gd name="T52" fmla="*/ 141057 w 2933700"/>
                  <a:gd name="T53" fmla="*/ 158429 h 1140460"/>
                  <a:gd name="T54" fmla="*/ 85416 w 2933700"/>
                  <a:gd name="T55" fmla="*/ 197349 h 1140460"/>
                  <a:gd name="T56" fmla="*/ 31686 w 2933700"/>
                  <a:gd name="T57" fmla="*/ 253685 h 1140460"/>
                  <a:gd name="T58" fmla="*/ 3624 w 2933700"/>
                  <a:gd name="T59" fmla="*/ 314208 h 1140460"/>
                  <a:gd name="T60" fmla="*/ 912 w 2933700"/>
                  <a:gd name="T61" fmla="*/ 361560 h 1140460"/>
                  <a:gd name="T62" fmla="*/ 22167 w 2933700"/>
                  <a:gd name="T63" fmla="*/ 422875 h 1140460"/>
                  <a:gd name="T64" fmla="*/ 69714 w 2933700"/>
                  <a:gd name="T65" fmla="*/ 480295 h 1140460"/>
                  <a:gd name="T66" fmla="*/ 141057 w 2933700"/>
                  <a:gd name="T67" fmla="*/ 532845 h 1140460"/>
                  <a:gd name="T68" fmla="*/ 184870 w 2933700"/>
                  <a:gd name="T69" fmla="*/ 556988 h 1140460"/>
                  <a:gd name="T70" fmla="*/ 233697 w 2933700"/>
                  <a:gd name="T71" fmla="*/ 579547 h 1140460"/>
                  <a:gd name="T72" fmla="*/ 287221 w 2933700"/>
                  <a:gd name="T73" fmla="*/ 600399 h 1140460"/>
                  <a:gd name="T74" fmla="*/ 345134 w 2933700"/>
                  <a:gd name="T75" fmla="*/ 619423 h 1140460"/>
                  <a:gd name="T76" fmla="*/ 407124 w 2933700"/>
                  <a:gd name="T77" fmla="*/ 636496 h 1140460"/>
                  <a:gd name="T78" fmla="*/ 472876 w 2933700"/>
                  <a:gd name="T79" fmla="*/ 651496 h 1140460"/>
                  <a:gd name="T80" fmla="*/ 542078 w 2933700"/>
                  <a:gd name="T81" fmla="*/ 664300 h 1140460"/>
                  <a:gd name="T82" fmla="*/ 614420 w 2933700"/>
                  <a:gd name="T83" fmla="*/ 674787 h 1140460"/>
                  <a:gd name="T84" fmla="*/ 689589 w 2933700"/>
                  <a:gd name="T85" fmla="*/ 682836 h 1140460"/>
                  <a:gd name="T86" fmla="*/ 767271 w 2933700"/>
                  <a:gd name="T87" fmla="*/ 688320 h 1140460"/>
                  <a:gd name="T88" fmla="*/ 847155 w 2933700"/>
                  <a:gd name="T89" fmla="*/ 691122 h 1140460"/>
                  <a:gd name="T90" fmla="*/ 928461 w 2933700"/>
                  <a:gd name="T91" fmla="*/ 691122 h 1140460"/>
                  <a:gd name="T92" fmla="*/ 1008285 w 2933700"/>
                  <a:gd name="T93" fmla="*/ 688320 h 1140460"/>
                  <a:gd name="T94" fmla="*/ 1085922 w 2933700"/>
                  <a:gd name="T95" fmla="*/ 682836 h 1140460"/>
                  <a:gd name="T96" fmla="*/ 1161058 w 2933700"/>
                  <a:gd name="T97" fmla="*/ 674787 h 1140460"/>
                  <a:gd name="T98" fmla="*/ 1233379 w 2933700"/>
                  <a:gd name="T99" fmla="*/ 664300 h 1140460"/>
                  <a:gd name="T100" fmla="*/ 1302573 w 2933700"/>
                  <a:gd name="T101" fmla="*/ 651496 h 1140460"/>
                  <a:gd name="T102" fmla="*/ 1368325 w 2933700"/>
                  <a:gd name="T103" fmla="*/ 636496 h 1140460"/>
                  <a:gd name="T104" fmla="*/ 1430321 w 2933700"/>
                  <a:gd name="T105" fmla="*/ 619423 h 1140460"/>
                  <a:gd name="T106" fmla="*/ 1488249 w 2933700"/>
                  <a:gd name="T107" fmla="*/ 600399 h 1140460"/>
                  <a:gd name="T108" fmla="*/ 1541794 w 2933700"/>
                  <a:gd name="T109" fmla="*/ 579547 h 1140460"/>
                  <a:gd name="T110" fmla="*/ 1590644 w 2933700"/>
                  <a:gd name="T111" fmla="*/ 556988 h 1140460"/>
                  <a:gd name="T112" fmla="*/ 1634482 w 2933700"/>
                  <a:gd name="T113" fmla="*/ 532845 h 1140460"/>
                  <a:gd name="T114" fmla="*/ 1690159 w 2933700"/>
                  <a:gd name="T115" fmla="*/ 493927 h 1140460"/>
                  <a:gd name="T116" fmla="*/ 1743934 w 2933700"/>
                  <a:gd name="T117" fmla="*/ 437632 h 1140460"/>
                  <a:gd name="T118" fmla="*/ 1772024 w 2933700"/>
                  <a:gd name="T119" fmla="*/ 377201 h 114046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933700" h="1140460">
                    <a:moveTo>
                      <a:pt x="2933699" y="569976"/>
                    </a:moveTo>
                    <a:lnTo>
                      <a:pt x="2927704" y="517995"/>
                    </a:lnTo>
                    <a:lnTo>
                      <a:pt x="2910063" y="467343"/>
                    </a:lnTo>
                    <a:lnTo>
                      <a:pt x="2881294" y="418218"/>
                    </a:lnTo>
                    <a:lnTo>
                      <a:pt x="2841917" y="370819"/>
                    </a:lnTo>
                    <a:lnTo>
                      <a:pt x="2792448" y="325345"/>
                    </a:lnTo>
                    <a:lnTo>
                      <a:pt x="2733406" y="281996"/>
                    </a:lnTo>
                    <a:lnTo>
                      <a:pt x="2700458" y="261180"/>
                    </a:lnTo>
                    <a:lnTo>
                      <a:pt x="2665310" y="240971"/>
                    </a:lnTo>
                    <a:lnTo>
                      <a:pt x="2628029" y="221391"/>
                    </a:lnTo>
                    <a:lnTo>
                      <a:pt x="2588678" y="202468"/>
                    </a:lnTo>
                    <a:lnTo>
                      <a:pt x="2547322" y="184225"/>
                    </a:lnTo>
                    <a:lnTo>
                      <a:pt x="2504027" y="166687"/>
                    </a:lnTo>
                    <a:lnTo>
                      <a:pt x="2458856" y="149880"/>
                    </a:lnTo>
                    <a:lnTo>
                      <a:pt x="2411876" y="133827"/>
                    </a:lnTo>
                    <a:lnTo>
                      <a:pt x="2363150" y="118555"/>
                    </a:lnTo>
                    <a:lnTo>
                      <a:pt x="2312743" y="104087"/>
                    </a:lnTo>
                    <a:lnTo>
                      <a:pt x="2260720" y="90450"/>
                    </a:lnTo>
                    <a:lnTo>
                      <a:pt x="2207147" y="77667"/>
                    </a:lnTo>
                    <a:lnTo>
                      <a:pt x="2152086" y="65764"/>
                    </a:lnTo>
                    <a:lnTo>
                      <a:pt x="2095605" y="54765"/>
                    </a:lnTo>
                    <a:lnTo>
                      <a:pt x="2037766" y="44696"/>
                    </a:lnTo>
                    <a:lnTo>
                      <a:pt x="1978635" y="35580"/>
                    </a:lnTo>
                    <a:lnTo>
                      <a:pt x="1918278" y="27444"/>
                    </a:lnTo>
                    <a:lnTo>
                      <a:pt x="1856757" y="20312"/>
                    </a:lnTo>
                    <a:lnTo>
                      <a:pt x="1794139" y="14209"/>
                    </a:lnTo>
                    <a:lnTo>
                      <a:pt x="1730488" y="9160"/>
                    </a:lnTo>
                    <a:lnTo>
                      <a:pt x="1665869" y="5190"/>
                    </a:lnTo>
                    <a:lnTo>
                      <a:pt x="1600346" y="2323"/>
                    </a:lnTo>
                    <a:lnTo>
                      <a:pt x="1533985" y="584"/>
                    </a:lnTo>
                    <a:lnTo>
                      <a:pt x="1466849" y="0"/>
                    </a:lnTo>
                    <a:lnTo>
                      <a:pt x="1399654" y="584"/>
                    </a:lnTo>
                    <a:lnTo>
                      <a:pt x="1333240" y="2323"/>
                    </a:lnTo>
                    <a:lnTo>
                      <a:pt x="1267670" y="5190"/>
                    </a:lnTo>
                    <a:lnTo>
                      <a:pt x="1203010" y="9160"/>
                    </a:lnTo>
                    <a:lnTo>
                      <a:pt x="1139325" y="14209"/>
                    </a:lnTo>
                    <a:lnTo>
                      <a:pt x="1076677" y="20312"/>
                    </a:lnTo>
                    <a:lnTo>
                      <a:pt x="1015133" y="27444"/>
                    </a:lnTo>
                    <a:lnTo>
                      <a:pt x="954756" y="35580"/>
                    </a:lnTo>
                    <a:lnTo>
                      <a:pt x="895611" y="44696"/>
                    </a:lnTo>
                    <a:lnTo>
                      <a:pt x="837763" y="54765"/>
                    </a:lnTo>
                    <a:lnTo>
                      <a:pt x="781276" y="65764"/>
                    </a:lnTo>
                    <a:lnTo>
                      <a:pt x="726214" y="77667"/>
                    </a:lnTo>
                    <a:lnTo>
                      <a:pt x="672642" y="90450"/>
                    </a:lnTo>
                    <a:lnTo>
                      <a:pt x="620624" y="104087"/>
                    </a:lnTo>
                    <a:lnTo>
                      <a:pt x="570225" y="118555"/>
                    </a:lnTo>
                    <a:lnTo>
                      <a:pt x="521510" y="133827"/>
                    </a:lnTo>
                    <a:lnTo>
                      <a:pt x="474542" y="149880"/>
                    </a:lnTo>
                    <a:lnTo>
                      <a:pt x="429386" y="166687"/>
                    </a:lnTo>
                    <a:lnTo>
                      <a:pt x="386108" y="184225"/>
                    </a:lnTo>
                    <a:lnTo>
                      <a:pt x="344771" y="202468"/>
                    </a:lnTo>
                    <a:lnTo>
                      <a:pt x="305439" y="221391"/>
                    </a:lnTo>
                    <a:lnTo>
                      <a:pt x="268178" y="240971"/>
                    </a:lnTo>
                    <a:lnTo>
                      <a:pt x="233051" y="261180"/>
                    </a:lnTo>
                    <a:lnTo>
                      <a:pt x="200123" y="281996"/>
                    </a:lnTo>
                    <a:lnTo>
                      <a:pt x="141124" y="325345"/>
                    </a:lnTo>
                    <a:lnTo>
                      <a:pt x="91695" y="370819"/>
                    </a:lnTo>
                    <a:lnTo>
                      <a:pt x="52352" y="418218"/>
                    </a:lnTo>
                    <a:lnTo>
                      <a:pt x="23611" y="467343"/>
                    </a:lnTo>
                    <a:lnTo>
                      <a:pt x="5988" y="517995"/>
                    </a:lnTo>
                    <a:lnTo>
                      <a:pt x="0" y="569976"/>
                    </a:lnTo>
                    <a:lnTo>
                      <a:pt x="1507" y="596059"/>
                    </a:lnTo>
                    <a:lnTo>
                      <a:pt x="13378" y="647300"/>
                    </a:lnTo>
                    <a:lnTo>
                      <a:pt x="36624" y="697139"/>
                    </a:lnTo>
                    <a:lnTo>
                      <a:pt x="70730" y="745373"/>
                    </a:lnTo>
                    <a:lnTo>
                      <a:pt x="115181" y="791801"/>
                    </a:lnTo>
                    <a:lnTo>
                      <a:pt x="169459" y="836222"/>
                    </a:lnTo>
                    <a:lnTo>
                      <a:pt x="233051" y="878434"/>
                    </a:lnTo>
                    <a:lnTo>
                      <a:pt x="268178" y="898648"/>
                    </a:lnTo>
                    <a:lnTo>
                      <a:pt x="305439" y="918236"/>
                    </a:lnTo>
                    <a:lnTo>
                      <a:pt x="344771" y="937170"/>
                    </a:lnTo>
                    <a:lnTo>
                      <a:pt x="386108" y="955426"/>
                    </a:lnTo>
                    <a:lnTo>
                      <a:pt x="429387" y="972978"/>
                    </a:lnTo>
                    <a:lnTo>
                      <a:pt x="474542" y="989802"/>
                    </a:lnTo>
                    <a:lnTo>
                      <a:pt x="521510" y="1005873"/>
                    </a:lnTo>
                    <a:lnTo>
                      <a:pt x="570225" y="1021165"/>
                    </a:lnTo>
                    <a:lnTo>
                      <a:pt x="620624" y="1035652"/>
                    </a:lnTo>
                    <a:lnTo>
                      <a:pt x="672642" y="1049311"/>
                    </a:lnTo>
                    <a:lnTo>
                      <a:pt x="726214" y="1062115"/>
                    </a:lnTo>
                    <a:lnTo>
                      <a:pt x="781276" y="1074039"/>
                    </a:lnTo>
                    <a:lnTo>
                      <a:pt x="837763" y="1085059"/>
                    </a:lnTo>
                    <a:lnTo>
                      <a:pt x="895611" y="1095148"/>
                    </a:lnTo>
                    <a:lnTo>
                      <a:pt x="954756" y="1104283"/>
                    </a:lnTo>
                    <a:lnTo>
                      <a:pt x="1015133" y="1112437"/>
                    </a:lnTo>
                    <a:lnTo>
                      <a:pt x="1076677" y="1119586"/>
                    </a:lnTo>
                    <a:lnTo>
                      <a:pt x="1139325" y="1125704"/>
                    </a:lnTo>
                    <a:lnTo>
                      <a:pt x="1203010" y="1130766"/>
                    </a:lnTo>
                    <a:lnTo>
                      <a:pt x="1267670" y="1134747"/>
                    </a:lnTo>
                    <a:lnTo>
                      <a:pt x="1333240" y="1137621"/>
                    </a:lnTo>
                    <a:lnTo>
                      <a:pt x="1399654" y="1139365"/>
                    </a:lnTo>
                    <a:lnTo>
                      <a:pt x="1466849" y="1139952"/>
                    </a:lnTo>
                    <a:lnTo>
                      <a:pt x="1533985" y="1139365"/>
                    </a:lnTo>
                    <a:lnTo>
                      <a:pt x="1600346" y="1137621"/>
                    </a:lnTo>
                    <a:lnTo>
                      <a:pt x="1665869" y="1134747"/>
                    </a:lnTo>
                    <a:lnTo>
                      <a:pt x="1730488" y="1130766"/>
                    </a:lnTo>
                    <a:lnTo>
                      <a:pt x="1794139" y="1125704"/>
                    </a:lnTo>
                    <a:lnTo>
                      <a:pt x="1856757" y="1119586"/>
                    </a:lnTo>
                    <a:lnTo>
                      <a:pt x="1918278" y="1112437"/>
                    </a:lnTo>
                    <a:lnTo>
                      <a:pt x="1978635" y="1104283"/>
                    </a:lnTo>
                    <a:lnTo>
                      <a:pt x="2037766" y="1095148"/>
                    </a:lnTo>
                    <a:lnTo>
                      <a:pt x="2095605" y="1085059"/>
                    </a:lnTo>
                    <a:lnTo>
                      <a:pt x="2152086" y="1074039"/>
                    </a:lnTo>
                    <a:lnTo>
                      <a:pt x="2207147" y="1062115"/>
                    </a:lnTo>
                    <a:lnTo>
                      <a:pt x="2260720" y="1049311"/>
                    </a:lnTo>
                    <a:lnTo>
                      <a:pt x="2312743" y="1035652"/>
                    </a:lnTo>
                    <a:lnTo>
                      <a:pt x="2363150" y="1021165"/>
                    </a:lnTo>
                    <a:lnTo>
                      <a:pt x="2411876" y="1005873"/>
                    </a:lnTo>
                    <a:lnTo>
                      <a:pt x="2458856" y="989802"/>
                    </a:lnTo>
                    <a:lnTo>
                      <a:pt x="2504027" y="972978"/>
                    </a:lnTo>
                    <a:lnTo>
                      <a:pt x="2547322" y="955426"/>
                    </a:lnTo>
                    <a:lnTo>
                      <a:pt x="2588678" y="937170"/>
                    </a:lnTo>
                    <a:lnTo>
                      <a:pt x="2628029" y="918236"/>
                    </a:lnTo>
                    <a:lnTo>
                      <a:pt x="2665310" y="898648"/>
                    </a:lnTo>
                    <a:lnTo>
                      <a:pt x="2700458" y="878434"/>
                    </a:lnTo>
                    <a:lnTo>
                      <a:pt x="2733406" y="857616"/>
                    </a:lnTo>
                    <a:lnTo>
                      <a:pt x="2792448" y="814275"/>
                    </a:lnTo>
                    <a:lnTo>
                      <a:pt x="2841917" y="768825"/>
                    </a:lnTo>
                    <a:lnTo>
                      <a:pt x="2881294" y="721469"/>
                    </a:lnTo>
                    <a:lnTo>
                      <a:pt x="2910063" y="672408"/>
                    </a:lnTo>
                    <a:lnTo>
                      <a:pt x="2927704" y="621843"/>
                    </a:lnTo>
                    <a:lnTo>
                      <a:pt x="2933699" y="569976"/>
                    </a:lnTo>
                    <a:close/>
                  </a:path>
                </a:pathLst>
              </a:custGeom>
              <a:noFill/>
              <a:ln w="28194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object 8"/>
            <p:cNvSpPr txBox="1"/>
            <p:nvPr/>
          </p:nvSpPr>
          <p:spPr>
            <a:xfrm>
              <a:off x="3766399" y="2411446"/>
              <a:ext cx="1943100" cy="442203"/>
            </a:xfrm>
            <a:prstGeom prst="rect">
              <a:avLst/>
            </a:prstGeom>
          </p:spPr>
          <p:txBody>
            <a:bodyPr lIns="0" tIns="11206" rIns="0" bIns="0">
              <a:spAutoFit/>
            </a:bodyPr>
            <a:lstStyle/>
            <a:p>
              <a:pPr marL="11206">
                <a:spcBef>
                  <a:spcPts val="88"/>
                </a:spcBef>
                <a:defRPr/>
              </a:pPr>
              <a:r>
                <a:rPr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Exception</a:t>
              </a:r>
              <a:endParaRPr sz="35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715919" y="2060901"/>
            <a:ext cx="2514778" cy="1013203"/>
            <a:chOff x="6715919" y="2060901"/>
            <a:chExt cx="2514778" cy="1013203"/>
          </a:xfrm>
        </p:grpSpPr>
        <p:sp>
          <p:nvSpPr>
            <p:cNvPr id="13" name="object 9"/>
            <p:cNvSpPr>
              <a:spLocks/>
            </p:cNvSpPr>
            <p:nvPr/>
          </p:nvSpPr>
          <p:spPr bwMode="auto">
            <a:xfrm>
              <a:off x="6720860" y="2064454"/>
              <a:ext cx="2509837" cy="1009650"/>
            </a:xfrm>
            <a:custGeom>
              <a:avLst/>
              <a:gdLst>
                <a:gd name="T0" fmla="*/ 1719682 w 2844800"/>
                <a:gd name="T1" fmla="*/ 315328 h 1143000"/>
                <a:gd name="T2" fmla="*/ 1690871 w 2844800"/>
                <a:gd name="T3" fmla="*/ 252800 h 1143000"/>
                <a:gd name="T4" fmla="*/ 1635790 w 2844800"/>
                <a:gd name="T5" fmla="*/ 194770 h 1143000"/>
                <a:gd name="T6" fmla="*/ 1578834 w 2844800"/>
                <a:gd name="T7" fmla="*/ 154836 h 1143000"/>
                <a:gd name="T8" fmla="*/ 1534034 w 2844800"/>
                <a:gd name="T9" fmla="*/ 130171 h 1143000"/>
                <a:gd name="T10" fmla="*/ 1484156 w 2844800"/>
                <a:gd name="T11" fmla="*/ 107227 h 1143000"/>
                <a:gd name="T12" fmla="*/ 1429534 w 2844800"/>
                <a:gd name="T13" fmla="*/ 86135 h 1143000"/>
                <a:gd name="T14" fmla="*/ 1370497 w 2844800"/>
                <a:gd name="T15" fmla="*/ 67028 h 1143000"/>
                <a:gd name="T16" fmla="*/ 1307378 w 2844800"/>
                <a:gd name="T17" fmla="*/ 50040 h 1143000"/>
                <a:gd name="T18" fmla="*/ 1240507 w 2844800"/>
                <a:gd name="T19" fmla="*/ 35302 h 1143000"/>
                <a:gd name="T20" fmla="*/ 1170215 w 2844800"/>
                <a:gd name="T21" fmla="*/ 22946 h 1143000"/>
                <a:gd name="T22" fmla="*/ 1096834 w 2844800"/>
                <a:gd name="T23" fmla="*/ 13106 h 1143000"/>
                <a:gd name="T24" fmla="*/ 1020697 w 2844800"/>
                <a:gd name="T25" fmla="*/ 5913 h 1143000"/>
                <a:gd name="T26" fmla="*/ 942133 w 2844800"/>
                <a:gd name="T27" fmla="*/ 1501 h 1143000"/>
                <a:gd name="T28" fmla="*/ 861474 w 2844800"/>
                <a:gd name="T29" fmla="*/ 0 h 1143000"/>
                <a:gd name="T30" fmla="*/ 780817 w 2844800"/>
                <a:gd name="T31" fmla="*/ 1501 h 1143000"/>
                <a:gd name="T32" fmla="*/ 702265 w 2844800"/>
                <a:gd name="T33" fmla="*/ 5913 h 1143000"/>
                <a:gd name="T34" fmla="*/ 626147 w 2844800"/>
                <a:gd name="T35" fmla="*/ 13106 h 1143000"/>
                <a:gd name="T36" fmla="*/ 552791 w 2844800"/>
                <a:gd name="T37" fmla="*/ 22946 h 1143000"/>
                <a:gd name="T38" fmla="*/ 482530 w 2844800"/>
                <a:gd name="T39" fmla="*/ 35302 h 1143000"/>
                <a:gd name="T40" fmla="*/ 415694 w 2844800"/>
                <a:gd name="T41" fmla="*/ 50040 h 1143000"/>
                <a:gd name="T42" fmla="*/ 352611 w 2844800"/>
                <a:gd name="T43" fmla="*/ 67028 h 1143000"/>
                <a:gd name="T44" fmla="*/ 293613 w 2844800"/>
                <a:gd name="T45" fmla="*/ 86135 h 1143000"/>
                <a:gd name="T46" fmla="*/ 239030 w 2844800"/>
                <a:gd name="T47" fmla="*/ 107227 h 1143000"/>
                <a:gd name="T48" fmla="*/ 189192 w 2844800"/>
                <a:gd name="T49" fmla="*/ 130171 h 1143000"/>
                <a:gd name="T50" fmla="*/ 144430 w 2844800"/>
                <a:gd name="T51" fmla="*/ 154836 h 1143000"/>
                <a:gd name="T52" fmla="*/ 105073 w 2844800"/>
                <a:gd name="T53" fmla="*/ 181090 h 1143000"/>
                <a:gd name="T54" fmla="*/ 43898 w 2844800"/>
                <a:gd name="T55" fmla="*/ 237829 h 1143000"/>
                <a:gd name="T56" fmla="*/ 8311 w 2844800"/>
                <a:gd name="T57" fmla="*/ 299333 h 1143000"/>
                <a:gd name="T58" fmla="*/ 0 w 2844800"/>
                <a:gd name="T59" fmla="*/ 347949 h 1143000"/>
                <a:gd name="T60" fmla="*/ 8311 w 2844800"/>
                <a:gd name="T61" fmla="*/ 396464 h 1143000"/>
                <a:gd name="T62" fmla="*/ 43898 w 2844800"/>
                <a:gd name="T63" fmla="*/ 457888 h 1143000"/>
                <a:gd name="T64" fmla="*/ 105073 w 2844800"/>
                <a:gd name="T65" fmla="*/ 514601 h 1143000"/>
                <a:gd name="T66" fmla="*/ 144430 w 2844800"/>
                <a:gd name="T67" fmla="*/ 540856 h 1143000"/>
                <a:gd name="T68" fmla="*/ 189192 w 2844800"/>
                <a:gd name="T69" fmla="*/ 565529 h 1143000"/>
                <a:gd name="T70" fmla="*/ 239030 w 2844800"/>
                <a:gd name="T71" fmla="*/ 588491 h 1143000"/>
                <a:gd name="T72" fmla="*/ 293613 w 2844800"/>
                <a:gd name="T73" fmla="*/ 609603 h 1143000"/>
                <a:gd name="T74" fmla="*/ 352611 w 2844800"/>
                <a:gd name="T75" fmla="*/ 628734 h 1143000"/>
                <a:gd name="T76" fmla="*/ 415694 w 2844800"/>
                <a:gd name="T77" fmla="*/ 645748 h 1143000"/>
                <a:gd name="T78" fmla="*/ 482530 w 2844800"/>
                <a:gd name="T79" fmla="*/ 660513 h 1143000"/>
                <a:gd name="T80" fmla="*/ 552791 w 2844800"/>
                <a:gd name="T81" fmla="*/ 672893 h 1143000"/>
                <a:gd name="T82" fmla="*/ 626147 w 2844800"/>
                <a:gd name="T83" fmla="*/ 682757 h 1143000"/>
                <a:gd name="T84" fmla="*/ 702265 w 2844800"/>
                <a:gd name="T85" fmla="*/ 689967 h 1143000"/>
                <a:gd name="T86" fmla="*/ 780817 w 2844800"/>
                <a:gd name="T87" fmla="*/ 694391 h 1143000"/>
                <a:gd name="T88" fmla="*/ 861474 w 2844800"/>
                <a:gd name="T89" fmla="*/ 695896 h 1143000"/>
                <a:gd name="T90" fmla="*/ 942133 w 2844800"/>
                <a:gd name="T91" fmla="*/ 694391 h 1143000"/>
                <a:gd name="T92" fmla="*/ 1020697 w 2844800"/>
                <a:gd name="T93" fmla="*/ 689967 h 1143000"/>
                <a:gd name="T94" fmla="*/ 1096834 w 2844800"/>
                <a:gd name="T95" fmla="*/ 682757 h 1143000"/>
                <a:gd name="T96" fmla="*/ 1170215 w 2844800"/>
                <a:gd name="T97" fmla="*/ 672893 h 1143000"/>
                <a:gd name="T98" fmla="*/ 1240507 w 2844800"/>
                <a:gd name="T99" fmla="*/ 660513 h 1143000"/>
                <a:gd name="T100" fmla="*/ 1307378 w 2844800"/>
                <a:gd name="T101" fmla="*/ 645748 h 1143000"/>
                <a:gd name="T102" fmla="*/ 1370497 w 2844800"/>
                <a:gd name="T103" fmla="*/ 628734 h 1143000"/>
                <a:gd name="T104" fmla="*/ 1429534 w 2844800"/>
                <a:gd name="T105" fmla="*/ 609603 h 1143000"/>
                <a:gd name="T106" fmla="*/ 1484156 w 2844800"/>
                <a:gd name="T107" fmla="*/ 588491 h 1143000"/>
                <a:gd name="T108" fmla="*/ 1534034 w 2844800"/>
                <a:gd name="T109" fmla="*/ 565529 h 1143000"/>
                <a:gd name="T110" fmla="*/ 1578834 w 2844800"/>
                <a:gd name="T111" fmla="*/ 540856 h 1143000"/>
                <a:gd name="T112" fmla="*/ 1618225 w 2844800"/>
                <a:gd name="T113" fmla="*/ 514601 h 1143000"/>
                <a:gd name="T114" fmla="*/ 1679460 w 2844800"/>
                <a:gd name="T115" fmla="*/ 457888 h 1143000"/>
                <a:gd name="T116" fmla="*/ 1715087 w 2844800"/>
                <a:gd name="T117" fmla="*/ 396464 h 1143000"/>
                <a:gd name="T118" fmla="*/ 1723408 w 2844800"/>
                <a:gd name="T119" fmla="*/ 347948 h 114300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844800" h="1143000">
                  <a:moveTo>
                    <a:pt x="2844546" y="571499"/>
                  </a:moveTo>
                  <a:lnTo>
                    <a:pt x="2838396" y="517922"/>
                  </a:lnTo>
                  <a:lnTo>
                    <a:pt x="2820313" y="465756"/>
                  </a:lnTo>
                  <a:lnTo>
                    <a:pt x="2790843" y="415220"/>
                  </a:lnTo>
                  <a:lnTo>
                    <a:pt x="2750533" y="366531"/>
                  </a:lnTo>
                  <a:lnTo>
                    <a:pt x="2699930" y="319906"/>
                  </a:lnTo>
                  <a:lnTo>
                    <a:pt x="2639580" y="275563"/>
                  </a:lnTo>
                  <a:lnTo>
                    <a:pt x="2605921" y="254316"/>
                  </a:lnTo>
                  <a:lnTo>
                    <a:pt x="2570030" y="233720"/>
                  </a:lnTo>
                  <a:lnTo>
                    <a:pt x="2531977" y="213804"/>
                  </a:lnTo>
                  <a:lnTo>
                    <a:pt x="2491828" y="194594"/>
                  </a:lnTo>
                  <a:lnTo>
                    <a:pt x="2449653" y="176118"/>
                  </a:lnTo>
                  <a:lnTo>
                    <a:pt x="2405520" y="158402"/>
                  </a:lnTo>
                  <a:lnTo>
                    <a:pt x="2359497" y="141475"/>
                  </a:lnTo>
                  <a:lnTo>
                    <a:pt x="2311652" y="125363"/>
                  </a:lnTo>
                  <a:lnTo>
                    <a:pt x="2262054" y="110093"/>
                  </a:lnTo>
                  <a:lnTo>
                    <a:pt x="2210772" y="95693"/>
                  </a:lnTo>
                  <a:lnTo>
                    <a:pt x="2157873" y="82190"/>
                  </a:lnTo>
                  <a:lnTo>
                    <a:pt x="2103427" y="69611"/>
                  </a:lnTo>
                  <a:lnTo>
                    <a:pt x="2047500" y="57983"/>
                  </a:lnTo>
                  <a:lnTo>
                    <a:pt x="1990162" y="47333"/>
                  </a:lnTo>
                  <a:lnTo>
                    <a:pt x="1931482" y="37689"/>
                  </a:lnTo>
                  <a:lnTo>
                    <a:pt x="1871526" y="29077"/>
                  </a:lnTo>
                  <a:lnTo>
                    <a:pt x="1810365" y="21526"/>
                  </a:lnTo>
                  <a:lnTo>
                    <a:pt x="1748065" y="15062"/>
                  </a:lnTo>
                  <a:lnTo>
                    <a:pt x="1684696" y="9712"/>
                  </a:lnTo>
                  <a:lnTo>
                    <a:pt x="1620326" y="5503"/>
                  </a:lnTo>
                  <a:lnTo>
                    <a:pt x="1555023" y="2464"/>
                  </a:lnTo>
                  <a:lnTo>
                    <a:pt x="1488855" y="620"/>
                  </a:lnTo>
                  <a:lnTo>
                    <a:pt x="1421892" y="0"/>
                  </a:lnTo>
                  <a:lnTo>
                    <a:pt x="1354930" y="620"/>
                  </a:lnTo>
                  <a:lnTo>
                    <a:pt x="1288767" y="2464"/>
                  </a:lnTo>
                  <a:lnTo>
                    <a:pt x="1223473" y="5503"/>
                  </a:lnTo>
                  <a:lnTo>
                    <a:pt x="1159114" y="9712"/>
                  </a:lnTo>
                  <a:lnTo>
                    <a:pt x="1095760" y="15062"/>
                  </a:lnTo>
                  <a:lnTo>
                    <a:pt x="1033478" y="21526"/>
                  </a:lnTo>
                  <a:lnTo>
                    <a:pt x="972336" y="29077"/>
                  </a:lnTo>
                  <a:lnTo>
                    <a:pt x="912403" y="37689"/>
                  </a:lnTo>
                  <a:lnTo>
                    <a:pt x="853746" y="47333"/>
                  </a:lnTo>
                  <a:lnTo>
                    <a:pt x="796434" y="57983"/>
                  </a:lnTo>
                  <a:lnTo>
                    <a:pt x="740535" y="69611"/>
                  </a:lnTo>
                  <a:lnTo>
                    <a:pt x="686117" y="82190"/>
                  </a:lnTo>
                  <a:lnTo>
                    <a:pt x="633248" y="95693"/>
                  </a:lnTo>
                  <a:lnTo>
                    <a:pt x="581997" y="110093"/>
                  </a:lnTo>
                  <a:lnTo>
                    <a:pt x="532431" y="125363"/>
                  </a:lnTo>
                  <a:lnTo>
                    <a:pt x="484619" y="141475"/>
                  </a:lnTo>
                  <a:lnTo>
                    <a:pt x="438628" y="158402"/>
                  </a:lnTo>
                  <a:lnTo>
                    <a:pt x="394527" y="176118"/>
                  </a:lnTo>
                  <a:lnTo>
                    <a:pt x="352385" y="194594"/>
                  </a:lnTo>
                  <a:lnTo>
                    <a:pt x="312268" y="213804"/>
                  </a:lnTo>
                  <a:lnTo>
                    <a:pt x="274246" y="233720"/>
                  </a:lnTo>
                  <a:lnTo>
                    <a:pt x="238387" y="254316"/>
                  </a:lnTo>
                  <a:lnTo>
                    <a:pt x="204758" y="275563"/>
                  </a:lnTo>
                  <a:lnTo>
                    <a:pt x="173427" y="297436"/>
                  </a:lnTo>
                  <a:lnTo>
                    <a:pt x="117936" y="342947"/>
                  </a:lnTo>
                  <a:lnTo>
                    <a:pt x="72457" y="390631"/>
                  </a:lnTo>
                  <a:lnTo>
                    <a:pt x="37535" y="440271"/>
                  </a:lnTo>
                  <a:lnTo>
                    <a:pt x="13717" y="491649"/>
                  </a:lnTo>
                  <a:lnTo>
                    <a:pt x="1546" y="544548"/>
                  </a:lnTo>
                  <a:lnTo>
                    <a:pt x="0" y="571500"/>
                  </a:lnTo>
                  <a:lnTo>
                    <a:pt x="1546" y="598389"/>
                  </a:lnTo>
                  <a:lnTo>
                    <a:pt x="13717" y="651186"/>
                  </a:lnTo>
                  <a:lnTo>
                    <a:pt x="37535" y="702488"/>
                  </a:lnTo>
                  <a:lnTo>
                    <a:pt x="72457" y="752075"/>
                  </a:lnTo>
                  <a:lnTo>
                    <a:pt x="117936" y="799728"/>
                  </a:lnTo>
                  <a:lnTo>
                    <a:pt x="173427" y="845225"/>
                  </a:lnTo>
                  <a:lnTo>
                    <a:pt x="204758" y="867097"/>
                  </a:lnTo>
                  <a:lnTo>
                    <a:pt x="238387" y="888348"/>
                  </a:lnTo>
                  <a:lnTo>
                    <a:pt x="274246" y="908950"/>
                  </a:lnTo>
                  <a:lnTo>
                    <a:pt x="312268" y="928875"/>
                  </a:lnTo>
                  <a:lnTo>
                    <a:pt x="352385" y="948097"/>
                  </a:lnTo>
                  <a:lnTo>
                    <a:pt x="394527" y="966588"/>
                  </a:lnTo>
                  <a:lnTo>
                    <a:pt x="438628" y="984319"/>
                  </a:lnTo>
                  <a:lnTo>
                    <a:pt x="484619" y="1001265"/>
                  </a:lnTo>
                  <a:lnTo>
                    <a:pt x="532431" y="1017396"/>
                  </a:lnTo>
                  <a:lnTo>
                    <a:pt x="581997" y="1032686"/>
                  </a:lnTo>
                  <a:lnTo>
                    <a:pt x="633248" y="1047108"/>
                  </a:lnTo>
                  <a:lnTo>
                    <a:pt x="686117" y="1060632"/>
                  </a:lnTo>
                  <a:lnTo>
                    <a:pt x="740535" y="1073233"/>
                  </a:lnTo>
                  <a:lnTo>
                    <a:pt x="796434" y="1084883"/>
                  </a:lnTo>
                  <a:lnTo>
                    <a:pt x="853746" y="1095554"/>
                  </a:lnTo>
                  <a:lnTo>
                    <a:pt x="912403" y="1105218"/>
                  </a:lnTo>
                  <a:lnTo>
                    <a:pt x="972336" y="1113848"/>
                  </a:lnTo>
                  <a:lnTo>
                    <a:pt x="1033478" y="1121417"/>
                  </a:lnTo>
                  <a:lnTo>
                    <a:pt x="1095760" y="1127897"/>
                  </a:lnTo>
                  <a:lnTo>
                    <a:pt x="1159114" y="1133261"/>
                  </a:lnTo>
                  <a:lnTo>
                    <a:pt x="1223473" y="1137480"/>
                  </a:lnTo>
                  <a:lnTo>
                    <a:pt x="1288767" y="1140528"/>
                  </a:lnTo>
                  <a:lnTo>
                    <a:pt x="1354930" y="1142377"/>
                  </a:lnTo>
                  <a:lnTo>
                    <a:pt x="1421892" y="1142999"/>
                  </a:lnTo>
                  <a:lnTo>
                    <a:pt x="1488855" y="1142377"/>
                  </a:lnTo>
                  <a:lnTo>
                    <a:pt x="1555023" y="1140528"/>
                  </a:lnTo>
                  <a:lnTo>
                    <a:pt x="1620326" y="1137480"/>
                  </a:lnTo>
                  <a:lnTo>
                    <a:pt x="1684696" y="1133261"/>
                  </a:lnTo>
                  <a:lnTo>
                    <a:pt x="1748065" y="1127897"/>
                  </a:lnTo>
                  <a:lnTo>
                    <a:pt x="1810365" y="1121417"/>
                  </a:lnTo>
                  <a:lnTo>
                    <a:pt x="1871526" y="1113848"/>
                  </a:lnTo>
                  <a:lnTo>
                    <a:pt x="1931482" y="1105218"/>
                  </a:lnTo>
                  <a:lnTo>
                    <a:pt x="1990162" y="1095554"/>
                  </a:lnTo>
                  <a:lnTo>
                    <a:pt x="2047500" y="1084883"/>
                  </a:lnTo>
                  <a:lnTo>
                    <a:pt x="2103427" y="1073233"/>
                  </a:lnTo>
                  <a:lnTo>
                    <a:pt x="2157873" y="1060632"/>
                  </a:lnTo>
                  <a:lnTo>
                    <a:pt x="2210772" y="1047108"/>
                  </a:lnTo>
                  <a:lnTo>
                    <a:pt x="2262054" y="1032686"/>
                  </a:lnTo>
                  <a:lnTo>
                    <a:pt x="2311652" y="1017396"/>
                  </a:lnTo>
                  <a:lnTo>
                    <a:pt x="2359497" y="1001265"/>
                  </a:lnTo>
                  <a:lnTo>
                    <a:pt x="2405520" y="984319"/>
                  </a:lnTo>
                  <a:lnTo>
                    <a:pt x="2449653" y="966588"/>
                  </a:lnTo>
                  <a:lnTo>
                    <a:pt x="2491828" y="948097"/>
                  </a:lnTo>
                  <a:lnTo>
                    <a:pt x="2531977" y="928875"/>
                  </a:lnTo>
                  <a:lnTo>
                    <a:pt x="2570030" y="908950"/>
                  </a:lnTo>
                  <a:lnTo>
                    <a:pt x="2605921" y="888348"/>
                  </a:lnTo>
                  <a:lnTo>
                    <a:pt x="2639580" y="867097"/>
                  </a:lnTo>
                  <a:lnTo>
                    <a:pt x="2670939" y="845225"/>
                  </a:lnTo>
                  <a:lnTo>
                    <a:pt x="2726484" y="799728"/>
                  </a:lnTo>
                  <a:lnTo>
                    <a:pt x="2772009" y="752075"/>
                  </a:lnTo>
                  <a:lnTo>
                    <a:pt x="2806968" y="702488"/>
                  </a:lnTo>
                  <a:lnTo>
                    <a:pt x="2830812" y="651186"/>
                  </a:lnTo>
                  <a:lnTo>
                    <a:pt x="2842997" y="598389"/>
                  </a:lnTo>
                  <a:lnTo>
                    <a:pt x="2844546" y="571499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0"/>
            <p:cNvSpPr>
              <a:spLocks/>
            </p:cNvSpPr>
            <p:nvPr/>
          </p:nvSpPr>
          <p:spPr bwMode="auto">
            <a:xfrm>
              <a:off x="6715919" y="2060901"/>
              <a:ext cx="2509837" cy="1009650"/>
            </a:xfrm>
            <a:custGeom>
              <a:avLst/>
              <a:gdLst>
                <a:gd name="T0" fmla="*/ 1719682 w 2844800"/>
                <a:gd name="T1" fmla="*/ 315328 h 1143000"/>
                <a:gd name="T2" fmla="*/ 1690871 w 2844800"/>
                <a:gd name="T3" fmla="*/ 252800 h 1143000"/>
                <a:gd name="T4" fmla="*/ 1635790 w 2844800"/>
                <a:gd name="T5" fmla="*/ 194770 h 1143000"/>
                <a:gd name="T6" fmla="*/ 1578834 w 2844800"/>
                <a:gd name="T7" fmla="*/ 154836 h 1143000"/>
                <a:gd name="T8" fmla="*/ 1534034 w 2844800"/>
                <a:gd name="T9" fmla="*/ 130171 h 1143000"/>
                <a:gd name="T10" fmla="*/ 1484156 w 2844800"/>
                <a:gd name="T11" fmla="*/ 107227 h 1143000"/>
                <a:gd name="T12" fmla="*/ 1429534 w 2844800"/>
                <a:gd name="T13" fmla="*/ 86135 h 1143000"/>
                <a:gd name="T14" fmla="*/ 1370497 w 2844800"/>
                <a:gd name="T15" fmla="*/ 67028 h 1143000"/>
                <a:gd name="T16" fmla="*/ 1307378 w 2844800"/>
                <a:gd name="T17" fmla="*/ 50040 h 1143000"/>
                <a:gd name="T18" fmla="*/ 1240507 w 2844800"/>
                <a:gd name="T19" fmla="*/ 35302 h 1143000"/>
                <a:gd name="T20" fmla="*/ 1170215 w 2844800"/>
                <a:gd name="T21" fmla="*/ 22946 h 1143000"/>
                <a:gd name="T22" fmla="*/ 1096834 w 2844800"/>
                <a:gd name="T23" fmla="*/ 13106 h 1143000"/>
                <a:gd name="T24" fmla="*/ 1020697 w 2844800"/>
                <a:gd name="T25" fmla="*/ 5913 h 1143000"/>
                <a:gd name="T26" fmla="*/ 942133 w 2844800"/>
                <a:gd name="T27" fmla="*/ 1501 h 1143000"/>
                <a:gd name="T28" fmla="*/ 861474 w 2844800"/>
                <a:gd name="T29" fmla="*/ 0 h 1143000"/>
                <a:gd name="T30" fmla="*/ 780817 w 2844800"/>
                <a:gd name="T31" fmla="*/ 1501 h 1143000"/>
                <a:gd name="T32" fmla="*/ 702265 w 2844800"/>
                <a:gd name="T33" fmla="*/ 5913 h 1143000"/>
                <a:gd name="T34" fmla="*/ 626147 w 2844800"/>
                <a:gd name="T35" fmla="*/ 13106 h 1143000"/>
                <a:gd name="T36" fmla="*/ 552791 w 2844800"/>
                <a:gd name="T37" fmla="*/ 22946 h 1143000"/>
                <a:gd name="T38" fmla="*/ 482530 w 2844800"/>
                <a:gd name="T39" fmla="*/ 35302 h 1143000"/>
                <a:gd name="T40" fmla="*/ 415694 w 2844800"/>
                <a:gd name="T41" fmla="*/ 50040 h 1143000"/>
                <a:gd name="T42" fmla="*/ 352611 w 2844800"/>
                <a:gd name="T43" fmla="*/ 67028 h 1143000"/>
                <a:gd name="T44" fmla="*/ 293613 w 2844800"/>
                <a:gd name="T45" fmla="*/ 86135 h 1143000"/>
                <a:gd name="T46" fmla="*/ 239030 w 2844800"/>
                <a:gd name="T47" fmla="*/ 107227 h 1143000"/>
                <a:gd name="T48" fmla="*/ 189192 w 2844800"/>
                <a:gd name="T49" fmla="*/ 130171 h 1143000"/>
                <a:gd name="T50" fmla="*/ 144430 w 2844800"/>
                <a:gd name="T51" fmla="*/ 154836 h 1143000"/>
                <a:gd name="T52" fmla="*/ 105073 w 2844800"/>
                <a:gd name="T53" fmla="*/ 181090 h 1143000"/>
                <a:gd name="T54" fmla="*/ 43898 w 2844800"/>
                <a:gd name="T55" fmla="*/ 237829 h 1143000"/>
                <a:gd name="T56" fmla="*/ 8311 w 2844800"/>
                <a:gd name="T57" fmla="*/ 299333 h 1143000"/>
                <a:gd name="T58" fmla="*/ 0 w 2844800"/>
                <a:gd name="T59" fmla="*/ 347949 h 1143000"/>
                <a:gd name="T60" fmla="*/ 8311 w 2844800"/>
                <a:gd name="T61" fmla="*/ 396464 h 1143000"/>
                <a:gd name="T62" fmla="*/ 43898 w 2844800"/>
                <a:gd name="T63" fmla="*/ 457888 h 1143000"/>
                <a:gd name="T64" fmla="*/ 105073 w 2844800"/>
                <a:gd name="T65" fmla="*/ 514601 h 1143000"/>
                <a:gd name="T66" fmla="*/ 144430 w 2844800"/>
                <a:gd name="T67" fmla="*/ 540856 h 1143000"/>
                <a:gd name="T68" fmla="*/ 189192 w 2844800"/>
                <a:gd name="T69" fmla="*/ 565529 h 1143000"/>
                <a:gd name="T70" fmla="*/ 239030 w 2844800"/>
                <a:gd name="T71" fmla="*/ 588491 h 1143000"/>
                <a:gd name="T72" fmla="*/ 293613 w 2844800"/>
                <a:gd name="T73" fmla="*/ 609603 h 1143000"/>
                <a:gd name="T74" fmla="*/ 352611 w 2844800"/>
                <a:gd name="T75" fmla="*/ 628734 h 1143000"/>
                <a:gd name="T76" fmla="*/ 415694 w 2844800"/>
                <a:gd name="T77" fmla="*/ 645748 h 1143000"/>
                <a:gd name="T78" fmla="*/ 482530 w 2844800"/>
                <a:gd name="T79" fmla="*/ 660513 h 1143000"/>
                <a:gd name="T80" fmla="*/ 552791 w 2844800"/>
                <a:gd name="T81" fmla="*/ 672893 h 1143000"/>
                <a:gd name="T82" fmla="*/ 626147 w 2844800"/>
                <a:gd name="T83" fmla="*/ 682757 h 1143000"/>
                <a:gd name="T84" fmla="*/ 702265 w 2844800"/>
                <a:gd name="T85" fmla="*/ 689967 h 1143000"/>
                <a:gd name="T86" fmla="*/ 780817 w 2844800"/>
                <a:gd name="T87" fmla="*/ 694391 h 1143000"/>
                <a:gd name="T88" fmla="*/ 861474 w 2844800"/>
                <a:gd name="T89" fmla="*/ 695896 h 1143000"/>
                <a:gd name="T90" fmla="*/ 942133 w 2844800"/>
                <a:gd name="T91" fmla="*/ 694391 h 1143000"/>
                <a:gd name="T92" fmla="*/ 1020697 w 2844800"/>
                <a:gd name="T93" fmla="*/ 689967 h 1143000"/>
                <a:gd name="T94" fmla="*/ 1096834 w 2844800"/>
                <a:gd name="T95" fmla="*/ 682757 h 1143000"/>
                <a:gd name="T96" fmla="*/ 1170215 w 2844800"/>
                <a:gd name="T97" fmla="*/ 672893 h 1143000"/>
                <a:gd name="T98" fmla="*/ 1240507 w 2844800"/>
                <a:gd name="T99" fmla="*/ 660513 h 1143000"/>
                <a:gd name="T100" fmla="*/ 1307378 w 2844800"/>
                <a:gd name="T101" fmla="*/ 645748 h 1143000"/>
                <a:gd name="T102" fmla="*/ 1370497 w 2844800"/>
                <a:gd name="T103" fmla="*/ 628734 h 1143000"/>
                <a:gd name="T104" fmla="*/ 1429534 w 2844800"/>
                <a:gd name="T105" fmla="*/ 609603 h 1143000"/>
                <a:gd name="T106" fmla="*/ 1484156 w 2844800"/>
                <a:gd name="T107" fmla="*/ 588491 h 1143000"/>
                <a:gd name="T108" fmla="*/ 1534034 w 2844800"/>
                <a:gd name="T109" fmla="*/ 565529 h 1143000"/>
                <a:gd name="T110" fmla="*/ 1578834 w 2844800"/>
                <a:gd name="T111" fmla="*/ 540856 h 1143000"/>
                <a:gd name="T112" fmla="*/ 1618225 w 2844800"/>
                <a:gd name="T113" fmla="*/ 514601 h 1143000"/>
                <a:gd name="T114" fmla="*/ 1679460 w 2844800"/>
                <a:gd name="T115" fmla="*/ 457888 h 1143000"/>
                <a:gd name="T116" fmla="*/ 1715087 w 2844800"/>
                <a:gd name="T117" fmla="*/ 396464 h 1143000"/>
                <a:gd name="T118" fmla="*/ 1723408 w 2844800"/>
                <a:gd name="T119" fmla="*/ 347948 h 114300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844800" h="1143000">
                  <a:moveTo>
                    <a:pt x="2844546" y="571499"/>
                  </a:moveTo>
                  <a:lnTo>
                    <a:pt x="2838396" y="517922"/>
                  </a:lnTo>
                  <a:lnTo>
                    <a:pt x="2820313" y="465756"/>
                  </a:lnTo>
                  <a:lnTo>
                    <a:pt x="2790843" y="415220"/>
                  </a:lnTo>
                  <a:lnTo>
                    <a:pt x="2750533" y="366531"/>
                  </a:lnTo>
                  <a:lnTo>
                    <a:pt x="2699930" y="319906"/>
                  </a:lnTo>
                  <a:lnTo>
                    <a:pt x="2639580" y="275563"/>
                  </a:lnTo>
                  <a:lnTo>
                    <a:pt x="2605921" y="254316"/>
                  </a:lnTo>
                  <a:lnTo>
                    <a:pt x="2570030" y="233720"/>
                  </a:lnTo>
                  <a:lnTo>
                    <a:pt x="2531977" y="213804"/>
                  </a:lnTo>
                  <a:lnTo>
                    <a:pt x="2491828" y="194594"/>
                  </a:lnTo>
                  <a:lnTo>
                    <a:pt x="2449653" y="176118"/>
                  </a:lnTo>
                  <a:lnTo>
                    <a:pt x="2405520" y="158402"/>
                  </a:lnTo>
                  <a:lnTo>
                    <a:pt x="2359497" y="141475"/>
                  </a:lnTo>
                  <a:lnTo>
                    <a:pt x="2311652" y="125363"/>
                  </a:lnTo>
                  <a:lnTo>
                    <a:pt x="2262054" y="110093"/>
                  </a:lnTo>
                  <a:lnTo>
                    <a:pt x="2210772" y="95693"/>
                  </a:lnTo>
                  <a:lnTo>
                    <a:pt x="2157873" y="82190"/>
                  </a:lnTo>
                  <a:lnTo>
                    <a:pt x="2103427" y="69611"/>
                  </a:lnTo>
                  <a:lnTo>
                    <a:pt x="2047500" y="57983"/>
                  </a:lnTo>
                  <a:lnTo>
                    <a:pt x="1990162" y="47333"/>
                  </a:lnTo>
                  <a:lnTo>
                    <a:pt x="1931482" y="37689"/>
                  </a:lnTo>
                  <a:lnTo>
                    <a:pt x="1871526" y="29077"/>
                  </a:lnTo>
                  <a:lnTo>
                    <a:pt x="1810365" y="21526"/>
                  </a:lnTo>
                  <a:lnTo>
                    <a:pt x="1748065" y="15062"/>
                  </a:lnTo>
                  <a:lnTo>
                    <a:pt x="1684696" y="9712"/>
                  </a:lnTo>
                  <a:lnTo>
                    <a:pt x="1620326" y="5503"/>
                  </a:lnTo>
                  <a:lnTo>
                    <a:pt x="1555023" y="2464"/>
                  </a:lnTo>
                  <a:lnTo>
                    <a:pt x="1488855" y="620"/>
                  </a:lnTo>
                  <a:lnTo>
                    <a:pt x="1421892" y="0"/>
                  </a:lnTo>
                  <a:lnTo>
                    <a:pt x="1354930" y="620"/>
                  </a:lnTo>
                  <a:lnTo>
                    <a:pt x="1288767" y="2464"/>
                  </a:lnTo>
                  <a:lnTo>
                    <a:pt x="1223473" y="5503"/>
                  </a:lnTo>
                  <a:lnTo>
                    <a:pt x="1159114" y="9712"/>
                  </a:lnTo>
                  <a:lnTo>
                    <a:pt x="1095760" y="15062"/>
                  </a:lnTo>
                  <a:lnTo>
                    <a:pt x="1033478" y="21526"/>
                  </a:lnTo>
                  <a:lnTo>
                    <a:pt x="972336" y="29077"/>
                  </a:lnTo>
                  <a:lnTo>
                    <a:pt x="912403" y="37689"/>
                  </a:lnTo>
                  <a:lnTo>
                    <a:pt x="853746" y="47333"/>
                  </a:lnTo>
                  <a:lnTo>
                    <a:pt x="796434" y="57983"/>
                  </a:lnTo>
                  <a:lnTo>
                    <a:pt x="740535" y="69611"/>
                  </a:lnTo>
                  <a:lnTo>
                    <a:pt x="686117" y="82190"/>
                  </a:lnTo>
                  <a:lnTo>
                    <a:pt x="633248" y="95693"/>
                  </a:lnTo>
                  <a:lnTo>
                    <a:pt x="581997" y="110093"/>
                  </a:lnTo>
                  <a:lnTo>
                    <a:pt x="532431" y="125363"/>
                  </a:lnTo>
                  <a:lnTo>
                    <a:pt x="484619" y="141475"/>
                  </a:lnTo>
                  <a:lnTo>
                    <a:pt x="438628" y="158402"/>
                  </a:lnTo>
                  <a:lnTo>
                    <a:pt x="394527" y="176118"/>
                  </a:lnTo>
                  <a:lnTo>
                    <a:pt x="352385" y="194594"/>
                  </a:lnTo>
                  <a:lnTo>
                    <a:pt x="312268" y="213804"/>
                  </a:lnTo>
                  <a:lnTo>
                    <a:pt x="274246" y="233720"/>
                  </a:lnTo>
                  <a:lnTo>
                    <a:pt x="238387" y="254316"/>
                  </a:lnTo>
                  <a:lnTo>
                    <a:pt x="204758" y="275563"/>
                  </a:lnTo>
                  <a:lnTo>
                    <a:pt x="173427" y="297436"/>
                  </a:lnTo>
                  <a:lnTo>
                    <a:pt x="117936" y="342947"/>
                  </a:lnTo>
                  <a:lnTo>
                    <a:pt x="72457" y="390631"/>
                  </a:lnTo>
                  <a:lnTo>
                    <a:pt x="37535" y="440271"/>
                  </a:lnTo>
                  <a:lnTo>
                    <a:pt x="13717" y="491649"/>
                  </a:lnTo>
                  <a:lnTo>
                    <a:pt x="1546" y="544548"/>
                  </a:lnTo>
                  <a:lnTo>
                    <a:pt x="0" y="571500"/>
                  </a:lnTo>
                  <a:lnTo>
                    <a:pt x="1546" y="598389"/>
                  </a:lnTo>
                  <a:lnTo>
                    <a:pt x="13717" y="651186"/>
                  </a:lnTo>
                  <a:lnTo>
                    <a:pt x="37535" y="702488"/>
                  </a:lnTo>
                  <a:lnTo>
                    <a:pt x="72457" y="752075"/>
                  </a:lnTo>
                  <a:lnTo>
                    <a:pt x="117936" y="799728"/>
                  </a:lnTo>
                  <a:lnTo>
                    <a:pt x="173427" y="845225"/>
                  </a:lnTo>
                  <a:lnTo>
                    <a:pt x="204758" y="867097"/>
                  </a:lnTo>
                  <a:lnTo>
                    <a:pt x="238387" y="888348"/>
                  </a:lnTo>
                  <a:lnTo>
                    <a:pt x="274246" y="908950"/>
                  </a:lnTo>
                  <a:lnTo>
                    <a:pt x="312268" y="928875"/>
                  </a:lnTo>
                  <a:lnTo>
                    <a:pt x="352385" y="948097"/>
                  </a:lnTo>
                  <a:lnTo>
                    <a:pt x="394527" y="966588"/>
                  </a:lnTo>
                  <a:lnTo>
                    <a:pt x="438628" y="984319"/>
                  </a:lnTo>
                  <a:lnTo>
                    <a:pt x="484619" y="1001265"/>
                  </a:lnTo>
                  <a:lnTo>
                    <a:pt x="532431" y="1017396"/>
                  </a:lnTo>
                  <a:lnTo>
                    <a:pt x="581997" y="1032686"/>
                  </a:lnTo>
                  <a:lnTo>
                    <a:pt x="633248" y="1047108"/>
                  </a:lnTo>
                  <a:lnTo>
                    <a:pt x="686117" y="1060632"/>
                  </a:lnTo>
                  <a:lnTo>
                    <a:pt x="740535" y="1073233"/>
                  </a:lnTo>
                  <a:lnTo>
                    <a:pt x="796434" y="1084883"/>
                  </a:lnTo>
                  <a:lnTo>
                    <a:pt x="853746" y="1095554"/>
                  </a:lnTo>
                  <a:lnTo>
                    <a:pt x="912403" y="1105218"/>
                  </a:lnTo>
                  <a:lnTo>
                    <a:pt x="972336" y="1113848"/>
                  </a:lnTo>
                  <a:lnTo>
                    <a:pt x="1033478" y="1121417"/>
                  </a:lnTo>
                  <a:lnTo>
                    <a:pt x="1095760" y="1127897"/>
                  </a:lnTo>
                  <a:lnTo>
                    <a:pt x="1159114" y="1133261"/>
                  </a:lnTo>
                  <a:lnTo>
                    <a:pt x="1223473" y="1137480"/>
                  </a:lnTo>
                  <a:lnTo>
                    <a:pt x="1288767" y="1140528"/>
                  </a:lnTo>
                  <a:lnTo>
                    <a:pt x="1354930" y="1142377"/>
                  </a:lnTo>
                  <a:lnTo>
                    <a:pt x="1421892" y="1142999"/>
                  </a:lnTo>
                  <a:lnTo>
                    <a:pt x="1488855" y="1142377"/>
                  </a:lnTo>
                  <a:lnTo>
                    <a:pt x="1555023" y="1140528"/>
                  </a:lnTo>
                  <a:lnTo>
                    <a:pt x="1620326" y="1137480"/>
                  </a:lnTo>
                  <a:lnTo>
                    <a:pt x="1684696" y="1133261"/>
                  </a:lnTo>
                  <a:lnTo>
                    <a:pt x="1748065" y="1127897"/>
                  </a:lnTo>
                  <a:lnTo>
                    <a:pt x="1810365" y="1121417"/>
                  </a:lnTo>
                  <a:lnTo>
                    <a:pt x="1871526" y="1113848"/>
                  </a:lnTo>
                  <a:lnTo>
                    <a:pt x="1931482" y="1105218"/>
                  </a:lnTo>
                  <a:lnTo>
                    <a:pt x="1990162" y="1095554"/>
                  </a:lnTo>
                  <a:lnTo>
                    <a:pt x="2047500" y="1084883"/>
                  </a:lnTo>
                  <a:lnTo>
                    <a:pt x="2103427" y="1073233"/>
                  </a:lnTo>
                  <a:lnTo>
                    <a:pt x="2157873" y="1060632"/>
                  </a:lnTo>
                  <a:lnTo>
                    <a:pt x="2210772" y="1047108"/>
                  </a:lnTo>
                  <a:lnTo>
                    <a:pt x="2262054" y="1032686"/>
                  </a:lnTo>
                  <a:lnTo>
                    <a:pt x="2311652" y="1017396"/>
                  </a:lnTo>
                  <a:lnTo>
                    <a:pt x="2359497" y="1001265"/>
                  </a:lnTo>
                  <a:lnTo>
                    <a:pt x="2405520" y="984319"/>
                  </a:lnTo>
                  <a:lnTo>
                    <a:pt x="2449653" y="966588"/>
                  </a:lnTo>
                  <a:lnTo>
                    <a:pt x="2491828" y="948097"/>
                  </a:lnTo>
                  <a:lnTo>
                    <a:pt x="2531977" y="928875"/>
                  </a:lnTo>
                  <a:lnTo>
                    <a:pt x="2570030" y="908950"/>
                  </a:lnTo>
                  <a:lnTo>
                    <a:pt x="2605921" y="888348"/>
                  </a:lnTo>
                  <a:lnTo>
                    <a:pt x="2639580" y="867097"/>
                  </a:lnTo>
                  <a:lnTo>
                    <a:pt x="2670939" y="845225"/>
                  </a:lnTo>
                  <a:lnTo>
                    <a:pt x="2726484" y="799728"/>
                  </a:lnTo>
                  <a:lnTo>
                    <a:pt x="2772009" y="752075"/>
                  </a:lnTo>
                  <a:lnTo>
                    <a:pt x="2806968" y="702488"/>
                  </a:lnTo>
                  <a:lnTo>
                    <a:pt x="2830812" y="651186"/>
                  </a:lnTo>
                  <a:lnTo>
                    <a:pt x="2842997" y="598389"/>
                  </a:lnTo>
                  <a:lnTo>
                    <a:pt x="2844546" y="571499"/>
                  </a:lnTo>
                  <a:close/>
                </a:path>
              </a:pathLst>
            </a:custGeom>
            <a:noFill/>
            <a:ln w="2819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1"/>
            <p:cNvSpPr txBox="1"/>
            <p:nvPr/>
          </p:nvSpPr>
          <p:spPr>
            <a:xfrm>
              <a:off x="7519987" y="2324448"/>
              <a:ext cx="1143000" cy="442203"/>
            </a:xfrm>
            <a:prstGeom prst="rect">
              <a:avLst/>
            </a:prstGeom>
          </p:spPr>
          <p:txBody>
            <a:bodyPr lIns="0" tIns="11206" rIns="0" bIns="0">
              <a:spAutoFit/>
            </a:bodyPr>
            <a:lstStyle/>
            <a:p>
              <a:pPr marL="11206">
                <a:spcBef>
                  <a:spcPts val="88"/>
                </a:spcBef>
                <a:defRPr/>
              </a:pPr>
              <a:r>
                <a:rPr sz="2800" b="1" spc="-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Error</a:t>
              </a:r>
              <a:endParaRPr sz="35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452143" y="1569987"/>
            <a:ext cx="128588" cy="604837"/>
            <a:chOff x="3028950" y="2017713"/>
            <a:chExt cx="128588" cy="604837"/>
          </a:xfrm>
        </p:grpSpPr>
        <p:sp>
          <p:nvSpPr>
            <p:cNvPr id="17" name="object 12"/>
            <p:cNvSpPr>
              <a:spLocks/>
            </p:cNvSpPr>
            <p:nvPr/>
          </p:nvSpPr>
          <p:spPr bwMode="auto">
            <a:xfrm>
              <a:off x="3092450" y="2017713"/>
              <a:ext cx="0" cy="476250"/>
            </a:xfrm>
            <a:custGeom>
              <a:avLst/>
              <a:gdLst>
                <a:gd name="T0" fmla="*/ 0 h 540385"/>
                <a:gd name="T1" fmla="*/ 325932 h 54038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540385">
                  <a:moveTo>
                    <a:pt x="0" y="0"/>
                  </a:moveTo>
                  <a:lnTo>
                    <a:pt x="0" y="540257"/>
                  </a:lnTo>
                </a:path>
              </a:pathLst>
            </a:custGeom>
            <a:noFill/>
            <a:ln w="2819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3"/>
            <p:cNvSpPr>
              <a:spLocks/>
            </p:cNvSpPr>
            <p:nvPr/>
          </p:nvSpPr>
          <p:spPr bwMode="auto">
            <a:xfrm>
              <a:off x="3028950" y="2492375"/>
              <a:ext cx="128588" cy="130175"/>
            </a:xfrm>
            <a:custGeom>
              <a:avLst/>
              <a:gdLst>
                <a:gd name="T0" fmla="*/ 85362 w 147320"/>
                <a:gd name="T1" fmla="*/ 0 h 147319"/>
                <a:gd name="T2" fmla="*/ 0 w 147320"/>
                <a:gd name="T3" fmla="*/ 0 h 147319"/>
                <a:gd name="T4" fmla="*/ 42460 w 147320"/>
                <a:gd name="T5" fmla="*/ 89657 h 147319"/>
                <a:gd name="T6" fmla="*/ 85362 w 147320"/>
                <a:gd name="T7" fmla="*/ 0 h 1473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7320" h="147319">
                  <a:moveTo>
                    <a:pt x="147065" y="0"/>
                  </a:moveTo>
                  <a:lnTo>
                    <a:pt x="0" y="0"/>
                  </a:lnTo>
                  <a:lnTo>
                    <a:pt x="73151" y="147066"/>
                  </a:lnTo>
                  <a:lnTo>
                    <a:pt x="14706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object 14"/>
          <p:cNvSpPr txBox="1"/>
          <p:nvPr/>
        </p:nvSpPr>
        <p:spPr>
          <a:xfrm>
            <a:off x="7732477" y="4394299"/>
            <a:ext cx="2755900" cy="347381"/>
          </a:xfrm>
          <a:prstGeom prst="rect">
            <a:avLst/>
          </a:prstGeom>
          <a:ln w="28194">
            <a:solidFill>
              <a:srgbClr val="000000"/>
            </a:solidFill>
          </a:ln>
        </p:spPr>
        <p:txBody>
          <a:bodyPr lIns="0" tIns="39221" rIns="0" bIns="0">
            <a:spAutoFit/>
          </a:bodyPr>
          <a:lstStyle/>
          <a:p>
            <a:pPr marL="237577">
              <a:spcBef>
                <a:spcPts val="309"/>
              </a:spcBef>
              <a:defRPr/>
            </a:pPr>
            <a:r>
              <a:rPr sz="20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sz="2000" b="1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15"/>
          <p:cNvSpPr txBox="1"/>
          <p:nvPr/>
        </p:nvSpPr>
        <p:spPr>
          <a:xfrm>
            <a:off x="2373312" y="4696360"/>
            <a:ext cx="4157662" cy="346814"/>
          </a:xfrm>
          <a:prstGeom prst="rect">
            <a:avLst/>
          </a:prstGeom>
          <a:ln w="28194">
            <a:solidFill>
              <a:srgbClr val="000000"/>
            </a:solidFill>
          </a:ln>
        </p:spPr>
        <p:txBody>
          <a:bodyPr lIns="0" tIns="38660" rIns="0" bIns="0">
            <a:spAutoFit/>
          </a:bodyPr>
          <a:lstStyle/>
          <a:p>
            <a:pPr marL="96376">
              <a:spcBef>
                <a:spcPts val="304"/>
              </a:spcBef>
              <a:defRPr/>
            </a:pPr>
            <a:r>
              <a:rPr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Bounds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16"/>
          <p:cNvSpPr txBox="1">
            <a:spLocks noChangeArrowheads="1"/>
          </p:cNvSpPr>
          <p:nvPr/>
        </p:nvSpPr>
        <p:spPr bwMode="auto">
          <a:xfrm>
            <a:off x="1687020" y="3528356"/>
            <a:ext cx="2421228" cy="348512"/>
          </a:xfrm>
          <a:prstGeom prst="rect">
            <a:avLst/>
          </a:prstGeom>
          <a:solidFill>
            <a:srgbClr val="D4F5F4"/>
          </a:solidFill>
          <a:ln w="28194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40341" rIns="0" bIns="0">
            <a:spAutoFit/>
          </a:bodyPr>
          <a:lstStyle>
            <a:lvl1pPr marL="106363" indent="3968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ts val="313"/>
              </a:spcBef>
              <a:buFont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Run-time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17"/>
          <p:cNvSpPr>
            <a:spLocks/>
          </p:cNvSpPr>
          <p:nvPr/>
        </p:nvSpPr>
        <p:spPr bwMode="auto">
          <a:xfrm>
            <a:off x="2753149" y="3876868"/>
            <a:ext cx="0" cy="808038"/>
          </a:xfrm>
          <a:custGeom>
            <a:avLst/>
            <a:gdLst>
              <a:gd name="T0" fmla="*/ 0 h 914400"/>
              <a:gd name="T1" fmla="*/ 557595 h 91440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noFill/>
          <a:ln w="2819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19"/>
          <p:cNvSpPr txBox="1"/>
          <p:nvPr/>
        </p:nvSpPr>
        <p:spPr>
          <a:xfrm>
            <a:off x="4279331" y="3528713"/>
            <a:ext cx="3160712" cy="348512"/>
          </a:xfrm>
          <a:prstGeom prst="rect">
            <a:avLst/>
          </a:prstGeom>
          <a:ln w="28194">
            <a:solidFill>
              <a:srgbClr val="000000"/>
            </a:solidFill>
          </a:ln>
        </p:spPr>
        <p:txBody>
          <a:bodyPr lIns="0" tIns="40341" rIns="0" bIns="0">
            <a:spAutoFit/>
          </a:bodyPr>
          <a:lstStyle/>
          <a:p>
            <a:pPr marL="395028">
              <a:spcBef>
                <a:spcPts val="318"/>
              </a:spcBef>
              <a:defRPr/>
            </a:pPr>
            <a:r>
              <a:rPr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0"/>
          <p:cNvSpPr>
            <a:spLocks/>
          </p:cNvSpPr>
          <p:nvPr/>
        </p:nvSpPr>
        <p:spPr bwMode="auto">
          <a:xfrm>
            <a:off x="5370848" y="3070551"/>
            <a:ext cx="0" cy="471488"/>
          </a:xfrm>
          <a:custGeom>
            <a:avLst/>
            <a:gdLst>
              <a:gd name="T0" fmla="*/ 0 h 533400"/>
              <a:gd name="T1" fmla="*/ 325629 h 53340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819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1"/>
          <p:cNvSpPr>
            <a:spLocks/>
          </p:cNvSpPr>
          <p:nvPr/>
        </p:nvSpPr>
        <p:spPr bwMode="auto">
          <a:xfrm>
            <a:off x="3348574" y="2845971"/>
            <a:ext cx="0" cy="688975"/>
          </a:xfrm>
          <a:custGeom>
            <a:avLst/>
            <a:gdLst>
              <a:gd name="T0" fmla="*/ 0 h 781050"/>
              <a:gd name="T1" fmla="*/ 472908 h 78105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/>
          <a:ln w="2819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bject 22"/>
          <p:cNvSpPr>
            <a:spLocks/>
          </p:cNvSpPr>
          <p:nvPr/>
        </p:nvSpPr>
        <p:spPr bwMode="auto">
          <a:xfrm>
            <a:off x="8096227" y="3070550"/>
            <a:ext cx="0" cy="1344612"/>
          </a:xfrm>
          <a:custGeom>
            <a:avLst/>
            <a:gdLst>
              <a:gd name="T0" fmla="*/ 0 h 1524000"/>
              <a:gd name="T1" fmla="*/ 923493 h 152400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2819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bject 23"/>
          <p:cNvSpPr txBox="1">
            <a:spLocks noChangeArrowheads="1"/>
          </p:cNvSpPr>
          <p:nvPr/>
        </p:nvSpPr>
        <p:spPr bwMode="auto">
          <a:xfrm>
            <a:off x="8662987" y="3277082"/>
            <a:ext cx="1867727" cy="305061"/>
          </a:xfrm>
          <a:prstGeom prst="rect">
            <a:avLst/>
          </a:prstGeom>
          <a:noFill/>
          <a:ln w="2819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58271" rIns="0" bIns="0">
            <a:spAutoFit/>
          </a:bodyPr>
          <a:lstStyle>
            <a:lvl1pPr marL="290513" indent="-1778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ts val="463"/>
              </a:spcBef>
              <a:buFont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Linkage  Error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bject 24"/>
          <p:cNvSpPr>
            <a:spLocks/>
          </p:cNvSpPr>
          <p:nvPr/>
        </p:nvSpPr>
        <p:spPr bwMode="auto">
          <a:xfrm>
            <a:off x="9005910" y="2868938"/>
            <a:ext cx="0" cy="403225"/>
          </a:xfrm>
          <a:custGeom>
            <a:avLst/>
            <a:gdLst>
              <a:gd name="T0" fmla="*/ 0 h 457200"/>
              <a:gd name="T1" fmla="*/ 276612 h 45720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2819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34" name="object 4"/>
          <p:cNvSpPr txBox="1">
            <a:spLocks noGrp="1"/>
          </p:cNvSpPr>
          <p:nvPr>
            <p:ph type="title"/>
          </p:nvPr>
        </p:nvSpPr>
        <p:spPr>
          <a:xfrm>
            <a:off x="2628515" y="222857"/>
            <a:ext cx="2959465" cy="424732"/>
          </a:xfr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rtlCol="0">
            <a:spAutoFit/>
          </a:bodyPr>
          <a:lstStyle/>
          <a:p>
            <a:pPr eaLnBrk="0" hangingPunct="0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Throwable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  <a:endParaRPr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7082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7" name="object 4"/>
          <p:cNvSpPr txBox="1">
            <a:spLocks noGrp="1"/>
          </p:cNvSpPr>
          <p:nvPr>
            <p:ph type="title"/>
          </p:nvPr>
        </p:nvSpPr>
        <p:spPr>
          <a:xfrm>
            <a:off x="2628515" y="222857"/>
            <a:ext cx="2959465" cy="424732"/>
          </a:xfr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rtlCol="0">
            <a:spAutoFit/>
          </a:bodyPr>
          <a:lstStyle/>
          <a:p>
            <a:pPr eaLnBrk="0" hangingPunct="0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Throwable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  <a:endParaRPr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100" y="672610"/>
            <a:ext cx="115443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 </a:t>
            </a:r>
            <a:r>
              <a:rPr lang="en-US" sz="2000" b="1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 </a:t>
            </a: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used by the Java run-time system (JVM) to indicate errors that are associated with the run-time environment (JRE). </a:t>
            </a:r>
            <a:r>
              <a:rPr lang="en-US" sz="2000" dirty="0" err="1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StackOverflowError</a:t>
            </a: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example of such an error. </a:t>
            </a:r>
            <a:endParaRPr lang="en-US" sz="2000" dirty="0" smtClean="0">
              <a:solidFill>
                <a:srgbClr val="4A4A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Whereas</a:t>
            </a: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 </a:t>
            </a: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used for exceptional conditions that user programs should catch. </a:t>
            </a:r>
            <a:r>
              <a:rPr lang="en-US" sz="2000" dirty="0" err="1" smtClean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NullPointerException</a:t>
            </a:r>
            <a:r>
              <a:rPr lang="en-US" sz="2000" dirty="0" smtClean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 example of such an exception.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454847"/>
              </p:ext>
            </p:extLst>
          </p:nvPr>
        </p:nvGraphicFramePr>
        <p:xfrm>
          <a:off x="533400" y="2819400"/>
          <a:ext cx="10972799" cy="2286000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820396"/>
                <a:gridCol w="4970803"/>
                <a:gridCol w="5181600"/>
              </a:tblGrid>
              <a:tr h="36982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Errors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Exceptions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Impossible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recover from an error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Possible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recover from exceptions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430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Errors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 of type ‘unchecked’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Exceptions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either </a:t>
                      </a:r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‘checked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 or ‘unchecked’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Occur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runtime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occur at compile time or run time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Caused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 the application running environment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Caused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 the application itself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3759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8" name="object 4"/>
          <p:cNvSpPr txBox="1">
            <a:spLocks/>
          </p:cNvSpPr>
          <p:nvPr/>
        </p:nvSpPr>
        <p:spPr bwMode="auto">
          <a:xfrm>
            <a:off x="2628515" y="222857"/>
            <a:ext cx="2691121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Types of Exceptions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7696200" y="716675"/>
            <a:ext cx="304800" cy="503792"/>
            <a:chOff x="6323013" y="2017713"/>
            <a:chExt cx="130175" cy="533400"/>
          </a:xfrm>
        </p:grpSpPr>
        <p:sp>
          <p:nvSpPr>
            <p:cNvPr id="10" name="object 2"/>
            <p:cNvSpPr>
              <a:spLocks/>
            </p:cNvSpPr>
            <p:nvPr/>
          </p:nvSpPr>
          <p:spPr bwMode="auto">
            <a:xfrm>
              <a:off x="6388100" y="2017713"/>
              <a:ext cx="0" cy="404812"/>
            </a:xfrm>
            <a:custGeom>
              <a:avLst/>
              <a:gdLst>
                <a:gd name="T0" fmla="*/ 0 h 459739"/>
                <a:gd name="T1" fmla="*/ 276209 h 459739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459739">
                  <a:moveTo>
                    <a:pt x="0" y="0"/>
                  </a:moveTo>
                  <a:lnTo>
                    <a:pt x="0" y="459485"/>
                  </a:lnTo>
                </a:path>
              </a:pathLst>
            </a:custGeom>
            <a:noFill/>
            <a:ln w="2819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3"/>
            <p:cNvSpPr>
              <a:spLocks/>
            </p:cNvSpPr>
            <p:nvPr/>
          </p:nvSpPr>
          <p:spPr bwMode="auto">
            <a:xfrm>
              <a:off x="6323013" y="2420938"/>
              <a:ext cx="130175" cy="130175"/>
            </a:xfrm>
            <a:custGeom>
              <a:avLst/>
              <a:gdLst>
                <a:gd name="T0" fmla="*/ 89656 w 147320"/>
                <a:gd name="T1" fmla="*/ 0 h 147319"/>
                <a:gd name="T2" fmla="*/ 0 w 147320"/>
                <a:gd name="T3" fmla="*/ 0 h 147319"/>
                <a:gd name="T4" fmla="*/ 44595 w 147320"/>
                <a:gd name="T5" fmla="*/ 89657 h 147319"/>
                <a:gd name="T6" fmla="*/ 89656 w 147320"/>
                <a:gd name="T7" fmla="*/ 0 h 1473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7320" h="147319">
                  <a:moveTo>
                    <a:pt x="147066" y="0"/>
                  </a:moveTo>
                  <a:lnTo>
                    <a:pt x="0" y="0"/>
                  </a:lnTo>
                  <a:lnTo>
                    <a:pt x="73151" y="147066"/>
                  </a:lnTo>
                  <a:lnTo>
                    <a:pt x="1470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object 5"/>
          <p:cNvSpPr txBox="1"/>
          <p:nvPr/>
        </p:nvSpPr>
        <p:spPr>
          <a:xfrm>
            <a:off x="7647809" y="260458"/>
            <a:ext cx="2196405" cy="449558"/>
          </a:xfrm>
          <a:prstGeom prst="rect">
            <a:avLst/>
          </a:prstGeom>
          <a:solidFill>
            <a:srgbClr val="FFE7FF"/>
          </a:solidFill>
          <a:ln w="28194">
            <a:solidFill>
              <a:srgbClr val="000000"/>
            </a:solidFill>
          </a:ln>
        </p:spPr>
        <p:txBody>
          <a:bodyPr wrap="square" lIns="0" tIns="18490" rIns="0" bIns="0">
            <a:spAutoFit/>
          </a:bodyPr>
          <a:lstStyle/>
          <a:p>
            <a:pPr marL="324000" algn="just">
              <a:spcBef>
                <a:spcPts val="0"/>
              </a:spcBef>
              <a:defRPr/>
            </a:pPr>
            <a:r>
              <a:rPr lang="en-US" sz="28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138192" y="1130571"/>
            <a:ext cx="3352800" cy="644577"/>
            <a:chOff x="3244235" y="2160111"/>
            <a:chExt cx="2596356" cy="765017"/>
          </a:xfrm>
        </p:grpSpPr>
        <p:grpSp>
          <p:nvGrpSpPr>
            <p:cNvPr id="14" name="Group 13"/>
            <p:cNvGrpSpPr/>
            <p:nvPr/>
          </p:nvGrpSpPr>
          <p:grpSpPr>
            <a:xfrm>
              <a:off x="3244235" y="2160111"/>
              <a:ext cx="2596356" cy="765017"/>
              <a:chOff x="3244235" y="2160111"/>
              <a:chExt cx="2596356" cy="765017"/>
            </a:xfrm>
          </p:grpSpPr>
          <p:sp>
            <p:nvSpPr>
              <p:cNvPr id="16" name="object 6"/>
              <p:cNvSpPr>
                <a:spLocks/>
              </p:cNvSpPr>
              <p:nvPr/>
            </p:nvSpPr>
            <p:spPr bwMode="auto">
              <a:xfrm>
                <a:off x="3252966" y="2160111"/>
                <a:ext cx="2587625" cy="765017"/>
              </a:xfrm>
              <a:custGeom>
                <a:avLst/>
                <a:gdLst>
                  <a:gd name="T0" fmla="*/ 1772024 w 2933700"/>
                  <a:gd name="T1" fmla="*/ 314208 h 1140460"/>
                  <a:gd name="T2" fmla="*/ 1743934 w 2933700"/>
                  <a:gd name="T3" fmla="*/ 253685 h 1140460"/>
                  <a:gd name="T4" fmla="*/ 1690159 w 2933700"/>
                  <a:gd name="T5" fmla="*/ 197349 h 1140460"/>
                  <a:gd name="T6" fmla="*/ 1634482 w 2933700"/>
                  <a:gd name="T7" fmla="*/ 158429 h 1140460"/>
                  <a:gd name="T8" fmla="*/ 1590644 w 2933700"/>
                  <a:gd name="T9" fmla="*/ 134293 h 1140460"/>
                  <a:gd name="T10" fmla="*/ 1541794 w 2933700"/>
                  <a:gd name="T11" fmla="*/ 111748 h 1140460"/>
                  <a:gd name="T12" fmla="*/ 1488249 w 2933700"/>
                  <a:gd name="T13" fmla="*/ 90915 h 1140460"/>
                  <a:gd name="T14" fmla="*/ 1430321 w 2933700"/>
                  <a:gd name="T15" fmla="*/ 71914 h 1140460"/>
                  <a:gd name="T16" fmla="*/ 1368325 w 2933700"/>
                  <a:gd name="T17" fmla="*/ 54866 h 1140460"/>
                  <a:gd name="T18" fmla="*/ 1302573 w 2933700"/>
                  <a:gd name="T19" fmla="*/ 39892 h 1140460"/>
                  <a:gd name="T20" fmla="*/ 1233379 w 2933700"/>
                  <a:gd name="T21" fmla="*/ 27112 h 1140460"/>
                  <a:gd name="T22" fmla="*/ 1161058 w 2933700"/>
                  <a:gd name="T23" fmla="*/ 16648 h 1140460"/>
                  <a:gd name="T24" fmla="*/ 1085922 w 2933700"/>
                  <a:gd name="T25" fmla="*/ 8620 h 1140460"/>
                  <a:gd name="T26" fmla="*/ 1008285 w 2933700"/>
                  <a:gd name="T27" fmla="*/ 3148 h 1140460"/>
                  <a:gd name="T28" fmla="*/ 928461 w 2933700"/>
                  <a:gd name="T29" fmla="*/ 354 h 1140460"/>
                  <a:gd name="T30" fmla="*/ 847155 w 2933700"/>
                  <a:gd name="T31" fmla="*/ 354 h 1140460"/>
                  <a:gd name="T32" fmla="*/ 767271 w 2933700"/>
                  <a:gd name="T33" fmla="*/ 3148 h 1140460"/>
                  <a:gd name="T34" fmla="*/ 689589 w 2933700"/>
                  <a:gd name="T35" fmla="*/ 8620 h 1140460"/>
                  <a:gd name="T36" fmla="*/ 614420 w 2933700"/>
                  <a:gd name="T37" fmla="*/ 16648 h 1140460"/>
                  <a:gd name="T38" fmla="*/ 542078 w 2933700"/>
                  <a:gd name="T39" fmla="*/ 27112 h 1140460"/>
                  <a:gd name="T40" fmla="*/ 472876 w 2933700"/>
                  <a:gd name="T41" fmla="*/ 39892 h 1140460"/>
                  <a:gd name="T42" fmla="*/ 407124 w 2933700"/>
                  <a:gd name="T43" fmla="*/ 54866 h 1140460"/>
                  <a:gd name="T44" fmla="*/ 345134 w 2933700"/>
                  <a:gd name="T45" fmla="*/ 71914 h 1140460"/>
                  <a:gd name="T46" fmla="*/ 287221 w 2933700"/>
                  <a:gd name="T47" fmla="*/ 90915 h 1140460"/>
                  <a:gd name="T48" fmla="*/ 233697 w 2933700"/>
                  <a:gd name="T49" fmla="*/ 111748 h 1140460"/>
                  <a:gd name="T50" fmla="*/ 184870 w 2933700"/>
                  <a:gd name="T51" fmla="*/ 134293 h 1140460"/>
                  <a:gd name="T52" fmla="*/ 141057 w 2933700"/>
                  <a:gd name="T53" fmla="*/ 158429 h 1140460"/>
                  <a:gd name="T54" fmla="*/ 85416 w 2933700"/>
                  <a:gd name="T55" fmla="*/ 197349 h 1140460"/>
                  <a:gd name="T56" fmla="*/ 31686 w 2933700"/>
                  <a:gd name="T57" fmla="*/ 253685 h 1140460"/>
                  <a:gd name="T58" fmla="*/ 3624 w 2933700"/>
                  <a:gd name="T59" fmla="*/ 314208 h 1140460"/>
                  <a:gd name="T60" fmla="*/ 912 w 2933700"/>
                  <a:gd name="T61" fmla="*/ 361560 h 1140460"/>
                  <a:gd name="T62" fmla="*/ 22167 w 2933700"/>
                  <a:gd name="T63" fmla="*/ 422875 h 1140460"/>
                  <a:gd name="T64" fmla="*/ 69714 w 2933700"/>
                  <a:gd name="T65" fmla="*/ 480295 h 1140460"/>
                  <a:gd name="T66" fmla="*/ 141057 w 2933700"/>
                  <a:gd name="T67" fmla="*/ 532845 h 1140460"/>
                  <a:gd name="T68" fmla="*/ 184870 w 2933700"/>
                  <a:gd name="T69" fmla="*/ 556988 h 1140460"/>
                  <a:gd name="T70" fmla="*/ 233697 w 2933700"/>
                  <a:gd name="T71" fmla="*/ 579547 h 1140460"/>
                  <a:gd name="T72" fmla="*/ 287221 w 2933700"/>
                  <a:gd name="T73" fmla="*/ 600399 h 1140460"/>
                  <a:gd name="T74" fmla="*/ 345134 w 2933700"/>
                  <a:gd name="T75" fmla="*/ 619423 h 1140460"/>
                  <a:gd name="T76" fmla="*/ 407124 w 2933700"/>
                  <a:gd name="T77" fmla="*/ 636496 h 1140460"/>
                  <a:gd name="T78" fmla="*/ 472876 w 2933700"/>
                  <a:gd name="T79" fmla="*/ 651496 h 1140460"/>
                  <a:gd name="T80" fmla="*/ 542078 w 2933700"/>
                  <a:gd name="T81" fmla="*/ 664300 h 1140460"/>
                  <a:gd name="T82" fmla="*/ 614420 w 2933700"/>
                  <a:gd name="T83" fmla="*/ 674787 h 1140460"/>
                  <a:gd name="T84" fmla="*/ 689589 w 2933700"/>
                  <a:gd name="T85" fmla="*/ 682836 h 1140460"/>
                  <a:gd name="T86" fmla="*/ 767271 w 2933700"/>
                  <a:gd name="T87" fmla="*/ 688320 h 1140460"/>
                  <a:gd name="T88" fmla="*/ 847155 w 2933700"/>
                  <a:gd name="T89" fmla="*/ 691122 h 1140460"/>
                  <a:gd name="T90" fmla="*/ 928461 w 2933700"/>
                  <a:gd name="T91" fmla="*/ 691122 h 1140460"/>
                  <a:gd name="T92" fmla="*/ 1008285 w 2933700"/>
                  <a:gd name="T93" fmla="*/ 688320 h 1140460"/>
                  <a:gd name="T94" fmla="*/ 1085922 w 2933700"/>
                  <a:gd name="T95" fmla="*/ 682836 h 1140460"/>
                  <a:gd name="T96" fmla="*/ 1161058 w 2933700"/>
                  <a:gd name="T97" fmla="*/ 674787 h 1140460"/>
                  <a:gd name="T98" fmla="*/ 1233379 w 2933700"/>
                  <a:gd name="T99" fmla="*/ 664300 h 1140460"/>
                  <a:gd name="T100" fmla="*/ 1302573 w 2933700"/>
                  <a:gd name="T101" fmla="*/ 651496 h 1140460"/>
                  <a:gd name="T102" fmla="*/ 1368325 w 2933700"/>
                  <a:gd name="T103" fmla="*/ 636496 h 1140460"/>
                  <a:gd name="T104" fmla="*/ 1430321 w 2933700"/>
                  <a:gd name="T105" fmla="*/ 619423 h 1140460"/>
                  <a:gd name="T106" fmla="*/ 1488249 w 2933700"/>
                  <a:gd name="T107" fmla="*/ 600399 h 1140460"/>
                  <a:gd name="T108" fmla="*/ 1541794 w 2933700"/>
                  <a:gd name="T109" fmla="*/ 579547 h 1140460"/>
                  <a:gd name="T110" fmla="*/ 1590644 w 2933700"/>
                  <a:gd name="T111" fmla="*/ 556988 h 1140460"/>
                  <a:gd name="T112" fmla="*/ 1634482 w 2933700"/>
                  <a:gd name="T113" fmla="*/ 532845 h 1140460"/>
                  <a:gd name="T114" fmla="*/ 1690159 w 2933700"/>
                  <a:gd name="T115" fmla="*/ 493927 h 1140460"/>
                  <a:gd name="T116" fmla="*/ 1743934 w 2933700"/>
                  <a:gd name="T117" fmla="*/ 437632 h 1140460"/>
                  <a:gd name="T118" fmla="*/ 1772024 w 2933700"/>
                  <a:gd name="T119" fmla="*/ 377201 h 114046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933700" h="1140460">
                    <a:moveTo>
                      <a:pt x="2933699" y="569976"/>
                    </a:moveTo>
                    <a:lnTo>
                      <a:pt x="2927704" y="517995"/>
                    </a:lnTo>
                    <a:lnTo>
                      <a:pt x="2910063" y="467343"/>
                    </a:lnTo>
                    <a:lnTo>
                      <a:pt x="2881294" y="418218"/>
                    </a:lnTo>
                    <a:lnTo>
                      <a:pt x="2841917" y="370819"/>
                    </a:lnTo>
                    <a:lnTo>
                      <a:pt x="2792448" y="325345"/>
                    </a:lnTo>
                    <a:lnTo>
                      <a:pt x="2733406" y="281996"/>
                    </a:lnTo>
                    <a:lnTo>
                      <a:pt x="2700458" y="261180"/>
                    </a:lnTo>
                    <a:lnTo>
                      <a:pt x="2665310" y="240971"/>
                    </a:lnTo>
                    <a:lnTo>
                      <a:pt x="2628029" y="221391"/>
                    </a:lnTo>
                    <a:lnTo>
                      <a:pt x="2588678" y="202468"/>
                    </a:lnTo>
                    <a:lnTo>
                      <a:pt x="2547322" y="184225"/>
                    </a:lnTo>
                    <a:lnTo>
                      <a:pt x="2504027" y="166687"/>
                    </a:lnTo>
                    <a:lnTo>
                      <a:pt x="2458856" y="149880"/>
                    </a:lnTo>
                    <a:lnTo>
                      <a:pt x="2411876" y="133827"/>
                    </a:lnTo>
                    <a:lnTo>
                      <a:pt x="2363150" y="118555"/>
                    </a:lnTo>
                    <a:lnTo>
                      <a:pt x="2312743" y="104087"/>
                    </a:lnTo>
                    <a:lnTo>
                      <a:pt x="2260720" y="90450"/>
                    </a:lnTo>
                    <a:lnTo>
                      <a:pt x="2207147" y="77667"/>
                    </a:lnTo>
                    <a:lnTo>
                      <a:pt x="2152086" y="65764"/>
                    </a:lnTo>
                    <a:lnTo>
                      <a:pt x="2095605" y="54765"/>
                    </a:lnTo>
                    <a:lnTo>
                      <a:pt x="2037766" y="44696"/>
                    </a:lnTo>
                    <a:lnTo>
                      <a:pt x="1978635" y="35580"/>
                    </a:lnTo>
                    <a:lnTo>
                      <a:pt x="1918278" y="27444"/>
                    </a:lnTo>
                    <a:lnTo>
                      <a:pt x="1856757" y="20312"/>
                    </a:lnTo>
                    <a:lnTo>
                      <a:pt x="1794139" y="14209"/>
                    </a:lnTo>
                    <a:lnTo>
                      <a:pt x="1730488" y="9160"/>
                    </a:lnTo>
                    <a:lnTo>
                      <a:pt x="1665869" y="5190"/>
                    </a:lnTo>
                    <a:lnTo>
                      <a:pt x="1600346" y="2323"/>
                    </a:lnTo>
                    <a:lnTo>
                      <a:pt x="1533985" y="584"/>
                    </a:lnTo>
                    <a:lnTo>
                      <a:pt x="1466849" y="0"/>
                    </a:lnTo>
                    <a:lnTo>
                      <a:pt x="1399654" y="584"/>
                    </a:lnTo>
                    <a:lnTo>
                      <a:pt x="1333240" y="2323"/>
                    </a:lnTo>
                    <a:lnTo>
                      <a:pt x="1267670" y="5190"/>
                    </a:lnTo>
                    <a:lnTo>
                      <a:pt x="1203010" y="9160"/>
                    </a:lnTo>
                    <a:lnTo>
                      <a:pt x="1139325" y="14209"/>
                    </a:lnTo>
                    <a:lnTo>
                      <a:pt x="1076677" y="20312"/>
                    </a:lnTo>
                    <a:lnTo>
                      <a:pt x="1015133" y="27444"/>
                    </a:lnTo>
                    <a:lnTo>
                      <a:pt x="954756" y="35580"/>
                    </a:lnTo>
                    <a:lnTo>
                      <a:pt x="895611" y="44696"/>
                    </a:lnTo>
                    <a:lnTo>
                      <a:pt x="837763" y="54765"/>
                    </a:lnTo>
                    <a:lnTo>
                      <a:pt x="781276" y="65764"/>
                    </a:lnTo>
                    <a:lnTo>
                      <a:pt x="726214" y="77667"/>
                    </a:lnTo>
                    <a:lnTo>
                      <a:pt x="672642" y="90450"/>
                    </a:lnTo>
                    <a:lnTo>
                      <a:pt x="620624" y="104087"/>
                    </a:lnTo>
                    <a:lnTo>
                      <a:pt x="570225" y="118555"/>
                    </a:lnTo>
                    <a:lnTo>
                      <a:pt x="521510" y="133827"/>
                    </a:lnTo>
                    <a:lnTo>
                      <a:pt x="474542" y="149880"/>
                    </a:lnTo>
                    <a:lnTo>
                      <a:pt x="429386" y="166687"/>
                    </a:lnTo>
                    <a:lnTo>
                      <a:pt x="386108" y="184225"/>
                    </a:lnTo>
                    <a:lnTo>
                      <a:pt x="344771" y="202468"/>
                    </a:lnTo>
                    <a:lnTo>
                      <a:pt x="305439" y="221391"/>
                    </a:lnTo>
                    <a:lnTo>
                      <a:pt x="268178" y="240971"/>
                    </a:lnTo>
                    <a:lnTo>
                      <a:pt x="233051" y="261180"/>
                    </a:lnTo>
                    <a:lnTo>
                      <a:pt x="200123" y="281996"/>
                    </a:lnTo>
                    <a:lnTo>
                      <a:pt x="141124" y="325345"/>
                    </a:lnTo>
                    <a:lnTo>
                      <a:pt x="91695" y="370819"/>
                    </a:lnTo>
                    <a:lnTo>
                      <a:pt x="52352" y="418218"/>
                    </a:lnTo>
                    <a:lnTo>
                      <a:pt x="23611" y="467343"/>
                    </a:lnTo>
                    <a:lnTo>
                      <a:pt x="5988" y="517995"/>
                    </a:lnTo>
                    <a:lnTo>
                      <a:pt x="0" y="569976"/>
                    </a:lnTo>
                    <a:lnTo>
                      <a:pt x="1507" y="596059"/>
                    </a:lnTo>
                    <a:lnTo>
                      <a:pt x="13378" y="647300"/>
                    </a:lnTo>
                    <a:lnTo>
                      <a:pt x="36624" y="697139"/>
                    </a:lnTo>
                    <a:lnTo>
                      <a:pt x="70730" y="745373"/>
                    </a:lnTo>
                    <a:lnTo>
                      <a:pt x="115181" y="791801"/>
                    </a:lnTo>
                    <a:lnTo>
                      <a:pt x="169459" y="836222"/>
                    </a:lnTo>
                    <a:lnTo>
                      <a:pt x="233051" y="878434"/>
                    </a:lnTo>
                    <a:lnTo>
                      <a:pt x="268178" y="898648"/>
                    </a:lnTo>
                    <a:lnTo>
                      <a:pt x="305439" y="918236"/>
                    </a:lnTo>
                    <a:lnTo>
                      <a:pt x="344771" y="937170"/>
                    </a:lnTo>
                    <a:lnTo>
                      <a:pt x="386108" y="955426"/>
                    </a:lnTo>
                    <a:lnTo>
                      <a:pt x="429386" y="972978"/>
                    </a:lnTo>
                    <a:lnTo>
                      <a:pt x="474542" y="989802"/>
                    </a:lnTo>
                    <a:lnTo>
                      <a:pt x="521510" y="1005873"/>
                    </a:lnTo>
                    <a:lnTo>
                      <a:pt x="570225" y="1021165"/>
                    </a:lnTo>
                    <a:lnTo>
                      <a:pt x="620624" y="1035652"/>
                    </a:lnTo>
                    <a:lnTo>
                      <a:pt x="672642" y="1049311"/>
                    </a:lnTo>
                    <a:lnTo>
                      <a:pt x="726214" y="1062115"/>
                    </a:lnTo>
                    <a:lnTo>
                      <a:pt x="781276" y="1074039"/>
                    </a:lnTo>
                    <a:lnTo>
                      <a:pt x="837763" y="1085059"/>
                    </a:lnTo>
                    <a:lnTo>
                      <a:pt x="895611" y="1095148"/>
                    </a:lnTo>
                    <a:lnTo>
                      <a:pt x="954756" y="1104283"/>
                    </a:lnTo>
                    <a:lnTo>
                      <a:pt x="1015133" y="1112437"/>
                    </a:lnTo>
                    <a:lnTo>
                      <a:pt x="1076677" y="1119586"/>
                    </a:lnTo>
                    <a:lnTo>
                      <a:pt x="1139325" y="1125704"/>
                    </a:lnTo>
                    <a:lnTo>
                      <a:pt x="1203010" y="1130766"/>
                    </a:lnTo>
                    <a:lnTo>
                      <a:pt x="1267670" y="1134747"/>
                    </a:lnTo>
                    <a:lnTo>
                      <a:pt x="1333240" y="1137621"/>
                    </a:lnTo>
                    <a:lnTo>
                      <a:pt x="1399654" y="1139365"/>
                    </a:lnTo>
                    <a:lnTo>
                      <a:pt x="1466849" y="1139952"/>
                    </a:lnTo>
                    <a:lnTo>
                      <a:pt x="1533985" y="1139365"/>
                    </a:lnTo>
                    <a:lnTo>
                      <a:pt x="1600346" y="1137621"/>
                    </a:lnTo>
                    <a:lnTo>
                      <a:pt x="1665869" y="1134747"/>
                    </a:lnTo>
                    <a:lnTo>
                      <a:pt x="1730488" y="1130766"/>
                    </a:lnTo>
                    <a:lnTo>
                      <a:pt x="1794139" y="1125704"/>
                    </a:lnTo>
                    <a:lnTo>
                      <a:pt x="1856757" y="1119586"/>
                    </a:lnTo>
                    <a:lnTo>
                      <a:pt x="1918278" y="1112437"/>
                    </a:lnTo>
                    <a:lnTo>
                      <a:pt x="1978635" y="1104283"/>
                    </a:lnTo>
                    <a:lnTo>
                      <a:pt x="2037766" y="1095148"/>
                    </a:lnTo>
                    <a:lnTo>
                      <a:pt x="2095605" y="1085059"/>
                    </a:lnTo>
                    <a:lnTo>
                      <a:pt x="2152086" y="1074039"/>
                    </a:lnTo>
                    <a:lnTo>
                      <a:pt x="2207147" y="1062115"/>
                    </a:lnTo>
                    <a:lnTo>
                      <a:pt x="2260720" y="1049311"/>
                    </a:lnTo>
                    <a:lnTo>
                      <a:pt x="2312743" y="1035652"/>
                    </a:lnTo>
                    <a:lnTo>
                      <a:pt x="2363150" y="1021165"/>
                    </a:lnTo>
                    <a:lnTo>
                      <a:pt x="2411876" y="1005873"/>
                    </a:lnTo>
                    <a:lnTo>
                      <a:pt x="2458856" y="989802"/>
                    </a:lnTo>
                    <a:lnTo>
                      <a:pt x="2504027" y="972978"/>
                    </a:lnTo>
                    <a:lnTo>
                      <a:pt x="2547322" y="955426"/>
                    </a:lnTo>
                    <a:lnTo>
                      <a:pt x="2588678" y="937170"/>
                    </a:lnTo>
                    <a:lnTo>
                      <a:pt x="2628029" y="918236"/>
                    </a:lnTo>
                    <a:lnTo>
                      <a:pt x="2665310" y="898648"/>
                    </a:lnTo>
                    <a:lnTo>
                      <a:pt x="2700458" y="878434"/>
                    </a:lnTo>
                    <a:lnTo>
                      <a:pt x="2733406" y="857616"/>
                    </a:lnTo>
                    <a:lnTo>
                      <a:pt x="2792448" y="814275"/>
                    </a:lnTo>
                    <a:lnTo>
                      <a:pt x="2841917" y="768825"/>
                    </a:lnTo>
                    <a:lnTo>
                      <a:pt x="2881294" y="721469"/>
                    </a:lnTo>
                    <a:lnTo>
                      <a:pt x="2910063" y="672408"/>
                    </a:lnTo>
                    <a:lnTo>
                      <a:pt x="2927704" y="621843"/>
                    </a:lnTo>
                    <a:lnTo>
                      <a:pt x="2933699" y="569976"/>
                    </a:lnTo>
                    <a:close/>
                  </a:path>
                </a:pathLst>
              </a:custGeom>
              <a:solidFill>
                <a:srgbClr val="CC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object 7"/>
              <p:cNvSpPr>
                <a:spLocks/>
              </p:cNvSpPr>
              <p:nvPr/>
            </p:nvSpPr>
            <p:spPr bwMode="auto">
              <a:xfrm>
                <a:off x="3244235" y="2172518"/>
                <a:ext cx="2587625" cy="752610"/>
              </a:xfrm>
              <a:custGeom>
                <a:avLst/>
                <a:gdLst>
                  <a:gd name="T0" fmla="*/ 1772024 w 2933700"/>
                  <a:gd name="T1" fmla="*/ 314208 h 1140460"/>
                  <a:gd name="T2" fmla="*/ 1743934 w 2933700"/>
                  <a:gd name="T3" fmla="*/ 253685 h 1140460"/>
                  <a:gd name="T4" fmla="*/ 1690159 w 2933700"/>
                  <a:gd name="T5" fmla="*/ 197349 h 1140460"/>
                  <a:gd name="T6" fmla="*/ 1634482 w 2933700"/>
                  <a:gd name="T7" fmla="*/ 158429 h 1140460"/>
                  <a:gd name="T8" fmla="*/ 1590644 w 2933700"/>
                  <a:gd name="T9" fmla="*/ 134293 h 1140460"/>
                  <a:gd name="T10" fmla="*/ 1541794 w 2933700"/>
                  <a:gd name="T11" fmla="*/ 111748 h 1140460"/>
                  <a:gd name="T12" fmla="*/ 1488249 w 2933700"/>
                  <a:gd name="T13" fmla="*/ 90915 h 1140460"/>
                  <a:gd name="T14" fmla="*/ 1430321 w 2933700"/>
                  <a:gd name="T15" fmla="*/ 71914 h 1140460"/>
                  <a:gd name="T16" fmla="*/ 1368325 w 2933700"/>
                  <a:gd name="T17" fmla="*/ 54866 h 1140460"/>
                  <a:gd name="T18" fmla="*/ 1302573 w 2933700"/>
                  <a:gd name="T19" fmla="*/ 39892 h 1140460"/>
                  <a:gd name="T20" fmla="*/ 1233379 w 2933700"/>
                  <a:gd name="T21" fmla="*/ 27112 h 1140460"/>
                  <a:gd name="T22" fmla="*/ 1161058 w 2933700"/>
                  <a:gd name="T23" fmla="*/ 16648 h 1140460"/>
                  <a:gd name="T24" fmla="*/ 1085922 w 2933700"/>
                  <a:gd name="T25" fmla="*/ 8620 h 1140460"/>
                  <a:gd name="T26" fmla="*/ 1008285 w 2933700"/>
                  <a:gd name="T27" fmla="*/ 3148 h 1140460"/>
                  <a:gd name="T28" fmla="*/ 928461 w 2933700"/>
                  <a:gd name="T29" fmla="*/ 354 h 1140460"/>
                  <a:gd name="T30" fmla="*/ 847155 w 2933700"/>
                  <a:gd name="T31" fmla="*/ 354 h 1140460"/>
                  <a:gd name="T32" fmla="*/ 767271 w 2933700"/>
                  <a:gd name="T33" fmla="*/ 3148 h 1140460"/>
                  <a:gd name="T34" fmla="*/ 689589 w 2933700"/>
                  <a:gd name="T35" fmla="*/ 8620 h 1140460"/>
                  <a:gd name="T36" fmla="*/ 614420 w 2933700"/>
                  <a:gd name="T37" fmla="*/ 16648 h 1140460"/>
                  <a:gd name="T38" fmla="*/ 542078 w 2933700"/>
                  <a:gd name="T39" fmla="*/ 27112 h 1140460"/>
                  <a:gd name="T40" fmla="*/ 472876 w 2933700"/>
                  <a:gd name="T41" fmla="*/ 39892 h 1140460"/>
                  <a:gd name="T42" fmla="*/ 407124 w 2933700"/>
                  <a:gd name="T43" fmla="*/ 54866 h 1140460"/>
                  <a:gd name="T44" fmla="*/ 345134 w 2933700"/>
                  <a:gd name="T45" fmla="*/ 71914 h 1140460"/>
                  <a:gd name="T46" fmla="*/ 287221 w 2933700"/>
                  <a:gd name="T47" fmla="*/ 90915 h 1140460"/>
                  <a:gd name="T48" fmla="*/ 233697 w 2933700"/>
                  <a:gd name="T49" fmla="*/ 111748 h 1140460"/>
                  <a:gd name="T50" fmla="*/ 184870 w 2933700"/>
                  <a:gd name="T51" fmla="*/ 134293 h 1140460"/>
                  <a:gd name="T52" fmla="*/ 141057 w 2933700"/>
                  <a:gd name="T53" fmla="*/ 158429 h 1140460"/>
                  <a:gd name="T54" fmla="*/ 85416 w 2933700"/>
                  <a:gd name="T55" fmla="*/ 197349 h 1140460"/>
                  <a:gd name="T56" fmla="*/ 31686 w 2933700"/>
                  <a:gd name="T57" fmla="*/ 253685 h 1140460"/>
                  <a:gd name="T58" fmla="*/ 3624 w 2933700"/>
                  <a:gd name="T59" fmla="*/ 314208 h 1140460"/>
                  <a:gd name="T60" fmla="*/ 912 w 2933700"/>
                  <a:gd name="T61" fmla="*/ 361560 h 1140460"/>
                  <a:gd name="T62" fmla="*/ 22167 w 2933700"/>
                  <a:gd name="T63" fmla="*/ 422875 h 1140460"/>
                  <a:gd name="T64" fmla="*/ 69714 w 2933700"/>
                  <a:gd name="T65" fmla="*/ 480295 h 1140460"/>
                  <a:gd name="T66" fmla="*/ 141057 w 2933700"/>
                  <a:gd name="T67" fmla="*/ 532845 h 1140460"/>
                  <a:gd name="T68" fmla="*/ 184870 w 2933700"/>
                  <a:gd name="T69" fmla="*/ 556988 h 1140460"/>
                  <a:gd name="T70" fmla="*/ 233697 w 2933700"/>
                  <a:gd name="T71" fmla="*/ 579547 h 1140460"/>
                  <a:gd name="T72" fmla="*/ 287221 w 2933700"/>
                  <a:gd name="T73" fmla="*/ 600399 h 1140460"/>
                  <a:gd name="T74" fmla="*/ 345134 w 2933700"/>
                  <a:gd name="T75" fmla="*/ 619423 h 1140460"/>
                  <a:gd name="T76" fmla="*/ 407124 w 2933700"/>
                  <a:gd name="T77" fmla="*/ 636496 h 1140460"/>
                  <a:gd name="T78" fmla="*/ 472876 w 2933700"/>
                  <a:gd name="T79" fmla="*/ 651496 h 1140460"/>
                  <a:gd name="T80" fmla="*/ 542078 w 2933700"/>
                  <a:gd name="T81" fmla="*/ 664300 h 1140460"/>
                  <a:gd name="T82" fmla="*/ 614420 w 2933700"/>
                  <a:gd name="T83" fmla="*/ 674787 h 1140460"/>
                  <a:gd name="T84" fmla="*/ 689589 w 2933700"/>
                  <a:gd name="T85" fmla="*/ 682836 h 1140460"/>
                  <a:gd name="T86" fmla="*/ 767271 w 2933700"/>
                  <a:gd name="T87" fmla="*/ 688320 h 1140460"/>
                  <a:gd name="T88" fmla="*/ 847155 w 2933700"/>
                  <a:gd name="T89" fmla="*/ 691122 h 1140460"/>
                  <a:gd name="T90" fmla="*/ 928461 w 2933700"/>
                  <a:gd name="T91" fmla="*/ 691122 h 1140460"/>
                  <a:gd name="T92" fmla="*/ 1008285 w 2933700"/>
                  <a:gd name="T93" fmla="*/ 688320 h 1140460"/>
                  <a:gd name="T94" fmla="*/ 1085922 w 2933700"/>
                  <a:gd name="T95" fmla="*/ 682836 h 1140460"/>
                  <a:gd name="T96" fmla="*/ 1161058 w 2933700"/>
                  <a:gd name="T97" fmla="*/ 674787 h 1140460"/>
                  <a:gd name="T98" fmla="*/ 1233379 w 2933700"/>
                  <a:gd name="T99" fmla="*/ 664300 h 1140460"/>
                  <a:gd name="T100" fmla="*/ 1302573 w 2933700"/>
                  <a:gd name="T101" fmla="*/ 651496 h 1140460"/>
                  <a:gd name="T102" fmla="*/ 1368325 w 2933700"/>
                  <a:gd name="T103" fmla="*/ 636496 h 1140460"/>
                  <a:gd name="T104" fmla="*/ 1430321 w 2933700"/>
                  <a:gd name="T105" fmla="*/ 619423 h 1140460"/>
                  <a:gd name="T106" fmla="*/ 1488249 w 2933700"/>
                  <a:gd name="T107" fmla="*/ 600399 h 1140460"/>
                  <a:gd name="T108" fmla="*/ 1541794 w 2933700"/>
                  <a:gd name="T109" fmla="*/ 579547 h 1140460"/>
                  <a:gd name="T110" fmla="*/ 1590644 w 2933700"/>
                  <a:gd name="T111" fmla="*/ 556988 h 1140460"/>
                  <a:gd name="T112" fmla="*/ 1634482 w 2933700"/>
                  <a:gd name="T113" fmla="*/ 532845 h 1140460"/>
                  <a:gd name="T114" fmla="*/ 1690159 w 2933700"/>
                  <a:gd name="T115" fmla="*/ 493927 h 1140460"/>
                  <a:gd name="T116" fmla="*/ 1743934 w 2933700"/>
                  <a:gd name="T117" fmla="*/ 437632 h 1140460"/>
                  <a:gd name="T118" fmla="*/ 1772024 w 2933700"/>
                  <a:gd name="T119" fmla="*/ 377201 h 114046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933700" h="1140460">
                    <a:moveTo>
                      <a:pt x="2933699" y="569976"/>
                    </a:moveTo>
                    <a:lnTo>
                      <a:pt x="2927704" y="517995"/>
                    </a:lnTo>
                    <a:lnTo>
                      <a:pt x="2910063" y="467343"/>
                    </a:lnTo>
                    <a:lnTo>
                      <a:pt x="2881294" y="418218"/>
                    </a:lnTo>
                    <a:lnTo>
                      <a:pt x="2841917" y="370819"/>
                    </a:lnTo>
                    <a:lnTo>
                      <a:pt x="2792448" y="325345"/>
                    </a:lnTo>
                    <a:lnTo>
                      <a:pt x="2733406" y="281996"/>
                    </a:lnTo>
                    <a:lnTo>
                      <a:pt x="2700458" y="261180"/>
                    </a:lnTo>
                    <a:lnTo>
                      <a:pt x="2665310" y="240971"/>
                    </a:lnTo>
                    <a:lnTo>
                      <a:pt x="2628029" y="221391"/>
                    </a:lnTo>
                    <a:lnTo>
                      <a:pt x="2588678" y="202468"/>
                    </a:lnTo>
                    <a:lnTo>
                      <a:pt x="2547322" y="184225"/>
                    </a:lnTo>
                    <a:lnTo>
                      <a:pt x="2504027" y="166687"/>
                    </a:lnTo>
                    <a:lnTo>
                      <a:pt x="2458856" y="149880"/>
                    </a:lnTo>
                    <a:lnTo>
                      <a:pt x="2411876" y="133827"/>
                    </a:lnTo>
                    <a:lnTo>
                      <a:pt x="2363150" y="118555"/>
                    </a:lnTo>
                    <a:lnTo>
                      <a:pt x="2312743" y="104087"/>
                    </a:lnTo>
                    <a:lnTo>
                      <a:pt x="2260720" y="90450"/>
                    </a:lnTo>
                    <a:lnTo>
                      <a:pt x="2207147" y="77667"/>
                    </a:lnTo>
                    <a:lnTo>
                      <a:pt x="2152086" y="65764"/>
                    </a:lnTo>
                    <a:lnTo>
                      <a:pt x="2095605" y="54765"/>
                    </a:lnTo>
                    <a:lnTo>
                      <a:pt x="2037766" y="44696"/>
                    </a:lnTo>
                    <a:lnTo>
                      <a:pt x="1978635" y="35580"/>
                    </a:lnTo>
                    <a:lnTo>
                      <a:pt x="1918278" y="27444"/>
                    </a:lnTo>
                    <a:lnTo>
                      <a:pt x="1856757" y="20312"/>
                    </a:lnTo>
                    <a:lnTo>
                      <a:pt x="1794139" y="14209"/>
                    </a:lnTo>
                    <a:lnTo>
                      <a:pt x="1730488" y="9160"/>
                    </a:lnTo>
                    <a:lnTo>
                      <a:pt x="1665869" y="5190"/>
                    </a:lnTo>
                    <a:lnTo>
                      <a:pt x="1600346" y="2323"/>
                    </a:lnTo>
                    <a:lnTo>
                      <a:pt x="1533985" y="584"/>
                    </a:lnTo>
                    <a:lnTo>
                      <a:pt x="1466849" y="0"/>
                    </a:lnTo>
                    <a:lnTo>
                      <a:pt x="1399654" y="584"/>
                    </a:lnTo>
                    <a:lnTo>
                      <a:pt x="1333240" y="2323"/>
                    </a:lnTo>
                    <a:lnTo>
                      <a:pt x="1267670" y="5190"/>
                    </a:lnTo>
                    <a:lnTo>
                      <a:pt x="1203010" y="9160"/>
                    </a:lnTo>
                    <a:lnTo>
                      <a:pt x="1139325" y="14209"/>
                    </a:lnTo>
                    <a:lnTo>
                      <a:pt x="1076677" y="20312"/>
                    </a:lnTo>
                    <a:lnTo>
                      <a:pt x="1015133" y="27444"/>
                    </a:lnTo>
                    <a:lnTo>
                      <a:pt x="954756" y="35580"/>
                    </a:lnTo>
                    <a:lnTo>
                      <a:pt x="895611" y="44696"/>
                    </a:lnTo>
                    <a:lnTo>
                      <a:pt x="837763" y="54765"/>
                    </a:lnTo>
                    <a:lnTo>
                      <a:pt x="781276" y="65764"/>
                    </a:lnTo>
                    <a:lnTo>
                      <a:pt x="726214" y="77667"/>
                    </a:lnTo>
                    <a:lnTo>
                      <a:pt x="672642" y="90450"/>
                    </a:lnTo>
                    <a:lnTo>
                      <a:pt x="620624" y="104087"/>
                    </a:lnTo>
                    <a:lnTo>
                      <a:pt x="570225" y="118555"/>
                    </a:lnTo>
                    <a:lnTo>
                      <a:pt x="521510" y="133827"/>
                    </a:lnTo>
                    <a:lnTo>
                      <a:pt x="474542" y="149880"/>
                    </a:lnTo>
                    <a:lnTo>
                      <a:pt x="429386" y="166687"/>
                    </a:lnTo>
                    <a:lnTo>
                      <a:pt x="386108" y="184225"/>
                    </a:lnTo>
                    <a:lnTo>
                      <a:pt x="344771" y="202468"/>
                    </a:lnTo>
                    <a:lnTo>
                      <a:pt x="305439" y="221391"/>
                    </a:lnTo>
                    <a:lnTo>
                      <a:pt x="268178" y="240971"/>
                    </a:lnTo>
                    <a:lnTo>
                      <a:pt x="233051" y="261180"/>
                    </a:lnTo>
                    <a:lnTo>
                      <a:pt x="200123" y="281996"/>
                    </a:lnTo>
                    <a:lnTo>
                      <a:pt x="141124" y="325345"/>
                    </a:lnTo>
                    <a:lnTo>
                      <a:pt x="91695" y="370819"/>
                    </a:lnTo>
                    <a:lnTo>
                      <a:pt x="52352" y="418218"/>
                    </a:lnTo>
                    <a:lnTo>
                      <a:pt x="23611" y="467343"/>
                    </a:lnTo>
                    <a:lnTo>
                      <a:pt x="5988" y="517995"/>
                    </a:lnTo>
                    <a:lnTo>
                      <a:pt x="0" y="569976"/>
                    </a:lnTo>
                    <a:lnTo>
                      <a:pt x="1507" y="596059"/>
                    </a:lnTo>
                    <a:lnTo>
                      <a:pt x="13378" y="647300"/>
                    </a:lnTo>
                    <a:lnTo>
                      <a:pt x="36624" y="697139"/>
                    </a:lnTo>
                    <a:lnTo>
                      <a:pt x="70730" y="745373"/>
                    </a:lnTo>
                    <a:lnTo>
                      <a:pt x="115181" y="791801"/>
                    </a:lnTo>
                    <a:lnTo>
                      <a:pt x="169459" y="836222"/>
                    </a:lnTo>
                    <a:lnTo>
                      <a:pt x="233051" y="878434"/>
                    </a:lnTo>
                    <a:lnTo>
                      <a:pt x="268178" y="898648"/>
                    </a:lnTo>
                    <a:lnTo>
                      <a:pt x="305439" y="918236"/>
                    </a:lnTo>
                    <a:lnTo>
                      <a:pt x="344771" y="937170"/>
                    </a:lnTo>
                    <a:lnTo>
                      <a:pt x="386108" y="955426"/>
                    </a:lnTo>
                    <a:lnTo>
                      <a:pt x="429387" y="972978"/>
                    </a:lnTo>
                    <a:lnTo>
                      <a:pt x="474542" y="989802"/>
                    </a:lnTo>
                    <a:lnTo>
                      <a:pt x="521510" y="1005873"/>
                    </a:lnTo>
                    <a:lnTo>
                      <a:pt x="570225" y="1021165"/>
                    </a:lnTo>
                    <a:lnTo>
                      <a:pt x="620624" y="1035652"/>
                    </a:lnTo>
                    <a:lnTo>
                      <a:pt x="672642" y="1049311"/>
                    </a:lnTo>
                    <a:lnTo>
                      <a:pt x="726214" y="1062115"/>
                    </a:lnTo>
                    <a:lnTo>
                      <a:pt x="781276" y="1074039"/>
                    </a:lnTo>
                    <a:lnTo>
                      <a:pt x="837763" y="1085059"/>
                    </a:lnTo>
                    <a:lnTo>
                      <a:pt x="895611" y="1095148"/>
                    </a:lnTo>
                    <a:lnTo>
                      <a:pt x="954756" y="1104283"/>
                    </a:lnTo>
                    <a:lnTo>
                      <a:pt x="1015133" y="1112437"/>
                    </a:lnTo>
                    <a:lnTo>
                      <a:pt x="1076677" y="1119586"/>
                    </a:lnTo>
                    <a:lnTo>
                      <a:pt x="1139325" y="1125704"/>
                    </a:lnTo>
                    <a:lnTo>
                      <a:pt x="1203010" y="1130766"/>
                    </a:lnTo>
                    <a:lnTo>
                      <a:pt x="1267670" y="1134747"/>
                    </a:lnTo>
                    <a:lnTo>
                      <a:pt x="1333240" y="1137621"/>
                    </a:lnTo>
                    <a:lnTo>
                      <a:pt x="1399654" y="1139365"/>
                    </a:lnTo>
                    <a:lnTo>
                      <a:pt x="1466849" y="1139952"/>
                    </a:lnTo>
                    <a:lnTo>
                      <a:pt x="1533985" y="1139365"/>
                    </a:lnTo>
                    <a:lnTo>
                      <a:pt x="1600346" y="1137621"/>
                    </a:lnTo>
                    <a:lnTo>
                      <a:pt x="1665869" y="1134747"/>
                    </a:lnTo>
                    <a:lnTo>
                      <a:pt x="1730488" y="1130766"/>
                    </a:lnTo>
                    <a:lnTo>
                      <a:pt x="1794139" y="1125704"/>
                    </a:lnTo>
                    <a:lnTo>
                      <a:pt x="1856757" y="1119586"/>
                    </a:lnTo>
                    <a:lnTo>
                      <a:pt x="1918278" y="1112437"/>
                    </a:lnTo>
                    <a:lnTo>
                      <a:pt x="1978635" y="1104283"/>
                    </a:lnTo>
                    <a:lnTo>
                      <a:pt x="2037766" y="1095148"/>
                    </a:lnTo>
                    <a:lnTo>
                      <a:pt x="2095605" y="1085059"/>
                    </a:lnTo>
                    <a:lnTo>
                      <a:pt x="2152086" y="1074039"/>
                    </a:lnTo>
                    <a:lnTo>
                      <a:pt x="2207147" y="1062115"/>
                    </a:lnTo>
                    <a:lnTo>
                      <a:pt x="2260720" y="1049311"/>
                    </a:lnTo>
                    <a:lnTo>
                      <a:pt x="2312743" y="1035652"/>
                    </a:lnTo>
                    <a:lnTo>
                      <a:pt x="2363150" y="1021165"/>
                    </a:lnTo>
                    <a:lnTo>
                      <a:pt x="2411876" y="1005873"/>
                    </a:lnTo>
                    <a:lnTo>
                      <a:pt x="2458856" y="989802"/>
                    </a:lnTo>
                    <a:lnTo>
                      <a:pt x="2504027" y="972978"/>
                    </a:lnTo>
                    <a:lnTo>
                      <a:pt x="2547322" y="955426"/>
                    </a:lnTo>
                    <a:lnTo>
                      <a:pt x="2588678" y="937170"/>
                    </a:lnTo>
                    <a:lnTo>
                      <a:pt x="2628029" y="918236"/>
                    </a:lnTo>
                    <a:lnTo>
                      <a:pt x="2665310" y="898648"/>
                    </a:lnTo>
                    <a:lnTo>
                      <a:pt x="2700458" y="878434"/>
                    </a:lnTo>
                    <a:lnTo>
                      <a:pt x="2733406" y="857616"/>
                    </a:lnTo>
                    <a:lnTo>
                      <a:pt x="2792448" y="814275"/>
                    </a:lnTo>
                    <a:lnTo>
                      <a:pt x="2841917" y="768825"/>
                    </a:lnTo>
                    <a:lnTo>
                      <a:pt x="2881294" y="721469"/>
                    </a:lnTo>
                    <a:lnTo>
                      <a:pt x="2910063" y="672408"/>
                    </a:lnTo>
                    <a:lnTo>
                      <a:pt x="2927704" y="621843"/>
                    </a:lnTo>
                    <a:lnTo>
                      <a:pt x="2933699" y="569976"/>
                    </a:lnTo>
                    <a:close/>
                  </a:path>
                </a:pathLst>
              </a:custGeom>
              <a:noFill/>
              <a:ln w="28194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object 8"/>
            <p:cNvSpPr txBox="1"/>
            <p:nvPr/>
          </p:nvSpPr>
          <p:spPr>
            <a:xfrm>
              <a:off x="3697696" y="2325257"/>
              <a:ext cx="1698165" cy="378715"/>
            </a:xfrm>
            <a:prstGeom prst="rect">
              <a:avLst/>
            </a:prstGeom>
          </p:spPr>
          <p:txBody>
            <a:bodyPr wrap="square" lIns="0" tIns="11206" rIns="0" bIns="0">
              <a:spAutoFit/>
            </a:bodyPr>
            <a:lstStyle/>
            <a:p>
              <a:pPr marL="11206">
                <a:spcBef>
                  <a:spcPts val="88"/>
                </a:spcBef>
                <a:defRPr/>
              </a:pPr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Built-in Exceptions</a:t>
              </a:r>
              <a:endParaRPr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746011" y="1158992"/>
            <a:ext cx="2895600" cy="652800"/>
            <a:chOff x="6715919" y="2060901"/>
            <a:chExt cx="2514778" cy="1013203"/>
          </a:xfrm>
        </p:grpSpPr>
        <p:sp>
          <p:nvSpPr>
            <p:cNvPr id="19" name="object 9"/>
            <p:cNvSpPr>
              <a:spLocks/>
            </p:cNvSpPr>
            <p:nvPr/>
          </p:nvSpPr>
          <p:spPr bwMode="auto">
            <a:xfrm>
              <a:off x="6720860" y="2064454"/>
              <a:ext cx="2509837" cy="1009650"/>
            </a:xfrm>
            <a:custGeom>
              <a:avLst/>
              <a:gdLst>
                <a:gd name="T0" fmla="*/ 1719682 w 2844800"/>
                <a:gd name="T1" fmla="*/ 315328 h 1143000"/>
                <a:gd name="T2" fmla="*/ 1690871 w 2844800"/>
                <a:gd name="T3" fmla="*/ 252800 h 1143000"/>
                <a:gd name="T4" fmla="*/ 1635790 w 2844800"/>
                <a:gd name="T5" fmla="*/ 194770 h 1143000"/>
                <a:gd name="T6" fmla="*/ 1578834 w 2844800"/>
                <a:gd name="T7" fmla="*/ 154836 h 1143000"/>
                <a:gd name="T8" fmla="*/ 1534034 w 2844800"/>
                <a:gd name="T9" fmla="*/ 130171 h 1143000"/>
                <a:gd name="T10" fmla="*/ 1484156 w 2844800"/>
                <a:gd name="T11" fmla="*/ 107227 h 1143000"/>
                <a:gd name="T12" fmla="*/ 1429534 w 2844800"/>
                <a:gd name="T13" fmla="*/ 86135 h 1143000"/>
                <a:gd name="T14" fmla="*/ 1370497 w 2844800"/>
                <a:gd name="T15" fmla="*/ 67028 h 1143000"/>
                <a:gd name="T16" fmla="*/ 1307378 w 2844800"/>
                <a:gd name="T17" fmla="*/ 50040 h 1143000"/>
                <a:gd name="T18" fmla="*/ 1240507 w 2844800"/>
                <a:gd name="T19" fmla="*/ 35302 h 1143000"/>
                <a:gd name="T20" fmla="*/ 1170215 w 2844800"/>
                <a:gd name="T21" fmla="*/ 22946 h 1143000"/>
                <a:gd name="T22" fmla="*/ 1096834 w 2844800"/>
                <a:gd name="T23" fmla="*/ 13106 h 1143000"/>
                <a:gd name="T24" fmla="*/ 1020697 w 2844800"/>
                <a:gd name="T25" fmla="*/ 5913 h 1143000"/>
                <a:gd name="T26" fmla="*/ 942133 w 2844800"/>
                <a:gd name="T27" fmla="*/ 1501 h 1143000"/>
                <a:gd name="T28" fmla="*/ 861474 w 2844800"/>
                <a:gd name="T29" fmla="*/ 0 h 1143000"/>
                <a:gd name="T30" fmla="*/ 780817 w 2844800"/>
                <a:gd name="T31" fmla="*/ 1501 h 1143000"/>
                <a:gd name="T32" fmla="*/ 702265 w 2844800"/>
                <a:gd name="T33" fmla="*/ 5913 h 1143000"/>
                <a:gd name="T34" fmla="*/ 626147 w 2844800"/>
                <a:gd name="T35" fmla="*/ 13106 h 1143000"/>
                <a:gd name="T36" fmla="*/ 552791 w 2844800"/>
                <a:gd name="T37" fmla="*/ 22946 h 1143000"/>
                <a:gd name="T38" fmla="*/ 482530 w 2844800"/>
                <a:gd name="T39" fmla="*/ 35302 h 1143000"/>
                <a:gd name="T40" fmla="*/ 415694 w 2844800"/>
                <a:gd name="T41" fmla="*/ 50040 h 1143000"/>
                <a:gd name="T42" fmla="*/ 352611 w 2844800"/>
                <a:gd name="T43" fmla="*/ 67028 h 1143000"/>
                <a:gd name="T44" fmla="*/ 293613 w 2844800"/>
                <a:gd name="T45" fmla="*/ 86135 h 1143000"/>
                <a:gd name="T46" fmla="*/ 239030 w 2844800"/>
                <a:gd name="T47" fmla="*/ 107227 h 1143000"/>
                <a:gd name="T48" fmla="*/ 189192 w 2844800"/>
                <a:gd name="T49" fmla="*/ 130171 h 1143000"/>
                <a:gd name="T50" fmla="*/ 144430 w 2844800"/>
                <a:gd name="T51" fmla="*/ 154836 h 1143000"/>
                <a:gd name="T52" fmla="*/ 105073 w 2844800"/>
                <a:gd name="T53" fmla="*/ 181090 h 1143000"/>
                <a:gd name="T54" fmla="*/ 43898 w 2844800"/>
                <a:gd name="T55" fmla="*/ 237829 h 1143000"/>
                <a:gd name="T56" fmla="*/ 8311 w 2844800"/>
                <a:gd name="T57" fmla="*/ 299333 h 1143000"/>
                <a:gd name="T58" fmla="*/ 0 w 2844800"/>
                <a:gd name="T59" fmla="*/ 347949 h 1143000"/>
                <a:gd name="T60" fmla="*/ 8311 w 2844800"/>
                <a:gd name="T61" fmla="*/ 396464 h 1143000"/>
                <a:gd name="T62" fmla="*/ 43898 w 2844800"/>
                <a:gd name="T63" fmla="*/ 457888 h 1143000"/>
                <a:gd name="T64" fmla="*/ 105073 w 2844800"/>
                <a:gd name="T65" fmla="*/ 514601 h 1143000"/>
                <a:gd name="T66" fmla="*/ 144430 w 2844800"/>
                <a:gd name="T67" fmla="*/ 540856 h 1143000"/>
                <a:gd name="T68" fmla="*/ 189192 w 2844800"/>
                <a:gd name="T69" fmla="*/ 565529 h 1143000"/>
                <a:gd name="T70" fmla="*/ 239030 w 2844800"/>
                <a:gd name="T71" fmla="*/ 588491 h 1143000"/>
                <a:gd name="T72" fmla="*/ 293613 w 2844800"/>
                <a:gd name="T73" fmla="*/ 609603 h 1143000"/>
                <a:gd name="T74" fmla="*/ 352611 w 2844800"/>
                <a:gd name="T75" fmla="*/ 628734 h 1143000"/>
                <a:gd name="T76" fmla="*/ 415694 w 2844800"/>
                <a:gd name="T77" fmla="*/ 645748 h 1143000"/>
                <a:gd name="T78" fmla="*/ 482530 w 2844800"/>
                <a:gd name="T79" fmla="*/ 660513 h 1143000"/>
                <a:gd name="T80" fmla="*/ 552791 w 2844800"/>
                <a:gd name="T81" fmla="*/ 672893 h 1143000"/>
                <a:gd name="T82" fmla="*/ 626147 w 2844800"/>
                <a:gd name="T83" fmla="*/ 682757 h 1143000"/>
                <a:gd name="T84" fmla="*/ 702265 w 2844800"/>
                <a:gd name="T85" fmla="*/ 689967 h 1143000"/>
                <a:gd name="T86" fmla="*/ 780817 w 2844800"/>
                <a:gd name="T87" fmla="*/ 694391 h 1143000"/>
                <a:gd name="T88" fmla="*/ 861474 w 2844800"/>
                <a:gd name="T89" fmla="*/ 695896 h 1143000"/>
                <a:gd name="T90" fmla="*/ 942133 w 2844800"/>
                <a:gd name="T91" fmla="*/ 694391 h 1143000"/>
                <a:gd name="T92" fmla="*/ 1020697 w 2844800"/>
                <a:gd name="T93" fmla="*/ 689967 h 1143000"/>
                <a:gd name="T94" fmla="*/ 1096834 w 2844800"/>
                <a:gd name="T95" fmla="*/ 682757 h 1143000"/>
                <a:gd name="T96" fmla="*/ 1170215 w 2844800"/>
                <a:gd name="T97" fmla="*/ 672893 h 1143000"/>
                <a:gd name="T98" fmla="*/ 1240507 w 2844800"/>
                <a:gd name="T99" fmla="*/ 660513 h 1143000"/>
                <a:gd name="T100" fmla="*/ 1307378 w 2844800"/>
                <a:gd name="T101" fmla="*/ 645748 h 1143000"/>
                <a:gd name="T102" fmla="*/ 1370497 w 2844800"/>
                <a:gd name="T103" fmla="*/ 628734 h 1143000"/>
                <a:gd name="T104" fmla="*/ 1429534 w 2844800"/>
                <a:gd name="T105" fmla="*/ 609603 h 1143000"/>
                <a:gd name="T106" fmla="*/ 1484156 w 2844800"/>
                <a:gd name="T107" fmla="*/ 588491 h 1143000"/>
                <a:gd name="T108" fmla="*/ 1534034 w 2844800"/>
                <a:gd name="T109" fmla="*/ 565529 h 1143000"/>
                <a:gd name="T110" fmla="*/ 1578834 w 2844800"/>
                <a:gd name="T111" fmla="*/ 540856 h 1143000"/>
                <a:gd name="T112" fmla="*/ 1618225 w 2844800"/>
                <a:gd name="T113" fmla="*/ 514601 h 1143000"/>
                <a:gd name="T114" fmla="*/ 1679460 w 2844800"/>
                <a:gd name="T115" fmla="*/ 457888 h 1143000"/>
                <a:gd name="T116" fmla="*/ 1715087 w 2844800"/>
                <a:gd name="T117" fmla="*/ 396464 h 1143000"/>
                <a:gd name="T118" fmla="*/ 1723408 w 2844800"/>
                <a:gd name="T119" fmla="*/ 347948 h 114300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844800" h="1143000">
                  <a:moveTo>
                    <a:pt x="2844546" y="571499"/>
                  </a:moveTo>
                  <a:lnTo>
                    <a:pt x="2838396" y="517922"/>
                  </a:lnTo>
                  <a:lnTo>
                    <a:pt x="2820313" y="465756"/>
                  </a:lnTo>
                  <a:lnTo>
                    <a:pt x="2790843" y="415220"/>
                  </a:lnTo>
                  <a:lnTo>
                    <a:pt x="2750533" y="366531"/>
                  </a:lnTo>
                  <a:lnTo>
                    <a:pt x="2699930" y="319906"/>
                  </a:lnTo>
                  <a:lnTo>
                    <a:pt x="2639580" y="275563"/>
                  </a:lnTo>
                  <a:lnTo>
                    <a:pt x="2605921" y="254316"/>
                  </a:lnTo>
                  <a:lnTo>
                    <a:pt x="2570030" y="233720"/>
                  </a:lnTo>
                  <a:lnTo>
                    <a:pt x="2531977" y="213804"/>
                  </a:lnTo>
                  <a:lnTo>
                    <a:pt x="2491828" y="194594"/>
                  </a:lnTo>
                  <a:lnTo>
                    <a:pt x="2449653" y="176118"/>
                  </a:lnTo>
                  <a:lnTo>
                    <a:pt x="2405520" y="158402"/>
                  </a:lnTo>
                  <a:lnTo>
                    <a:pt x="2359497" y="141475"/>
                  </a:lnTo>
                  <a:lnTo>
                    <a:pt x="2311652" y="125363"/>
                  </a:lnTo>
                  <a:lnTo>
                    <a:pt x="2262054" y="110093"/>
                  </a:lnTo>
                  <a:lnTo>
                    <a:pt x="2210772" y="95693"/>
                  </a:lnTo>
                  <a:lnTo>
                    <a:pt x="2157873" y="82190"/>
                  </a:lnTo>
                  <a:lnTo>
                    <a:pt x="2103427" y="69611"/>
                  </a:lnTo>
                  <a:lnTo>
                    <a:pt x="2047500" y="57983"/>
                  </a:lnTo>
                  <a:lnTo>
                    <a:pt x="1990162" y="47333"/>
                  </a:lnTo>
                  <a:lnTo>
                    <a:pt x="1931482" y="37689"/>
                  </a:lnTo>
                  <a:lnTo>
                    <a:pt x="1871526" y="29077"/>
                  </a:lnTo>
                  <a:lnTo>
                    <a:pt x="1810365" y="21526"/>
                  </a:lnTo>
                  <a:lnTo>
                    <a:pt x="1748065" y="15062"/>
                  </a:lnTo>
                  <a:lnTo>
                    <a:pt x="1684696" y="9712"/>
                  </a:lnTo>
                  <a:lnTo>
                    <a:pt x="1620326" y="5503"/>
                  </a:lnTo>
                  <a:lnTo>
                    <a:pt x="1555023" y="2464"/>
                  </a:lnTo>
                  <a:lnTo>
                    <a:pt x="1488855" y="620"/>
                  </a:lnTo>
                  <a:lnTo>
                    <a:pt x="1421892" y="0"/>
                  </a:lnTo>
                  <a:lnTo>
                    <a:pt x="1354930" y="620"/>
                  </a:lnTo>
                  <a:lnTo>
                    <a:pt x="1288767" y="2464"/>
                  </a:lnTo>
                  <a:lnTo>
                    <a:pt x="1223473" y="5503"/>
                  </a:lnTo>
                  <a:lnTo>
                    <a:pt x="1159114" y="9712"/>
                  </a:lnTo>
                  <a:lnTo>
                    <a:pt x="1095760" y="15062"/>
                  </a:lnTo>
                  <a:lnTo>
                    <a:pt x="1033478" y="21526"/>
                  </a:lnTo>
                  <a:lnTo>
                    <a:pt x="972336" y="29077"/>
                  </a:lnTo>
                  <a:lnTo>
                    <a:pt x="912403" y="37689"/>
                  </a:lnTo>
                  <a:lnTo>
                    <a:pt x="853746" y="47333"/>
                  </a:lnTo>
                  <a:lnTo>
                    <a:pt x="796434" y="57983"/>
                  </a:lnTo>
                  <a:lnTo>
                    <a:pt x="740535" y="69611"/>
                  </a:lnTo>
                  <a:lnTo>
                    <a:pt x="686117" y="82190"/>
                  </a:lnTo>
                  <a:lnTo>
                    <a:pt x="633248" y="95693"/>
                  </a:lnTo>
                  <a:lnTo>
                    <a:pt x="581997" y="110093"/>
                  </a:lnTo>
                  <a:lnTo>
                    <a:pt x="532431" y="125363"/>
                  </a:lnTo>
                  <a:lnTo>
                    <a:pt x="484619" y="141475"/>
                  </a:lnTo>
                  <a:lnTo>
                    <a:pt x="438628" y="158402"/>
                  </a:lnTo>
                  <a:lnTo>
                    <a:pt x="394527" y="176118"/>
                  </a:lnTo>
                  <a:lnTo>
                    <a:pt x="352385" y="194594"/>
                  </a:lnTo>
                  <a:lnTo>
                    <a:pt x="312268" y="213804"/>
                  </a:lnTo>
                  <a:lnTo>
                    <a:pt x="274246" y="233720"/>
                  </a:lnTo>
                  <a:lnTo>
                    <a:pt x="238387" y="254316"/>
                  </a:lnTo>
                  <a:lnTo>
                    <a:pt x="204758" y="275563"/>
                  </a:lnTo>
                  <a:lnTo>
                    <a:pt x="173427" y="297436"/>
                  </a:lnTo>
                  <a:lnTo>
                    <a:pt x="117936" y="342947"/>
                  </a:lnTo>
                  <a:lnTo>
                    <a:pt x="72457" y="390631"/>
                  </a:lnTo>
                  <a:lnTo>
                    <a:pt x="37535" y="440271"/>
                  </a:lnTo>
                  <a:lnTo>
                    <a:pt x="13717" y="491649"/>
                  </a:lnTo>
                  <a:lnTo>
                    <a:pt x="1546" y="544548"/>
                  </a:lnTo>
                  <a:lnTo>
                    <a:pt x="0" y="571500"/>
                  </a:lnTo>
                  <a:lnTo>
                    <a:pt x="1546" y="598389"/>
                  </a:lnTo>
                  <a:lnTo>
                    <a:pt x="13717" y="651186"/>
                  </a:lnTo>
                  <a:lnTo>
                    <a:pt x="37535" y="702488"/>
                  </a:lnTo>
                  <a:lnTo>
                    <a:pt x="72457" y="752075"/>
                  </a:lnTo>
                  <a:lnTo>
                    <a:pt x="117936" y="799728"/>
                  </a:lnTo>
                  <a:lnTo>
                    <a:pt x="173427" y="845225"/>
                  </a:lnTo>
                  <a:lnTo>
                    <a:pt x="204758" y="867097"/>
                  </a:lnTo>
                  <a:lnTo>
                    <a:pt x="238387" y="888348"/>
                  </a:lnTo>
                  <a:lnTo>
                    <a:pt x="274246" y="908950"/>
                  </a:lnTo>
                  <a:lnTo>
                    <a:pt x="312268" y="928875"/>
                  </a:lnTo>
                  <a:lnTo>
                    <a:pt x="352385" y="948097"/>
                  </a:lnTo>
                  <a:lnTo>
                    <a:pt x="394527" y="966588"/>
                  </a:lnTo>
                  <a:lnTo>
                    <a:pt x="438628" y="984319"/>
                  </a:lnTo>
                  <a:lnTo>
                    <a:pt x="484619" y="1001265"/>
                  </a:lnTo>
                  <a:lnTo>
                    <a:pt x="532431" y="1017396"/>
                  </a:lnTo>
                  <a:lnTo>
                    <a:pt x="581997" y="1032686"/>
                  </a:lnTo>
                  <a:lnTo>
                    <a:pt x="633248" y="1047108"/>
                  </a:lnTo>
                  <a:lnTo>
                    <a:pt x="686117" y="1060632"/>
                  </a:lnTo>
                  <a:lnTo>
                    <a:pt x="740535" y="1073233"/>
                  </a:lnTo>
                  <a:lnTo>
                    <a:pt x="796434" y="1084883"/>
                  </a:lnTo>
                  <a:lnTo>
                    <a:pt x="853746" y="1095554"/>
                  </a:lnTo>
                  <a:lnTo>
                    <a:pt x="912403" y="1105218"/>
                  </a:lnTo>
                  <a:lnTo>
                    <a:pt x="972336" y="1113848"/>
                  </a:lnTo>
                  <a:lnTo>
                    <a:pt x="1033478" y="1121417"/>
                  </a:lnTo>
                  <a:lnTo>
                    <a:pt x="1095760" y="1127897"/>
                  </a:lnTo>
                  <a:lnTo>
                    <a:pt x="1159114" y="1133261"/>
                  </a:lnTo>
                  <a:lnTo>
                    <a:pt x="1223473" y="1137480"/>
                  </a:lnTo>
                  <a:lnTo>
                    <a:pt x="1288767" y="1140528"/>
                  </a:lnTo>
                  <a:lnTo>
                    <a:pt x="1354930" y="1142377"/>
                  </a:lnTo>
                  <a:lnTo>
                    <a:pt x="1421892" y="1142999"/>
                  </a:lnTo>
                  <a:lnTo>
                    <a:pt x="1488855" y="1142377"/>
                  </a:lnTo>
                  <a:lnTo>
                    <a:pt x="1555023" y="1140528"/>
                  </a:lnTo>
                  <a:lnTo>
                    <a:pt x="1620326" y="1137480"/>
                  </a:lnTo>
                  <a:lnTo>
                    <a:pt x="1684696" y="1133261"/>
                  </a:lnTo>
                  <a:lnTo>
                    <a:pt x="1748065" y="1127897"/>
                  </a:lnTo>
                  <a:lnTo>
                    <a:pt x="1810365" y="1121417"/>
                  </a:lnTo>
                  <a:lnTo>
                    <a:pt x="1871526" y="1113848"/>
                  </a:lnTo>
                  <a:lnTo>
                    <a:pt x="1931482" y="1105218"/>
                  </a:lnTo>
                  <a:lnTo>
                    <a:pt x="1990162" y="1095554"/>
                  </a:lnTo>
                  <a:lnTo>
                    <a:pt x="2047500" y="1084883"/>
                  </a:lnTo>
                  <a:lnTo>
                    <a:pt x="2103427" y="1073233"/>
                  </a:lnTo>
                  <a:lnTo>
                    <a:pt x="2157873" y="1060632"/>
                  </a:lnTo>
                  <a:lnTo>
                    <a:pt x="2210772" y="1047108"/>
                  </a:lnTo>
                  <a:lnTo>
                    <a:pt x="2262054" y="1032686"/>
                  </a:lnTo>
                  <a:lnTo>
                    <a:pt x="2311652" y="1017396"/>
                  </a:lnTo>
                  <a:lnTo>
                    <a:pt x="2359497" y="1001265"/>
                  </a:lnTo>
                  <a:lnTo>
                    <a:pt x="2405520" y="984319"/>
                  </a:lnTo>
                  <a:lnTo>
                    <a:pt x="2449653" y="966588"/>
                  </a:lnTo>
                  <a:lnTo>
                    <a:pt x="2491828" y="948097"/>
                  </a:lnTo>
                  <a:lnTo>
                    <a:pt x="2531977" y="928875"/>
                  </a:lnTo>
                  <a:lnTo>
                    <a:pt x="2570030" y="908950"/>
                  </a:lnTo>
                  <a:lnTo>
                    <a:pt x="2605921" y="888348"/>
                  </a:lnTo>
                  <a:lnTo>
                    <a:pt x="2639580" y="867097"/>
                  </a:lnTo>
                  <a:lnTo>
                    <a:pt x="2670939" y="845225"/>
                  </a:lnTo>
                  <a:lnTo>
                    <a:pt x="2726484" y="799728"/>
                  </a:lnTo>
                  <a:lnTo>
                    <a:pt x="2772009" y="752075"/>
                  </a:lnTo>
                  <a:lnTo>
                    <a:pt x="2806968" y="702488"/>
                  </a:lnTo>
                  <a:lnTo>
                    <a:pt x="2830812" y="651186"/>
                  </a:lnTo>
                  <a:lnTo>
                    <a:pt x="2842997" y="598389"/>
                  </a:lnTo>
                  <a:lnTo>
                    <a:pt x="2844546" y="571499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10"/>
            <p:cNvSpPr>
              <a:spLocks/>
            </p:cNvSpPr>
            <p:nvPr/>
          </p:nvSpPr>
          <p:spPr bwMode="auto">
            <a:xfrm>
              <a:off x="6715919" y="2060901"/>
              <a:ext cx="2509837" cy="1009650"/>
            </a:xfrm>
            <a:custGeom>
              <a:avLst/>
              <a:gdLst>
                <a:gd name="T0" fmla="*/ 1719682 w 2844800"/>
                <a:gd name="T1" fmla="*/ 315328 h 1143000"/>
                <a:gd name="T2" fmla="*/ 1690871 w 2844800"/>
                <a:gd name="T3" fmla="*/ 252800 h 1143000"/>
                <a:gd name="T4" fmla="*/ 1635790 w 2844800"/>
                <a:gd name="T5" fmla="*/ 194770 h 1143000"/>
                <a:gd name="T6" fmla="*/ 1578834 w 2844800"/>
                <a:gd name="T7" fmla="*/ 154836 h 1143000"/>
                <a:gd name="T8" fmla="*/ 1534034 w 2844800"/>
                <a:gd name="T9" fmla="*/ 130171 h 1143000"/>
                <a:gd name="T10" fmla="*/ 1484156 w 2844800"/>
                <a:gd name="T11" fmla="*/ 107227 h 1143000"/>
                <a:gd name="T12" fmla="*/ 1429534 w 2844800"/>
                <a:gd name="T13" fmla="*/ 86135 h 1143000"/>
                <a:gd name="T14" fmla="*/ 1370497 w 2844800"/>
                <a:gd name="T15" fmla="*/ 67028 h 1143000"/>
                <a:gd name="T16" fmla="*/ 1307378 w 2844800"/>
                <a:gd name="T17" fmla="*/ 50040 h 1143000"/>
                <a:gd name="T18" fmla="*/ 1240507 w 2844800"/>
                <a:gd name="T19" fmla="*/ 35302 h 1143000"/>
                <a:gd name="T20" fmla="*/ 1170215 w 2844800"/>
                <a:gd name="T21" fmla="*/ 22946 h 1143000"/>
                <a:gd name="T22" fmla="*/ 1096834 w 2844800"/>
                <a:gd name="T23" fmla="*/ 13106 h 1143000"/>
                <a:gd name="T24" fmla="*/ 1020697 w 2844800"/>
                <a:gd name="T25" fmla="*/ 5913 h 1143000"/>
                <a:gd name="T26" fmla="*/ 942133 w 2844800"/>
                <a:gd name="T27" fmla="*/ 1501 h 1143000"/>
                <a:gd name="T28" fmla="*/ 861474 w 2844800"/>
                <a:gd name="T29" fmla="*/ 0 h 1143000"/>
                <a:gd name="T30" fmla="*/ 780817 w 2844800"/>
                <a:gd name="T31" fmla="*/ 1501 h 1143000"/>
                <a:gd name="T32" fmla="*/ 702265 w 2844800"/>
                <a:gd name="T33" fmla="*/ 5913 h 1143000"/>
                <a:gd name="T34" fmla="*/ 626147 w 2844800"/>
                <a:gd name="T35" fmla="*/ 13106 h 1143000"/>
                <a:gd name="T36" fmla="*/ 552791 w 2844800"/>
                <a:gd name="T37" fmla="*/ 22946 h 1143000"/>
                <a:gd name="T38" fmla="*/ 482530 w 2844800"/>
                <a:gd name="T39" fmla="*/ 35302 h 1143000"/>
                <a:gd name="T40" fmla="*/ 415694 w 2844800"/>
                <a:gd name="T41" fmla="*/ 50040 h 1143000"/>
                <a:gd name="T42" fmla="*/ 352611 w 2844800"/>
                <a:gd name="T43" fmla="*/ 67028 h 1143000"/>
                <a:gd name="T44" fmla="*/ 293613 w 2844800"/>
                <a:gd name="T45" fmla="*/ 86135 h 1143000"/>
                <a:gd name="T46" fmla="*/ 239030 w 2844800"/>
                <a:gd name="T47" fmla="*/ 107227 h 1143000"/>
                <a:gd name="T48" fmla="*/ 189192 w 2844800"/>
                <a:gd name="T49" fmla="*/ 130171 h 1143000"/>
                <a:gd name="T50" fmla="*/ 144430 w 2844800"/>
                <a:gd name="T51" fmla="*/ 154836 h 1143000"/>
                <a:gd name="T52" fmla="*/ 105073 w 2844800"/>
                <a:gd name="T53" fmla="*/ 181090 h 1143000"/>
                <a:gd name="T54" fmla="*/ 43898 w 2844800"/>
                <a:gd name="T55" fmla="*/ 237829 h 1143000"/>
                <a:gd name="T56" fmla="*/ 8311 w 2844800"/>
                <a:gd name="T57" fmla="*/ 299333 h 1143000"/>
                <a:gd name="T58" fmla="*/ 0 w 2844800"/>
                <a:gd name="T59" fmla="*/ 347949 h 1143000"/>
                <a:gd name="T60" fmla="*/ 8311 w 2844800"/>
                <a:gd name="T61" fmla="*/ 396464 h 1143000"/>
                <a:gd name="T62" fmla="*/ 43898 w 2844800"/>
                <a:gd name="T63" fmla="*/ 457888 h 1143000"/>
                <a:gd name="T64" fmla="*/ 105073 w 2844800"/>
                <a:gd name="T65" fmla="*/ 514601 h 1143000"/>
                <a:gd name="T66" fmla="*/ 144430 w 2844800"/>
                <a:gd name="T67" fmla="*/ 540856 h 1143000"/>
                <a:gd name="T68" fmla="*/ 189192 w 2844800"/>
                <a:gd name="T69" fmla="*/ 565529 h 1143000"/>
                <a:gd name="T70" fmla="*/ 239030 w 2844800"/>
                <a:gd name="T71" fmla="*/ 588491 h 1143000"/>
                <a:gd name="T72" fmla="*/ 293613 w 2844800"/>
                <a:gd name="T73" fmla="*/ 609603 h 1143000"/>
                <a:gd name="T74" fmla="*/ 352611 w 2844800"/>
                <a:gd name="T75" fmla="*/ 628734 h 1143000"/>
                <a:gd name="T76" fmla="*/ 415694 w 2844800"/>
                <a:gd name="T77" fmla="*/ 645748 h 1143000"/>
                <a:gd name="T78" fmla="*/ 482530 w 2844800"/>
                <a:gd name="T79" fmla="*/ 660513 h 1143000"/>
                <a:gd name="T80" fmla="*/ 552791 w 2844800"/>
                <a:gd name="T81" fmla="*/ 672893 h 1143000"/>
                <a:gd name="T82" fmla="*/ 626147 w 2844800"/>
                <a:gd name="T83" fmla="*/ 682757 h 1143000"/>
                <a:gd name="T84" fmla="*/ 702265 w 2844800"/>
                <a:gd name="T85" fmla="*/ 689967 h 1143000"/>
                <a:gd name="T86" fmla="*/ 780817 w 2844800"/>
                <a:gd name="T87" fmla="*/ 694391 h 1143000"/>
                <a:gd name="T88" fmla="*/ 861474 w 2844800"/>
                <a:gd name="T89" fmla="*/ 695896 h 1143000"/>
                <a:gd name="T90" fmla="*/ 942133 w 2844800"/>
                <a:gd name="T91" fmla="*/ 694391 h 1143000"/>
                <a:gd name="T92" fmla="*/ 1020697 w 2844800"/>
                <a:gd name="T93" fmla="*/ 689967 h 1143000"/>
                <a:gd name="T94" fmla="*/ 1096834 w 2844800"/>
                <a:gd name="T95" fmla="*/ 682757 h 1143000"/>
                <a:gd name="T96" fmla="*/ 1170215 w 2844800"/>
                <a:gd name="T97" fmla="*/ 672893 h 1143000"/>
                <a:gd name="T98" fmla="*/ 1240507 w 2844800"/>
                <a:gd name="T99" fmla="*/ 660513 h 1143000"/>
                <a:gd name="T100" fmla="*/ 1307378 w 2844800"/>
                <a:gd name="T101" fmla="*/ 645748 h 1143000"/>
                <a:gd name="T102" fmla="*/ 1370497 w 2844800"/>
                <a:gd name="T103" fmla="*/ 628734 h 1143000"/>
                <a:gd name="T104" fmla="*/ 1429534 w 2844800"/>
                <a:gd name="T105" fmla="*/ 609603 h 1143000"/>
                <a:gd name="T106" fmla="*/ 1484156 w 2844800"/>
                <a:gd name="T107" fmla="*/ 588491 h 1143000"/>
                <a:gd name="T108" fmla="*/ 1534034 w 2844800"/>
                <a:gd name="T109" fmla="*/ 565529 h 1143000"/>
                <a:gd name="T110" fmla="*/ 1578834 w 2844800"/>
                <a:gd name="T111" fmla="*/ 540856 h 1143000"/>
                <a:gd name="T112" fmla="*/ 1618225 w 2844800"/>
                <a:gd name="T113" fmla="*/ 514601 h 1143000"/>
                <a:gd name="T114" fmla="*/ 1679460 w 2844800"/>
                <a:gd name="T115" fmla="*/ 457888 h 1143000"/>
                <a:gd name="T116" fmla="*/ 1715087 w 2844800"/>
                <a:gd name="T117" fmla="*/ 396464 h 1143000"/>
                <a:gd name="T118" fmla="*/ 1723408 w 2844800"/>
                <a:gd name="T119" fmla="*/ 347948 h 114300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844800" h="1143000">
                  <a:moveTo>
                    <a:pt x="2844546" y="571499"/>
                  </a:moveTo>
                  <a:lnTo>
                    <a:pt x="2838396" y="517922"/>
                  </a:lnTo>
                  <a:lnTo>
                    <a:pt x="2820313" y="465756"/>
                  </a:lnTo>
                  <a:lnTo>
                    <a:pt x="2790843" y="415220"/>
                  </a:lnTo>
                  <a:lnTo>
                    <a:pt x="2750533" y="366531"/>
                  </a:lnTo>
                  <a:lnTo>
                    <a:pt x="2699930" y="319906"/>
                  </a:lnTo>
                  <a:lnTo>
                    <a:pt x="2639580" y="275563"/>
                  </a:lnTo>
                  <a:lnTo>
                    <a:pt x="2605921" y="254316"/>
                  </a:lnTo>
                  <a:lnTo>
                    <a:pt x="2570030" y="233720"/>
                  </a:lnTo>
                  <a:lnTo>
                    <a:pt x="2531977" y="213804"/>
                  </a:lnTo>
                  <a:lnTo>
                    <a:pt x="2491828" y="194594"/>
                  </a:lnTo>
                  <a:lnTo>
                    <a:pt x="2449653" y="176118"/>
                  </a:lnTo>
                  <a:lnTo>
                    <a:pt x="2405520" y="158402"/>
                  </a:lnTo>
                  <a:lnTo>
                    <a:pt x="2359497" y="141475"/>
                  </a:lnTo>
                  <a:lnTo>
                    <a:pt x="2311652" y="125363"/>
                  </a:lnTo>
                  <a:lnTo>
                    <a:pt x="2262054" y="110093"/>
                  </a:lnTo>
                  <a:lnTo>
                    <a:pt x="2210772" y="95693"/>
                  </a:lnTo>
                  <a:lnTo>
                    <a:pt x="2157873" y="82190"/>
                  </a:lnTo>
                  <a:lnTo>
                    <a:pt x="2103427" y="69611"/>
                  </a:lnTo>
                  <a:lnTo>
                    <a:pt x="2047500" y="57983"/>
                  </a:lnTo>
                  <a:lnTo>
                    <a:pt x="1990162" y="47333"/>
                  </a:lnTo>
                  <a:lnTo>
                    <a:pt x="1931482" y="37689"/>
                  </a:lnTo>
                  <a:lnTo>
                    <a:pt x="1871526" y="29077"/>
                  </a:lnTo>
                  <a:lnTo>
                    <a:pt x="1810365" y="21526"/>
                  </a:lnTo>
                  <a:lnTo>
                    <a:pt x="1748065" y="15062"/>
                  </a:lnTo>
                  <a:lnTo>
                    <a:pt x="1684696" y="9712"/>
                  </a:lnTo>
                  <a:lnTo>
                    <a:pt x="1620326" y="5503"/>
                  </a:lnTo>
                  <a:lnTo>
                    <a:pt x="1555023" y="2464"/>
                  </a:lnTo>
                  <a:lnTo>
                    <a:pt x="1488855" y="620"/>
                  </a:lnTo>
                  <a:lnTo>
                    <a:pt x="1421892" y="0"/>
                  </a:lnTo>
                  <a:lnTo>
                    <a:pt x="1354930" y="620"/>
                  </a:lnTo>
                  <a:lnTo>
                    <a:pt x="1288767" y="2464"/>
                  </a:lnTo>
                  <a:lnTo>
                    <a:pt x="1223473" y="5503"/>
                  </a:lnTo>
                  <a:lnTo>
                    <a:pt x="1159114" y="9712"/>
                  </a:lnTo>
                  <a:lnTo>
                    <a:pt x="1095760" y="15062"/>
                  </a:lnTo>
                  <a:lnTo>
                    <a:pt x="1033478" y="21526"/>
                  </a:lnTo>
                  <a:lnTo>
                    <a:pt x="972336" y="29077"/>
                  </a:lnTo>
                  <a:lnTo>
                    <a:pt x="912403" y="37689"/>
                  </a:lnTo>
                  <a:lnTo>
                    <a:pt x="853746" y="47333"/>
                  </a:lnTo>
                  <a:lnTo>
                    <a:pt x="796434" y="57983"/>
                  </a:lnTo>
                  <a:lnTo>
                    <a:pt x="740535" y="69611"/>
                  </a:lnTo>
                  <a:lnTo>
                    <a:pt x="686117" y="82190"/>
                  </a:lnTo>
                  <a:lnTo>
                    <a:pt x="633248" y="95693"/>
                  </a:lnTo>
                  <a:lnTo>
                    <a:pt x="581997" y="110093"/>
                  </a:lnTo>
                  <a:lnTo>
                    <a:pt x="532431" y="125363"/>
                  </a:lnTo>
                  <a:lnTo>
                    <a:pt x="484619" y="141475"/>
                  </a:lnTo>
                  <a:lnTo>
                    <a:pt x="438628" y="158402"/>
                  </a:lnTo>
                  <a:lnTo>
                    <a:pt x="394527" y="176118"/>
                  </a:lnTo>
                  <a:lnTo>
                    <a:pt x="352385" y="194594"/>
                  </a:lnTo>
                  <a:lnTo>
                    <a:pt x="312268" y="213804"/>
                  </a:lnTo>
                  <a:lnTo>
                    <a:pt x="274246" y="233720"/>
                  </a:lnTo>
                  <a:lnTo>
                    <a:pt x="238387" y="254316"/>
                  </a:lnTo>
                  <a:lnTo>
                    <a:pt x="204758" y="275563"/>
                  </a:lnTo>
                  <a:lnTo>
                    <a:pt x="173427" y="297436"/>
                  </a:lnTo>
                  <a:lnTo>
                    <a:pt x="117936" y="342947"/>
                  </a:lnTo>
                  <a:lnTo>
                    <a:pt x="72457" y="390631"/>
                  </a:lnTo>
                  <a:lnTo>
                    <a:pt x="37535" y="440271"/>
                  </a:lnTo>
                  <a:lnTo>
                    <a:pt x="13717" y="491649"/>
                  </a:lnTo>
                  <a:lnTo>
                    <a:pt x="1546" y="544548"/>
                  </a:lnTo>
                  <a:lnTo>
                    <a:pt x="0" y="571500"/>
                  </a:lnTo>
                  <a:lnTo>
                    <a:pt x="1546" y="598389"/>
                  </a:lnTo>
                  <a:lnTo>
                    <a:pt x="13717" y="651186"/>
                  </a:lnTo>
                  <a:lnTo>
                    <a:pt x="37535" y="702488"/>
                  </a:lnTo>
                  <a:lnTo>
                    <a:pt x="72457" y="752075"/>
                  </a:lnTo>
                  <a:lnTo>
                    <a:pt x="117936" y="799728"/>
                  </a:lnTo>
                  <a:lnTo>
                    <a:pt x="173427" y="845225"/>
                  </a:lnTo>
                  <a:lnTo>
                    <a:pt x="204758" y="867097"/>
                  </a:lnTo>
                  <a:lnTo>
                    <a:pt x="238387" y="888348"/>
                  </a:lnTo>
                  <a:lnTo>
                    <a:pt x="274246" y="908950"/>
                  </a:lnTo>
                  <a:lnTo>
                    <a:pt x="312268" y="928875"/>
                  </a:lnTo>
                  <a:lnTo>
                    <a:pt x="352385" y="948097"/>
                  </a:lnTo>
                  <a:lnTo>
                    <a:pt x="394527" y="966588"/>
                  </a:lnTo>
                  <a:lnTo>
                    <a:pt x="438628" y="984319"/>
                  </a:lnTo>
                  <a:lnTo>
                    <a:pt x="484619" y="1001265"/>
                  </a:lnTo>
                  <a:lnTo>
                    <a:pt x="532431" y="1017396"/>
                  </a:lnTo>
                  <a:lnTo>
                    <a:pt x="581997" y="1032686"/>
                  </a:lnTo>
                  <a:lnTo>
                    <a:pt x="633248" y="1047108"/>
                  </a:lnTo>
                  <a:lnTo>
                    <a:pt x="686117" y="1060632"/>
                  </a:lnTo>
                  <a:lnTo>
                    <a:pt x="740535" y="1073233"/>
                  </a:lnTo>
                  <a:lnTo>
                    <a:pt x="796434" y="1084883"/>
                  </a:lnTo>
                  <a:lnTo>
                    <a:pt x="853746" y="1095554"/>
                  </a:lnTo>
                  <a:lnTo>
                    <a:pt x="912403" y="1105218"/>
                  </a:lnTo>
                  <a:lnTo>
                    <a:pt x="972336" y="1113848"/>
                  </a:lnTo>
                  <a:lnTo>
                    <a:pt x="1033478" y="1121417"/>
                  </a:lnTo>
                  <a:lnTo>
                    <a:pt x="1095760" y="1127897"/>
                  </a:lnTo>
                  <a:lnTo>
                    <a:pt x="1159114" y="1133261"/>
                  </a:lnTo>
                  <a:lnTo>
                    <a:pt x="1223473" y="1137480"/>
                  </a:lnTo>
                  <a:lnTo>
                    <a:pt x="1288767" y="1140528"/>
                  </a:lnTo>
                  <a:lnTo>
                    <a:pt x="1354930" y="1142377"/>
                  </a:lnTo>
                  <a:lnTo>
                    <a:pt x="1421892" y="1142999"/>
                  </a:lnTo>
                  <a:lnTo>
                    <a:pt x="1488855" y="1142377"/>
                  </a:lnTo>
                  <a:lnTo>
                    <a:pt x="1555023" y="1140528"/>
                  </a:lnTo>
                  <a:lnTo>
                    <a:pt x="1620326" y="1137480"/>
                  </a:lnTo>
                  <a:lnTo>
                    <a:pt x="1684696" y="1133261"/>
                  </a:lnTo>
                  <a:lnTo>
                    <a:pt x="1748065" y="1127897"/>
                  </a:lnTo>
                  <a:lnTo>
                    <a:pt x="1810365" y="1121417"/>
                  </a:lnTo>
                  <a:lnTo>
                    <a:pt x="1871526" y="1113848"/>
                  </a:lnTo>
                  <a:lnTo>
                    <a:pt x="1931482" y="1105218"/>
                  </a:lnTo>
                  <a:lnTo>
                    <a:pt x="1990162" y="1095554"/>
                  </a:lnTo>
                  <a:lnTo>
                    <a:pt x="2047500" y="1084883"/>
                  </a:lnTo>
                  <a:lnTo>
                    <a:pt x="2103427" y="1073233"/>
                  </a:lnTo>
                  <a:lnTo>
                    <a:pt x="2157873" y="1060632"/>
                  </a:lnTo>
                  <a:lnTo>
                    <a:pt x="2210772" y="1047108"/>
                  </a:lnTo>
                  <a:lnTo>
                    <a:pt x="2262054" y="1032686"/>
                  </a:lnTo>
                  <a:lnTo>
                    <a:pt x="2311652" y="1017396"/>
                  </a:lnTo>
                  <a:lnTo>
                    <a:pt x="2359497" y="1001265"/>
                  </a:lnTo>
                  <a:lnTo>
                    <a:pt x="2405520" y="984319"/>
                  </a:lnTo>
                  <a:lnTo>
                    <a:pt x="2449653" y="966588"/>
                  </a:lnTo>
                  <a:lnTo>
                    <a:pt x="2491828" y="948097"/>
                  </a:lnTo>
                  <a:lnTo>
                    <a:pt x="2531977" y="928875"/>
                  </a:lnTo>
                  <a:lnTo>
                    <a:pt x="2570030" y="908950"/>
                  </a:lnTo>
                  <a:lnTo>
                    <a:pt x="2605921" y="888348"/>
                  </a:lnTo>
                  <a:lnTo>
                    <a:pt x="2639580" y="867097"/>
                  </a:lnTo>
                  <a:lnTo>
                    <a:pt x="2670939" y="845225"/>
                  </a:lnTo>
                  <a:lnTo>
                    <a:pt x="2726484" y="799728"/>
                  </a:lnTo>
                  <a:lnTo>
                    <a:pt x="2772009" y="752075"/>
                  </a:lnTo>
                  <a:lnTo>
                    <a:pt x="2806968" y="702488"/>
                  </a:lnTo>
                  <a:lnTo>
                    <a:pt x="2830812" y="651186"/>
                  </a:lnTo>
                  <a:lnTo>
                    <a:pt x="2842997" y="598389"/>
                  </a:lnTo>
                  <a:lnTo>
                    <a:pt x="2844546" y="571499"/>
                  </a:lnTo>
                  <a:close/>
                </a:path>
              </a:pathLst>
            </a:custGeom>
            <a:noFill/>
            <a:ln w="2819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11"/>
            <p:cNvSpPr txBox="1"/>
            <p:nvPr/>
          </p:nvSpPr>
          <p:spPr>
            <a:xfrm>
              <a:off x="6958248" y="2227668"/>
              <a:ext cx="2155896" cy="563106"/>
            </a:xfrm>
            <a:prstGeom prst="rect">
              <a:avLst/>
            </a:prstGeom>
          </p:spPr>
          <p:txBody>
            <a:bodyPr wrap="square" lIns="0" tIns="11206" rIns="0" bIns="0">
              <a:spAutoFit/>
            </a:bodyPr>
            <a:lstStyle/>
            <a:p>
              <a:pPr marL="11206">
                <a:spcBef>
                  <a:spcPts val="88"/>
                </a:spcBef>
                <a:defRPr/>
              </a:pPr>
              <a:r>
                <a:rPr lang="en-US" b="1" spc="-4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User-Defined Exceptions</a:t>
              </a:r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9559885" y="710016"/>
            <a:ext cx="304800" cy="503792"/>
            <a:chOff x="6323013" y="2017713"/>
            <a:chExt cx="130175" cy="533400"/>
          </a:xfrm>
        </p:grpSpPr>
        <p:sp>
          <p:nvSpPr>
            <p:cNvPr id="26" name="object 2"/>
            <p:cNvSpPr>
              <a:spLocks/>
            </p:cNvSpPr>
            <p:nvPr/>
          </p:nvSpPr>
          <p:spPr bwMode="auto">
            <a:xfrm>
              <a:off x="6388100" y="2017713"/>
              <a:ext cx="0" cy="404812"/>
            </a:xfrm>
            <a:custGeom>
              <a:avLst/>
              <a:gdLst>
                <a:gd name="T0" fmla="*/ 0 h 459739"/>
                <a:gd name="T1" fmla="*/ 276209 h 459739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459739">
                  <a:moveTo>
                    <a:pt x="0" y="0"/>
                  </a:moveTo>
                  <a:lnTo>
                    <a:pt x="0" y="459485"/>
                  </a:lnTo>
                </a:path>
              </a:pathLst>
            </a:custGeom>
            <a:noFill/>
            <a:ln w="2819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bject 3"/>
            <p:cNvSpPr>
              <a:spLocks/>
            </p:cNvSpPr>
            <p:nvPr/>
          </p:nvSpPr>
          <p:spPr bwMode="auto">
            <a:xfrm>
              <a:off x="6323013" y="2420938"/>
              <a:ext cx="130175" cy="130175"/>
            </a:xfrm>
            <a:custGeom>
              <a:avLst/>
              <a:gdLst>
                <a:gd name="T0" fmla="*/ 89656 w 147320"/>
                <a:gd name="T1" fmla="*/ 0 h 147319"/>
                <a:gd name="T2" fmla="*/ 0 w 147320"/>
                <a:gd name="T3" fmla="*/ 0 h 147319"/>
                <a:gd name="T4" fmla="*/ 44595 w 147320"/>
                <a:gd name="T5" fmla="*/ 89657 h 147319"/>
                <a:gd name="T6" fmla="*/ 89656 w 147320"/>
                <a:gd name="T7" fmla="*/ 0 h 1473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7320" h="147319">
                  <a:moveTo>
                    <a:pt x="147066" y="0"/>
                  </a:moveTo>
                  <a:lnTo>
                    <a:pt x="0" y="0"/>
                  </a:lnTo>
                  <a:lnTo>
                    <a:pt x="73151" y="147066"/>
                  </a:lnTo>
                  <a:lnTo>
                    <a:pt x="1470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922654"/>
              </p:ext>
            </p:extLst>
          </p:nvPr>
        </p:nvGraphicFramePr>
        <p:xfrm>
          <a:off x="609600" y="1981200"/>
          <a:ext cx="11277600" cy="3196625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3657600"/>
                <a:gridCol w="7620000"/>
              </a:tblGrid>
              <a:tr h="359102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Built-in Exceptions</a:t>
                      </a:r>
                    </a:p>
                  </a:txBody>
                  <a:tcPr marL="30626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30626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92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800" b="1" dirty="0" err="1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ArithmeticException</a:t>
                      </a:r>
                      <a:endParaRPr lang="en-US" sz="18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626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thrown when an exceptional condition has occurred in an arithmetic operation.</a:t>
                      </a:r>
                    </a:p>
                  </a:txBody>
                  <a:tcPr marL="183756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5343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ArrayIndexOutOfBoundsException</a:t>
                      </a:r>
                    </a:p>
                  </a:txBody>
                  <a:tcPr marL="30626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thrown to indicate that an array has been accessed with an illegal index. The index is either negative or greater than or equal to the size of the array.</a:t>
                      </a:r>
                    </a:p>
                  </a:txBody>
                  <a:tcPr marL="183756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92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err="1" smtClean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ClassNotFoundException</a:t>
                      </a:r>
                      <a:endParaRPr lang="en-US" sz="18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626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exception is raised when we try to access a class whose definition is not found.</a:t>
                      </a:r>
                    </a:p>
                  </a:txBody>
                  <a:tcPr marL="183756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187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FileNotFoundException</a:t>
                      </a:r>
                    </a:p>
                  </a:txBody>
                  <a:tcPr marL="30626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exception that is raised when a file is not accessible or does not open.</a:t>
                      </a:r>
                    </a:p>
                  </a:txBody>
                  <a:tcPr marL="183756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609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IOException</a:t>
                      </a:r>
                    </a:p>
                  </a:txBody>
                  <a:tcPr marL="30626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thrown when an input-output operation is failed or interrupted.</a:t>
                      </a:r>
                    </a:p>
                  </a:txBody>
                  <a:tcPr marL="183756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object 4"/>
          <p:cNvSpPr txBox="1">
            <a:spLocks/>
          </p:cNvSpPr>
          <p:nvPr/>
        </p:nvSpPr>
        <p:spPr bwMode="auto">
          <a:xfrm>
            <a:off x="1466838" y="1496906"/>
            <a:ext cx="1396536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Examples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58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444593"/>
              </p:ext>
            </p:extLst>
          </p:nvPr>
        </p:nvGraphicFramePr>
        <p:xfrm>
          <a:off x="914400" y="1066800"/>
          <a:ext cx="10058400" cy="3669764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838200"/>
                <a:gridCol w="9220200"/>
              </a:tblGrid>
              <a:tr h="304800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679" marR="33679" marT="33679" marB="33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&amp; Description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679" marR="33679" marT="33679" marB="33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45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3679" marR="33679" marT="33679" marB="33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String </a:t>
                      </a:r>
                      <a:r>
                        <a:rPr lang="en-US" sz="1800" b="1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getMessage</a:t>
                      </a: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  <a:p>
                      <a:pPr algn="just"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a detailed message about the exception that has occurred. This message is initialized in the Throwable constructor.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679" marR="33679" marT="33679" marB="33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26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3679" marR="33679" marT="33679" marB="33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String </a:t>
                      </a:r>
                      <a:r>
                        <a:rPr lang="en-US" sz="1800" b="1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toString</a:t>
                      </a: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  <a:p>
                      <a:pPr algn="just"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the name of the class concatenated with the result of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getMessage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().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679" marR="33679" marT="33679" marB="33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26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3679" marR="33679" marT="33679" marB="33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void </a:t>
                      </a:r>
                      <a:r>
                        <a:rPr lang="en-US" sz="1800" b="1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printStackTrace</a:t>
                      </a: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  <a:p>
                      <a:pPr algn="just"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Prints the result of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toString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along with the stack trace to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System.err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the error output stream.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679" marR="33679" marT="33679" marB="33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45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3679" marR="33679" marT="33679" marB="33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Throwable </a:t>
                      </a:r>
                      <a:r>
                        <a:rPr lang="en-US" sz="1800" b="1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fillInStackTrace</a:t>
                      </a: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  <a:p>
                      <a:pPr algn="just"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Fills the stack trace of this Throwable object with the current stack trace, adding to any previous information in the stack trace.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679" marR="33679" marT="33679" marB="33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8" name="object 4"/>
          <p:cNvSpPr txBox="1">
            <a:spLocks/>
          </p:cNvSpPr>
          <p:nvPr/>
        </p:nvSpPr>
        <p:spPr bwMode="auto">
          <a:xfrm>
            <a:off x="2628515" y="222857"/>
            <a:ext cx="4828566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Methods available in Exception Class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6779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19836" y="1283997"/>
            <a:ext cx="63143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Exception_Ex1{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public static void main(String[ 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myNumbers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 2, 3};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myNumbers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[10]);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error!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" y="860320"/>
            <a:ext cx="10477500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will generate an error, because 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myNumbers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does not exist.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11" name="object 4"/>
          <p:cNvSpPr txBox="1">
            <a:spLocks/>
          </p:cNvSpPr>
          <p:nvPr/>
        </p:nvSpPr>
        <p:spPr bwMode="auto">
          <a:xfrm>
            <a:off x="2628515" y="222857"/>
            <a:ext cx="1276311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352800" y="3048000"/>
            <a:ext cx="2057400" cy="442760"/>
          </a:xfrm>
          <a:prstGeom prst="rect">
            <a:avLst/>
          </a:prstGeom>
          <a:solidFill>
            <a:schemeClr val="lt1">
              <a:alpha val="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20269" y="4223531"/>
            <a:ext cx="6096000" cy="1015663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in thread "main"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java.lang.ArrayIndexOutOfBoundsException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</a:t>
            </a:r>
            <a:b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at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Main.main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(Main.java:4)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0269" y="3873371"/>
            <a:ext cx="1146468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67874" y="3784101"/>
            <a:ext cx="3080926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Exception_Ex1.java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357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8" grpId="0" animBg="1"/>
      <p:bldP spid="20" grpId="0" animBg="1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/>
          <p:nvPr/>
        </p:nvSpPr>
        <p:spPr>
          <a:xfrm>
            <a:off x="558174" y="731172"/>
            <a:ext cx="3404226" cy="2553300"/>
          </a:xfrm>
          <a:prstGeom prst="rect">
            <a:avLst/>
          </a:prstGeom>
        </p:spPr>
        <p:txBody>
          <a:bodyPr wrap="square" lIns="0" tIns="128307" rIns="0" bIns="0">
            <a:spAutoFit/>
          </a:bodyPr>
          <a:lstStyle/>
          <a:p>
            <a:pPr marL="11206">
              <a:spcBef>
                <a:spcPts val="1010"/>
              </a:spcBef>
              <a:defRPr/>
            </a:pPr>
            <a:r>
              <a:rPr lang="en-US" sz="2000" b="1" spc="-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Five Keywords used are: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500" indent="-439294">
              <a:spcBef>
                <a:spcPts val="918"/>
              </a:spcBef>
              <a:buSzPct val="97727"/>
              <a:buFont typeface="Wingdings"/>
              <a:buChar char=""/>
              <a:tabLst>
                <a:tab pos="451061" algn="l"/>
              </a:tabLst>
              <a:defRPr/>
            </a:pPr>
            <a:r>
              <a:rPr sz="2000" b="1" i="1" spc="-9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500" indent="-439294">
              <a:spcBef>
                <a:spcPts val="922"/>
              </a:spcBef>
              <a:buSzPct val="97727"/>
              <a:buFont typeface="Wingdings"/>
              <a:buChar char=""/>
              <a:tabLst>
                <a:tab pos="451061" algn="l"/>
              </a:tabLst>
              <a:defRPr/>
            </a:pPr>
            <a:r>
              <a:rPr sz="2000" b="1" i="1" spc="-4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500" indent="-439294">
              <a:spcBef>
                <a:spcPts val="922"/>
              </a:spcBef>
              <a:buSzPct val="97727"/>
              <a:buFont typeface="Wingdings"/>
              <a:buChar char=""/>
              <a:tabLst>
                <a:tab pos="451061" algn="l"/>
              </a:tabLst>
              <a:defRPr/>
            </a:pPr>
            <a:r>
              <a:rPr lang="en-US" sz="2000" b="1" i="1" spc="-4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b="1" i="1" spc="-4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hrow</a:t>
            </a:r>
            <a:r>
              <a:rPr lang="en-US" sz="2000" b="1" i="1" spc="-4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500" indent="-439294">
              <a:spcBef>
                <a:spcPts val="922"/>
              </a:spcBef>
              <a:buSzPct val="97727"/>
              <a:buFont typeface="Wingdings"/>
              <a:buChar char=""/>
              <a:tabLst>
                <a:tab pos="451061" algn="l"/>
              </a:tabLst>
              <a:defRPr/>
            </a:pPr>
            <a:r>
              <a:rPr lang="en-US" sz="2000" b="1" i="1" spc="-4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b="1" i="1" spc="-4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hrows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500" indent="-439294">
              <a:spcBef>
                <a:spcPts val="922"/>
              </a:spcBef>
              <a:buSzPct val="97727"/>
              <a:buFont typeface="Wingdings"/>
              <a:buChar char=""/>
              <a:tabLst>
                <a:tab pos="451061" algn="l"/>
              </a:tabLst>
              <a:defRPr/>
            </a:pPr>
            <a:r>
              <a:rPr sz="2000" b="1" i="1" spc="-4" dirty="0" smtClean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7726" y="3284472"/>
            <a:ext cx="114794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 program, if there is a chance of rising an exception then compiler always warn us about it and compulsorily we should handle that checked exception, Otherwise we will get compile time error saying </a:t>
            </a:r>
            <a:r>
              <a:rPr lang="en-US" sz="20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unreported exception XXX must be caught or declared to be thrown</a:t>
            </a:r>
            <a:r>
              <a:rPr lang="en-US" sz="2000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prevent this compile time error we can handle the exception in two ways:</a:t>
            </a:r>
          </a:p>
          <a:p>
            <a:pPr algn="just" fontAlgn="base">
              <a:buFont typeface="+mj-lt"/>
              <a:buAutoNum type="arabicPeriod"/>
            </a:pPr>
            <a:r>
              <a:rPr lang="en-US" sz="20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using </a:t>
            </a:r>
            <a:r>
              <a:rPr lang="en-US" sz="2000" b="1" i="0" u="none" strike="noStrike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try catch</a:t>
            </a:r>
            <a:endParaRPr lang="en-US" sz="2000" b="1" i="0" dirty="0" smtClean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buFont typeface="+mj-lt"/>
              <a:buAutoNum type="arabicPeriod"/>
            </a:pPr>
            <a:r>
              <a:rPr lang="en-US" sz="20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using throws keyword</a:t>
            </a:r>
            <a:endParaRPr lang="en-US" sz="20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8" name="object 4"/>
          <p:cNvSpPr txBox="1">
            <a:spLocks/>
          </p:cNvSpPr>
          <p:nvPr/>
        </p:nvSpPr>
        <p:spPr bwMode="auto">
          <a:xfrm>
            <a:off x="2628515" y="222857"/>
            <a:ext cx="3180679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Java exception-handling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0375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25" name="object 4"/>
          <p:cNvSpPr txBox="1">
            <a:spLocks/>
          </p:cNvSpPr>
          <p:nvPr/>
        </p:nvSpPr>
        <p:spPr bwMode="auto">
          <a:xfrm>
            <a:off x="2628515" y="222857"/>
            <a:ext cx="1276311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try-catch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3753" y="609600"/>
            <a:ext cx="115044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contains a set of statements where an exception can occur. It is always followed by a catch block, which handles the exception that occurs in the associated try block. </a:t>
            </a:r>
            <a:endParaRPr lang="en-US" sz="2000" dirty="0" smtClean="0">
              <a:solidFill>
                <a:srgbClr val="4A4A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block must be followed by catch blocks or finally block or both.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33914" y="3048000"/>
            <a:ext cx="4014333" cy="2708434"/>
          </a:xfrm>
          <a:prstGeom prst="rect">
            <a:avLst/>
          </a:prstGeom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600"/>
              </a:spcBef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//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that may throw exception</a:t>
            </a:r>
          </a:p>
          <a:p>
            <a:pPr>
              <a:spcBef>
                <a:spcPts val="600"/>
              </a:spcBef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ts val="600"/>
              </a:spcBef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catch(</a:t>
            </a:r>
            <a:r>
              <a:rPr lang="en-US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Exception_class_Name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>
              <a:spcBef>
                <a:spcPts val="600"/>
              </a:spcBef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//Exception handled body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3753" y="1967920"/>
            <a:ext cx="115044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is where you handle the exceptions. This block must follow the try block and a single try block can have several catch blocks associated with it.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434" y="2928248"/>
            <a:ext cx="725776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catch different exceptions in different catch blocks. 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an exception occurs in a try block, the corresponding catch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block that handles that particular exception executes.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various tasks at the occurrence of various exceptions,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use the multi-catch block.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9952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9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7" name="object 4"/>
          <p:cNvSpPr txBox="1">
            <a:spLocks/>
          </p:cNvSpPr>
          <p:nvPr/>
        </p:nvSpPr>
        <p:spPr bwMode="auto">
          <a:xfrm>
            <a:off x="2628515" y="222857"/>
            <a:ext cx="3164649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try-catch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Control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Flow</a:t>
            </a:r>
          </a:p>
        </p:txBody>
      </p:sp>
      <p:sp>
        <p:nvSpPr>
          <p:cNvPr id="8" name="object 3"/>
          <p:cNvSpPr txBox="1"/>
          <p:nvPr/>
        </p:nvSpPr>
        <p:spPr>
          <a:xfrm>
            <a:off x="458006" y="990600"/>
            <a:ext cx="2273696" cy="411876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ctr">
              <a:defRPr sz="2000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en-US" sz="2400" dirty="0"/>
              <a:t>C</a:t>
            </a:r>
            <a:r>
              <a:rPr sz="2400" dirty="0" smtClean="0"/>
              <a:t>ode </a:t>
            </a:r>
            <a:r>
              <a:rPr sz="2400" dirty="0"/>
              <a:t>before try</a:t>
            </a:r>
          </a:p>
        </p:txBody>
      </p:sp>
      <p:sp>
        <p:nvSpPr>
          <p:cNvPr id="9" name="object 4"/>
          <p:cNvSpPr>
            <a:spLocks/>
          </p:cNvSpPr>
          <p:nvPr/>
        </p:nvSpPr>
        <p:spPr bwMode="auto">
          <a:xfrm>
            <a:off x="470758" y="1696015"/>
            <a:ext cx="2111598" cy="942199"/>
          </a:xfrm>
          <a:custGeom>
            <a:avLst/>
            <a:gdLst>
              <a:gd name="T0" fmla="*/ 1911033 w 3156585"/>
              <a:gd name="T1" fmla="*/ 298577 h 986154"/>
              <a:gd name="T2" fmla="*/ 955517 w 3156585"/>
              <a:gd name="T3" fmla="*/ 0 h 986154"/>
              <a:gd name="T4" fmla="*/ 0 w 3156585"/>
              <a:gd name="T5" fmla="*/ 298577 h 986154"/>
              <a:gd name="T6" fmla="*/ 955517 w 3156585"/>
              <a:gd name="T7" fmla="*/ 597155 h 986154"/>
              <a:gd name="T8" fmla="*/ 1911033 w 3156585"/>
              <a:gd name="T9" fmla="*/ 298577 h 9861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56585" h="986154">
                <a:moveTo>
                  <a:pt x="3156204" y="493013"/>
                </a:moveTo>
                <a:lnTo>
                  <a:pt x="1578101" y="0"/>
                </a:lnTo>
                <a:lnTo>
                  <a:pt x="0" y="493013"/>
                </a:lnTo>
                <a:lnTo>
                  <a:pt x="1578102" y="986027"/>
                </a:lnTo>
                <a:lnTo>
                  <a:pt x="3156204" y="493013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spc="-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b="1" spc="-62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9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8"/>
          <p:cNvSpPr txBox="1"/>
          <p:nvPr/>
        </p:nvSpPr>
        <p:spPr>
          <a:xfrm>
            <a:off x="650923" y="3869748"/>
            <a:ext cx="2080779" cy="458722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ctr">
              <a:defRPr sz="2400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dirty="0"/>
              <a:t>code after try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31610" y="2638214"/>
            <a:ext cx="1268056" cy="1250235"/>
            <a:chOff x="6762155" y="3794383"/>
            <a:chExt cx="1268056" cy="1250235"/>
          </a:xfrm>
        </p:grpSpPr>
        <p:sp>
          <p:nvSpPr>
            <p:cNvPr id="12" name="object 9"/>
            <p:cNvSpPr>
              <a:spLocks/>
            </p:cNvSpPr>
            <p:nvPr/>
          </p:nvSpPr>
          <p:spPr bwMode="auto">
            <a:xfrm flipH="1">
              <a:off x="7834241" y="3794383"/>
              <a:ext cx="55164" cy="1250235"/>
            </a:xfrm>
            <a:custGeom>
              <a:avLst/>
              <a:gdLst>
                <a:gd name="T0" fmla="*/ 0 h 2443479"/>
                <a:gd name="T1" fmla="*/ 1480260 h 2443479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443479">
                  <a:moveTo>
                    <a:pt x="0" y="0"/>
                  </a:moveTo>
                  <a:lnTo>
                    <a:pt x="0" y="2442972"/>
                  </a:lnTo>
                </a:path>
              </a:pathLst>
            </a:cu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1"/>
            <p:cNvSpPr txBox="1"/>
            <p:nvPr/>
          </p:nvSpPr>
          <p:spPr>
            <a:xfrm>
              <a:off x="6762155" y="3888984"/>
              <a:ext cx="126805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dirty="0"/>
                <a:t>no </a:t>
              </a:r>
              <a:r>
                <a:rPr dirty="0" smtClean="0"/>
                <a:t>exception </a:t>
              </a:r>
              <a:r>
                <a:rPr dirty="0"/>
                <a:t>occur</a:t>
              </a:r>
            </a:p>
          </p:txBody>
        </p:sp>
      </p:grpSp>
      <p:sp>
        <p:nvSpPr>
          <p:cNvPr id="14" name="object 12"/>
          <p:cNvSpPr txBox="1"/>
          <p:nvPr/>
        </p:nvSpPr>
        <p:spPr>
          <a:xfrm>
            <a:off x="3577339" y="1978366"/>
            <a:ext cx="1782134" cy="474565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ctr">
              <a:defRPr sz="2400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dirty="0"/>
              <a:t>catch block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494089" y="1555830"/>
            <a:ext cx="1259907" cy="646331"/>
            <a:chOff x="8824634" y="2711999"/>
            <a:chExt cx="1259907" cy="646331"/>
          </a:xfrm>
        </p:grpSpPr>
        <p:sp>
          <p:nvSpPr>
            <p:cNvPr id="16" name="object 13"/>
            <p:cNvSpPr>
              <a:spLocks/>
            </p:cNvSpPr>
            <p:nvPr/>
          </p:nvSpPr>
          <p:spPr bwMode="auto">
            <a:xfrm flipV="1">
              <a:off x="8824634" y="3276641"/>
              <a:ext cx="1120781" cy="45719"/>
            </a:xfrm>
            <a:custGeom>
              <a:avLst/>
              <a:gdLst>
                <a:gd name="T0" fmla="*/ 0 w 2643504"/>
                <a:gd name="T1" fmla="*/ 1600965 w 2643504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2643504">
                  <a:moveTo>
                    <a:pt x="0" y="0"/>
                  </a:moveTo>
                  <a:lnTo>
                    <a:pt x="2643378" y="0"/>
                  </a:lnTo>
                </a:path>
              </a:pathLst>
            </a:cu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5"/>
            <p:cNvSpPr txBox="1"/>
            <p:nvPr/>
          </p:nvSpPr>
          <p:spPr>
            <a:xfrm>
              <a:off x="8844645" y="2711999"/>
              <a:ext cx="12398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dirty="0"/>
                <a:t>exception occurs</a:t>
              </a:r>
            </a:p>
          </p:txBody>
        </p:sp>
      </p:grpSp>
      <p:sp>
        <p:nvSpPr>
          <p:cNvPr id="18" name="object 18"/>
          <p:cNvSpPr>
            <a:spLocks/>
          </p:cNvSpPr>
          <p:nvPr/>
        </p:nvSpPr>
        <p:spPr bwMode="auto">
          <a:xfrm>
            <a:off x="1526557" y="1389307"/>
            <a:ext cx="0" cy="318763"/>
          </a:xfrm>
          <a:custGeom>
            <a:avLst/>
            <a:gdLst>
              <a:gd name="T0" fmla="*/ 0 h 427989"/>
              <a:gd name="T1" fmla="*/ 259627 h 427989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427989">
                <a:moveTo>
                  <a:pt x="0" y="0"/>
                </a:moveTo>
                <a:lnTo>
                  <a:pt x="0" y="427481"/>
                </a:lnTo>
              </a:path>
            </a:pathLst>
          </a:custGeom>
          <a:ln w="38100">
            <a:solidFill>
              <a:schemeClr val="bg2">
                <a:lumMod val="25000"/>
              </a:schemeClr>
            </a:solidFill>
            <a:tailEnd type="triangl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940624" y="2467380"/>
            <a:ext cx="2549232" cy="1379550"/>
            <a:chOff x="8271169" y="3623549"/>
            <a:chExt cx="2549232" cy="1379550"/>
          </a:xfrm>
        </p:grpSpPr>
        <p:sp>
          <p:nvSpPr>
            <p:cNvPr id="20" name="object 16"/>
            <p:cNvSpPr>
              <a:spLocks/>
            </p:cNvSpPr>
            <p:nvPr/>
          </p:nvSpPr>
          <p:spPr bwMode="auto">
            <a:xfrm>
              <a:off x="8271169" y="3623549"/>
              <a:ext cx="2549232" cy="1379550"/>
            </a:xfrm>
            <a:custGeom>
              <a:avLst/>
              <a:gdLst>
                <a:gd name="T0" fmla="*/ 3271459 w 5397500"/>
                <a:gd name="T1" fmla="*/ 0 h 2561590"/>
                <a:gd name="T2" fmla="*/ 3271459 w 5397500"/>
                <a:gd name="T3" fmla="*/ 803781 h 2561590"/>
                <a:gd name="T4" fmla="*/ 0 w 5397500"/>
                <a:gd name="T5" fmla="*/ 803782 h 2561590"/>
                <a:gd name="T6" fmla="*/ 0 w 5397500"/>
                <a:gd name="T7" fmla="*/ 1549031 h 25615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97500" h="2561590">
                  <a:moveTo>
                    <a:pt x="5397246" y="0"/>
                  </a:moveTo>
                  <a:lnTo>
                    <a:pt x="5397246" y="1328927"/>
                  </a:lnTo>
                  <a:lnTo>
                    <a:pt x="0" y="1328928"/>
                  </a:lnTo>
                  <a:lnTo>
                    <a:pt x="0" y="2561082"/>
                  </a:lnTo>
                </a:path>
              </a:pathLst>
            </a:custGeom>
            <a:ln w="38100">
              <a:solidFill>
                <a:schemeClr val="bg2">
                  <a:lumMod val="25000"/>
                </a:schemeClr>
              </a:soli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15"/>
            <p:cNvSpPr txBox="1"/>
            <p:nvPr/>
          </p:nvSpPr>
          <p:spPr>
            <a:xfrm>
              <a:off x="8497834" y="4344031"/>
              <a:ext cx="14475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dirty="0"/>
                <a:t>exception </a:t>
              </a:r>
              <a:r>
                <a:rPr lang="en-US" dirty="0"/>
                <a:t>Handled</a:t>
              </a:r>
              <a:endParaRPr dirty="0"/>
            </a:p>
          </p:txBody>
        </p:sp>
      </p:grpSp>
      <p:sp>
        <p:nvSpPr>
          <p:cNvPr id="22" name="Rectangle 21"/>
          <p:cNvSpPr/>
          <p:nvPr/>
        </p:nvSpPr>
        <p:spPr>
          <a:xfrm>
            <a:off x="6347632" y="880854"/>
            <a:ext cx="556769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try_catch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public static void main(String[ ]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try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myNumbers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 2, 3};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myNumbers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catch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(Exception e)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("Something went wrong.");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 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03692" y="118937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error occurs, we can use try...catch to catch the error and execute some code to handle it: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5107" y="5118373"/>
            <a:ext cx="1146468" cy="369332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75657" y="5109667"/>
            <a:ext cx="1857776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US" sz="2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try_catch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63000" y="2895600"/>
            <a:ext cx="1676400" cy="3026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>
            <a:stCxn id="27" idx="2"/>
          </p:cNvCxnSpPr>
          <p:nvPr/>
        </p:nvCxnSpPr>
        <p:spPr>
          <a:xfrm flipH="1">
            <a:off x="7162800" y="3198247"/>
            <a:ext cx="2438400" cy="6359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900485" y="3300839"/>
            <a:ext cx="2668866" cy="70788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occurs and handled in catch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8565107" y="4495800"/>
            <a:ext cx="2640466" cy="1390710"/>
            <a:chOff x="8565107" y="4495800"/>
            <a:chExt cx="2640466" cy="1390710"/>
          </a:xfrm>
        </p:grpSpPr>
        <p:sp>
          <p:nvSpPr>
            <p:cNvPr id="24" name="Rectangle 23"/>
            <p:cNvSpPr/>
            <p:nvPr/>
          </p:nvSpPr>
          <p:spPr>
            <a:xfrm>
              <a:off x="8565107" y="5486400"/>
              <a:ext cx="2640466" cy="400110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92D050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Something went wrong.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Straight Arrow Connector 32"/>
            <p:cNvCxnSpPr>
              <a:endCxn id="24" idx="0"/>
            </p:cNvCxnSpPr>
            <p:nvPr/>
          </p:nvCxnSpPr>
          <p:spPr>
            <a:xfrm flipH="1">
              <a:off x="9885340" y="4495800"/>
              <a:ext cx="325460" cy="990600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8481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0" grpId="1" animBg="1"/>
      <p:bldP spid="14" grpId="0" animBg="1"/>
      <p:bldP spid="18" grpId="0" animBg="1"/>
      <p:bldP spid="22" grpId="0"/>
      <p:bldP spid="23" grpId="0"/>
      <p:bldP spid="25" grpId="0" animBg="1"/>
      <p:bldP spid="26" grpId="0"/>
      <p:bldP spid="27" grpId="0" animBg="1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6" name="object 4"/>
          <p:cNvSpPr txBox="1">
            <a:spLocks/>
          </p:cNvSpPr>
          <p:nvPr/>
        </p:nvSpPr>
        <p:spPr bwMode="auto">
          <a:xfrm>
            <a:off x="2628515" y="222857"/>
            <a:ext cx="2943434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Finally : Control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Flow</a:t>
            </a:r>
          </a:p>
        </p:txBody>
      </p:sp>
      <p:sp>
        <p:nvSpPr>
          <p:cNvPr id="7" name="Flowchart: Process 6"/>
          <p:cNvSpPr/>
          <p:nvPr/>
        </p:nvSpPr>
        <p:spPr>
          <a:xfrm>
            <a:off x="490659" y="897155"/>
            <a:ext cx="2048937" cy="457200"/>
          </a:xfrm>
          <a:prstGeom prst="flowChartProcess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Code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lowchart: Decision 2"/>
          <p:cNvSpPr/>
          <p:nvPr/>
        </p:nvSpPr>
        <p:spPr>
          <a:xfrm>
            <a:off x="490659" y="1777482"/>
            <a:ext cx="2266666" cy="989807"/>
          </a:xfrm>
          <a:prstGeom prst="flowChartDecision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Occurred ?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Flowchart: Decision 37"/>
          <p:cNvSpPr/>
          <p:nvPr/>
        </p:nvSpPr>
        <p:spPr>
          <a:xfrm>
            <a:off x="2188895" y="2673562"/>
            <a:ext cx="2123964" cy="1102218"/>
          </a:xfrm>
          <a:prstGeom prst="flowChartDecision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Handled </a:t>
            </a:r>
          </a:p>
          <a:p>
            <a:pPr algn="ctr"/>
            <a:r>
              <a:rPr 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Flowchart: Process 38"/>
          <p:cNvSpPr/>
          <p:nvPr/>
        </p:nvSpPr>
        <p:spPr>
          <a:xfrm>
            <a:off x="1279551" y="4101253"/>
            <a:ext cx="2299648" cy="772821"/>
          </a:xfrm>
          <a:prstGeom prst="flowChartProcess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Finally block will be executed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2732140" y="2218960"/>
            <a:ext cx="538677" cy="473100"/>
            <a:chOff x="9397996" y="1828800"/>
            <a:chExt cx="654023" cy="685800"/>
          </a:xfrm>
        </p:grpSpPr>
        <p:cxnSp>
          <p:nvCxnSpPr>
            <p:cNvPr id="44" name="Straight Connector 43"/>
            <p:cNvCxnSpPr/>
            <p:nvPr/>
          </p:nvCxnSpPr>
          <p:spPr>
            <a:xfrm flipH="1">
              <a:off x="9397996" y="1873312"/>
              <a:ext cx="629821" cy="0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10041909" y="1828800"/>
              <a:ext cx="10110" cy="685800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/>
          <p:cNvGrpSpPr/>
          <p:nvPr/>
        </p:nvGrpSpPr>
        <p:grpSpPr>
          <a:xfrm>
            <a:off x="3611629" y="3221291"/>
            <a:ext cx="834357" cy="1323776"/>
            <a:chOff x="-6634016" y="4275200"/>
            <a:chExt cx="2077622" cy="1939574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-4556394" y="4285369"/>
              <a:ext cx="0" cy="1929404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-6634016" y="6214774"/>
              <a:ext cx="2077621" cy="0"/>
            </a:xfrm>
            <a:prstGeom prst="straightConnector1">
              <a:avLst/>
            </a:prstGeom>
            <a:ln w="28575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38" idx="3"/>
            </p:cNvCxnSpPr>
            <p:nvPr/>
          </p:nvCxnSpPr>
          <p:spPr>
            <a:xfrm flipV="1">
              <a:off x="-5030183" y="4275200"/>
              <a:ext cx="453353" cy="12795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16" name="Group 9215"/>
          <p:cNvGrpSpPr/>
          <p:nvPr/>
        </p:nvGrpSpPr>
        <p:grpSpPr>
          <a:xfrm>
            <a:off x="1677079" y="3217666"/>
            <a:ext cx="567269" cy="883587"/>
            <a:chOff x="8271931" y="3333804"/>
            <a:chExt cx="567269" cy="1542994"/>
          </a:xfrm>
        </p:grpSpPr>
        <p:cxnSp>
          <p:nvCxnSpPr>
            <p:cNvPr id="59" name="Straight Connector 58"/>
            <p:cNvCxnSpPr/>
            <p:nvPr/>
          </p:nvCxnSpPr>
          <p:spPr>
            <a:xfrm flipH="1">
              <a:off x="8278755" y="3333805"/>
              <a:ext cx="560445" cy="0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8271931" y="3333804"/>
              <a:ext cx="0" cy="1542994"/>
            </a:xfrm>
            <a:prstGeom prst="straightConnector1">
              <a:avLst/>
            </a:prstGeom>
            <a:ln w="28575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26" name="Group 9225"/>
          <p:cNvGrpSpPr/>
          <p:nvPr/>
        </p:nvGrpSpPr>
        <p:grpSpPr>
          <a:xfrm>
            <a:off x="292970" y="2281801"/>
            <a:ext cx="897263" cy="2256325"/>
            <a:chOff x="-2004390" y="2806781"/>
            <a:chExt cx="1029065" cy="3434409"/>
          </a:xfrm>
        </p:grpSpPr>
        <p:cxnSp>
          <p:nvCxnSpPr>
            <p:cNvPr id="42" name="Straight Connector 41"/>
            <p:cNvCxnSpPr>
              <a:stCxn id="3" idx="1"/>
            </p:cNvCxnSpPr>
            <p:nvPr/>
          </p:nvCxnSpPr>
          <p:spPr>
            <a:xfrm flipH="1" flipV="1">
              <a:off x="-2004390" y="2806781"/>
              <a:ext cx="311520" cy="2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V="1">
              <a:off x="-1974810" y="6227541"/>
              <a:ext cx="999485" cy="13647"/>
            </a:xfrm>
            <a:prstGeom prst="straightConnector1">
              <a:avLst/>
            </a:prstGeom>
            <a:ln w="28575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9" name="Straight Connector 9218"/>
            <p:cNvCxnSpPr/>
            <p:nvPr/>
          </p:nvCxnSpPr>
          <p:spPr>
            <a:xfrm>
              <a:off x="-1997155" y="2806781"/>
              <a:ext cx="0" cy="3434409"/>
            </a:xfrm>
            <a:prstGeom prst="line">
              <a:avLst/>
            </a:prstGeom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27" name="TextBox 9226"/>
          <p:cNvSpPr txBox="1"/>
          <p:nvPr/>
        </p:nvSpPr>
        <p:spPr>
          <a:xfrm>
            <a:off x="246587" y="187734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646670" y="1892263"/>
            <a:ext cx="518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130335" y="2842542"/>
            <a:ext cx="518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716665" y="284833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29" name="Straight Arrow Connector 9228"/>
          <p:cNvCxnSpPr/>
          <p:nvPr/>
        </p:nvCxnSpPr>
        <p:spPr>
          <a:xfrm>
            <a:off x="1515127" y="1369093"/>
            <a:ext cx="0" cy="408389"/>
          </a:xfrm>
          <a:prstGeom prst="straightConnector1">
            <a:avLst/>
          </a:prstGeom>
          <a:ln w="285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683416" y="1112575"/>
            <a:ext cx="7403929" cy="43242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2000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combinations of try-catch-finally which may happen whenever an exception is raised and how the control flow occurs in each of the given cases. 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flow in try-catch clause OR try-catch-finally clause</a:t>
            </a:r>
            <a:r>
              <a:rPr lang="en-US" sz="2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1:</a:t>
            </a:r>
            <a:r>
              <a:rPr lang="en-US" sz="2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Exception occurs in try block and handled in catch block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2: </a:t>
            </a:r>
            <a:r>
              <a:rPr lang="en-US" sz="2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occurs in try-block is not handled in catch block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3:</a:t>
            </a:r>
            <a:r>
              <a:rPr lang="en-US" sz="2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Exception doesn’t occur in </a:t>
            </a:r>
            <a:r>
              <a:rPr lang="en-US" sz="2000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try-block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try-finally clause</a:t>
            </a:r>
            <a:r>
              <a:rPr lang="en-US" sz="2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1: </a:t>
            </a:r>
            <a:r>
              <a:rPr lang="en-US" sz="2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occurs in try block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2:</a:t>
            </a:r>
            <a:r>
              <a:rPr lang="en-US" sz="2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Exception doesn’t occur in </a:t>
            </a:r>
            <a:r>
              <a:rPr lang="en-US" sz="2000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try-block</a:t>
            </a:r>
            <a:endParaRPr lang="en-US" sz="2000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5124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  <p:bldP spid="38" grpId="0" animBg="1"/>
      <p:bldP spid="39" grpId="0" animBg="1"/>
      <p:bldP spid="39" grpId="1" animBg="1"/>
      <p:bldP spid="39" grpId="2" animBg="1"/>
      <p:bldP spid="9227" grpId="0"/>
      <p:bldP spid="78" grpId="0"/>
      <p:bldP spid="79" grpId="0"/>
      <p:bldP spid="8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5231646" y="222857"/>
            <a:ext cx="6753920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class case1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void main(String[]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try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myNumbers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 2, 3};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myNumbers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}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catch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(Exception e) {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("Something went wrong."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}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"The 'try catch' is finished.“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} 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896184" y="2095353"/>
            <a:ext cx="2027999" cy="3026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endParaRPr lang="en-US"/>
          </a:p>
        </p:txBody>
      </p:sp>
      <p:cxnSp>
        <p:nvCxnSpPr>
          <p:cNvPr id="21" name="Straight Arrow Connector 20"/>
          <p:cNvCxnSpPr>
            <a:stCxn id="20" idx="2"/>
          </p:cNvCxnSpPr>
          <p:nvPr/>
        </p:nvCxnSpPr>
        <p:spPr>
          <a:xfrm flipH="1">
            <a:off x="6421863" y="2398000"/>
            <a:ext cx="3488321" cy="650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062505" y="2500592"/>
            <a:ext cx="2576401" cy="70788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occurs and handled in catch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urved Connector 22"/>
          <p:cNvCxnSpPr/>
          <p:nvPr/>
        </p:nvCxnSpPr>
        <p:spPr>
          <a:xfrm rot="10800000" flipV="1">
            <a:off x="7214894" y="3581399"/>
            <a:ext cx="4519909" cy="519853"/>
          </a:xfrm>
          <a:prstGeom prst="curvedConnector3">
            <a:avLst>
              <a:gd name="adj1" fmla="val -415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062505" y="5340170"/>
            <a:ext cx="2844017" cy="646331"/>
          </a:xfrm>
          <a:prstGeom prst="rect">
            <a:avLst/>
          </a:prstGeom>
          <a:solidFill>
            <a:schemeClr val="tx1"/>
          </a:solidFill>
          <a:ln w="28575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Something went wrong.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'try catch' is finished.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9062505" y="3775780"/>
            <a:ext cx="2367495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8382000" y="4648200"/>
            <a:ext cx="2367495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17984" y="4973061"/>
            <a:ext cx="1146468" cy="369332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975465" y="4925625"/>
            <a:ext cx="2140335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case1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9910184" y="3775780"/>
            <a:ext cx="376816" cy="156439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9845229" y="4631787"/>
            <a:ext cx="97334" cy="693948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32" name="object 4"/>
          <p:cNvSpPr txBox="1">
            <a:spLocks/>
          </p:cNvSpPr>
          <p:nvPr/>
        </p:nvSpPr>
        <p:spPr bwMode="auto">
          <a:xfrm>
            <a:off x="2628515" y="222857"/>
            <a:ext cx="2385589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Finally : Example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19100" y="990600"/>
            <a:ext cx="4595004" cy="830997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1:</a:t>
            </a:r>
            <a:r>
              <a:rPr lang="en-US" sz="24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Exception occurs in try block and handled in catch block</a:t>
            </a:r>
          </a:p>
        </p:txBody>
      </p:sp>
      <p:pic>
        <p:nvPicPr>
          <p:cNvPr id="82" name="Picture 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39" y="2028342"/>
            <a:ext cx="3371124" cy="311601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9690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2" grpId="0"/>
      <p:bldP spid="24" grpId="0" animBg="1"/>
      <p:bldP spid="27" grpId="0" animBg="1"/>
      <p:bldP spid="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562600" y="304800"/>
            <a:ext cx="6476999" cy="5447645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case2{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 (String[]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array of size 4.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 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this statement will never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exception is raised by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above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("Inside try block");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 appropriate handler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catch(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NullPointerException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("Exception has been caught");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>
              <a:spcBef>
                <a:spcPts val="600"/>
              </a:spcBef>
            </a:pPr>
            <a:r>
              <a:rPr lang="en-US" sz="2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finally</a:t>
            </a:r>
            <a:r>
              <a:rPr lang="en-US" sz="2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(“Finally block is executed.“);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}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9" name="object 4"/>
          <p:cNvSpPr txBox="1">
            <a:spLocks/>
          </p:cNvSpPr>
          <p:nvPr/>
        </p:nvSpPr>
        <p:spPr bwMode="auto">
          <a:xfrm>
            <a:off x="2628515" y="222857"/>
            <a:ext cx="2385589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Finally : Example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9100" y="990600"/>
            <a:ext cx="4762500" cy="830997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400" b="1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en-US" sz="24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Exception occurs in try block and </a:t>
            </a:r>
            <a:r>
              <a:rPr lang="en-US" sz="2400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handled </a:t>
            </a:r>
            <a:r>
              <a:rPr lang="en-US" sz="24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catch block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39" y="2028342"/>
            <a:ext cx="3371124" cy="311601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3712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7" name="object 4"/>
          <p:cNvSpPr txBox="1">
            <a:spLocks/>
          </p:cNvSpPr>
          <p:nvPr/>
        </p:nvSpPr>
        <p:spPr bwMode="auto">
          <a:xfrm>
            <a:off x="2628515" y="222857"/>
            <a:ext cx="2385589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Finally : Example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100" y="990600"/>
            <a:ext cx="4686300" cy="830997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3</a:t>
            </a:r>
            <a:r>
              <a:rPr lang="en-US" sz="2400" b="1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Exception doesn’t occur in try-block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39" y="2028342"/>
            <a:ext cx="3371124" cy="311601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15000" y="222857"/>
            <a:ext cx="6324600" cy="5324535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case3{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 (String[]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 {    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"123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";      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Integer.parseInt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       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this statement will execute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// as no any exception is raised by above statement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("try block fully executed");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catch(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NumberFormatException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{      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("catch block executed...");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finally  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("finally block executed");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("Outside try-catch-finally clause");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780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7" name="object 4"/>
          <p:cNvSpPr txBox="1">
            <a:spLocks/>
          </p:cNvSpPr>
          <p:nvPr/>
        </p:nvSpPr>
        <p:spPr bwMode="auto">
          <a:xfrm>
            <a:off x="2628515" y="222857"/>
            <a:ext cx="902811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throw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9100" y="762000"/>
            <a:ext cx="62103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keyword “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is used to hand over our created exception instance to the JVM </a:t>
            </a:r>
            <a:r>
              <a:rPr lang="en-US" sz="2000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 smtClean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“throw” is not used to throw an exception instance and the exception occurs, then the runtime system internally throws the exception instance to JVM and the program terminates abnormally. </a:t>
            </a:r>
            <a:endParaRPr lang="en-US" sz="2000" dirty="0" smtClean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form of the throw keyword is: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4159944"/>
            <a:ext cx="3801938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 </a:t>
            </a:r>
            <a:r>
              <a:rPr lang="en-US" sz="2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Throwable_instance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17963" y="4621609"/>
            <a:ext cx="7239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throw new </a:t>
            </a:r>
            <a:r>
              <a:rPr lang="en-US" sz="20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ArithmeticException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 by zero");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9383" y="435223"/>
            <a:ext cx="5029200" cy="5139869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throw_Ex1{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static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age) 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(age &lt; 18) 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throw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ArithmeticException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("Access denied - </a:t>
            </a:r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be at least 18 years old."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 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("Access granted - You are old enough!");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public static void main(String[]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(15);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//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age to 15 (which is below 18...)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515600" y="5732883"/>
            <a:ext cx="1276311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2576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8" grpId="0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7" name="object 4"/>
          <p:cNvSpPr txBox="1">
            <a:spLocks/>
          </p:cNvSpPr>
          <p:nvPr/>
        </p:nvSpPr>
        <p:spPr bwMode="auto">
          <a:xfrm>
            <a:off x="2628515" y="222857"/>
            <a:ext cx="1023037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throws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100" y="682846"/>
            <a:ext cx="55245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keyword in Java which is used in the </a:t>
            </a:r>
            <a:r>
              <a:rPr lang="en-US" sz="20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signature of method </a:t>
            </a:r>
            <a:r>
              <a:rPr lang="en-US" sz="2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indicate that this method might throw one of the listed type exceptions. </a:t>
            </a:r>
            <a:endParaRPr lang="en-US" sz="2000" dirty="0" smtClean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caller to these methods has to handle the exception using a try-catch block. </a:t>
            </a:r>
            <a:endParaRPr lang="en-US" sz="2000" dirty="0" smtClean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general form of the </a:t>
            </a:r>
            <a:r>
              <a:rPr lang="en-US" sz="2000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throws 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 is</a:t>
            </a:r>
            <a:r>
              <a:rPr lang="en-US" sz="2000" dirty="0" smtClean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2512" y="3699056"/>
            <a:ext cx="6054488" cy="1477328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method_name</a:t>
            </a:r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(parameters) throws 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exception_list</a:t>
            </a:r>
            <a:endParaRPr lang="en-US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exception_list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comma separated list of all the 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 method might throw.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3411876"/>
            <a:ext cx="4876800" cy="2246769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Java program to illustrate error in case</a:t>
            </a: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of </a:t>
            </a:r>
            <a:r>
              <a:rPr lang="en-US" sz="2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unhandled exception</a:t>
            </a:r>
          </a:p>
          <a:p>
            <a:r>
              <a:rPr lang="en-US" sz="2000" b="1" dirty="0" smtClean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throws_Ex1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main(String[] </a:t>
            </a:r>
            <a:r>
              <a:rPr lang="en-US" sz="2000" b="1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Exception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72200" y="682846"/>
            <a:ext cx="5791200" cy="2031325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F7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Java program to illustrate throws</a:t>
            </a:r>
          </a:p>
          <a:p>
            <a:r>
              <a:rPr lang="en-US" b="1" dirty="0" smtClean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throws_Ex1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main(String[] </a:t>
            </a:r>
            <a:r>
              <a:rPr lang="en-US" b="1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dirty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Exception 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Exception</a:t>
            </a:r>
            <a:r>
              <a:rPr 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>
            <a:stCxn id="11" idx="0"/>
            <a:endCxn id="12" idx="2"/>
          </p:cNvCxnSpPr>
          <p:nvPr/>
        </p:nvCxnSpPr>
        <p:spPr>
          <a:xfrm flipV="1">
            <a:off x="9067800" y="2714171"/>
            <a:ext cx="0" cy="697705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515600" y="5732883"/>
            <a:ext cx="1276311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77489" y="5171665"/>
            <a:ext cx="1226618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500815" y="2210550"/>
            <a:ext cx="1226618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10210800" y="1600200"/>
            <a:ext cx="1581111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629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7" grpId="0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19100" y="154723"/>
            <a:ext cx="2120496" cy="45487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Exceptions</a:t>
            </a:r>
          </a:p>
        </p:txBody>
      </p:sp>
      <p:sp>
        <p:nvSpPr>
          <p:cNvPr id="7" name="object 4"/>
          <p:cNvSpPr txBox="1">
            <a:spLocks/>
          </p:cNvSpPr>
          <p:nvPr/>
        </p:nvSpPr>
        <p:spPr bwMode="auto">
          <a:xfrm>
            <a:off x="2628515" y="222857"/>
            <a:ext cx="2169184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hrow </a:t>
            </a:r>
            <a:r>
              <a:rPr lang="en-US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throws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319513"/>
              </p:ext>
            </p:extLst>
          </p:nvPr>
        </p:nvGraphicFramePr>
        <p:xfrm>
          <a:off x="455494" y="2286000"/>
          <a:ext cx="11168062" cy="2862942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1033463"/>
                <a:gridCol w="5257800"/>
                <a:gridCol w="4876799"/>
              </a:tblGrid>
              <a:tr h="429135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throw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throws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917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explicitly throw an exception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declare an exception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008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Checked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exceptions cannot be propagated using throw only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Checked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exceptions can be propagated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917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Followed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 an instance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Followed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 a class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11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within a method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 a method signature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11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throw multiple exceptions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declare multiple exceptions</a:t>
                      </a:r>
                    </a:p>
                  </a:txBody>
                  <a:tcPr marL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 bwMode="auto">
          <a:xfrm>
            <a:off x="2036707" y="1727802"/>
            <a:ext cx="1174933" cy="454878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throw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U-Turn Arrow 9"/>
          <p:cNvSpPr/>
          <p:nvPr/>
        </p:nvSpPr>
        <p:spPr>
          <a:xfrm>
            <a:off x="2539596" y="1150856"/>
            <a:ext cx="1676400" cy="571612"/>
          </a:xfrm>
          <a:prstGeom prst="uturn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object 4"/>
          <p:cNvSpPr txBox="1">
            <a:spLocks/>
          </p:cNvSpPr>
          <p:nvPr/>
        </p:nvSpPr>
        <p:spPr bwMode="auto">
          <a:xfrm>
            <a:off x="3637688" y="1706546"/>
            <a:ext cx="801823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JVM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38400" y="699167"/>
            <a:ext cx="2792540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 Instance</a:t>
            </a:r>
            <a:endParaRPr lang="en-US" sz="2000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7315201" y="1758745"/>
            <a:ext cx="1357844" cy="454878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throws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U-Turn Arrow 13"/>
          <p:cNvSpPr/>
          <p:nvPr/>
        </p:nvSpPr>
        <p:spPr>
          <a:xfrm>
            <a:off x="8001000" y="1181799"/>
            <a:ext cx="1676400" cy="571612"/>
          </a:xfrm>
          <a:prstGeom prst="uturn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 bwMode="auto">
          <a:xfrm>
            <a:off x="9099092" y="1737489"/>
            <a:ext cx="2087431" cy="42473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Calling method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25277" y="716627"/>
            <a:ext cx="4328523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 smtClean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 of Handling Exception</a:t>
            </a:r>
            <a:endParaRPr lang="en-US" sz="2000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45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4133849" y="2590800"/>
            <a:ext cx="3924301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defTabSz="457200">
              <a:lnSpc>
                <a:spcPct val="90000"/>
              </a:lnSpc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 b="1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2pPr>
            <a:lvl3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3pPr>
            <a:lvl4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4pPr>
            <a:lvl5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 dirty="0" smtClean="0"/>
              <a:t>Module </a:t>
            </a:r>
            <a:r>
              <a:rPr lang="en-IN" dirty="0" smtClean="0"/>
              <a:t>Completed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7994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4631</TotalTime>
  <Words>2146</Words>
  <Application>Microsoft Office PowerPoint</Application>
  <PresentationFormat>Custom</PresentationFormat>
  <Paragraphs>486</Paragraphs>
  <Slides>31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Contents</vt:lpstr>
      <vt:lpstr>Introduction and Syntax</vt:lpstr>
      <vt:lpstr>Introduction and Syntax</vt:lpstr>
      <vt:lpstr>Activity</vt:lpstr>
      <vt:lpstr>Program Examples</vt:lpstr>
      <vt:lpstr>Abstract vs Interface</vt:lpstr>
      <vt:lpstr>PowerPoint Presentation</vt:lpstr>
      <vt:lpstr>Program Examples</vt:lpstr>
      <vt:lpstr>Program Examples</vt:lpstr>
      <vt:lpstr>Program Examples</vt:lpstr>
      <vt:lpstr>PowerPoint Presentation</vt:lpstr>
      <vt:lpstr>Contents</vt:lpstr>
      <vt:lpstr>PowerPoint Presentation</vt:lpstr>
      <vt:lpstr>Throwable Exceptions</vt:lpstr>
      <vt:lpstr>Throwable Exceptions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Techniques</dc:title>
  <dc:creator>admin</dc:creator>
  <cp:lastModifiedBy>OM</cp:lastModifiedBy>
  <cp:revision>624</cp:revision>
  <dcterms:created xsi:type="dcterms:W3CDTF">2007-08-28T09:12:38Z</dcterms:created>
  <dcterms:modified xsi:type="dcterms:W3CDTF">2022-12-08T04:47:52Z</dcterms:modified>
  <cp:contentStatus/>
</cp:coreProperties>
</file>